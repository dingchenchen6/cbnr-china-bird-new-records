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Relationship Id="rId2" Type="http://schemas.openxmlformats.org/officeDocument/2006/relationships/image" Target="../media/874de084d417d672d097119de782d6fb2d5fe6a8.emf"/>
<Relationship Id="rId3" Type="http://schemas.openxmlformats.org/officeDocument/2006/relationships/image" Target="../media/a0a9eddb64864ed6ff233d57c80097d5fa24d652.emf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" descr=""/>
          <p:cNvPicPr>
            <a:picLocks noGrp="1"/>
          </p:cNvPicPr>
          <p:nvPr>
            <p:ph/>
          </p:nvPr>
        </p:nvPicPr>
        <p:blipFill>
          <a:blip r:embed="rId3"/>
          <a:stretch>
            <a:fillRect/>
          </a:stretch>
        </p:blipFill>
        <p:spPr>
          <a:xfrm>
            <a:off x="7699248" y="5266944"/>
            <a:ext cx="1426464" cy="1587627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2026-05-10T18:36:39Z</dcterms:modified>
  <cp:category/>
</cp:coreProperties>
</file>