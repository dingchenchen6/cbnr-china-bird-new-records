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f95a1b698a7a851155708ee98d93e66a308623f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887200" cy="8229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2026-05-10T18:43:42Z</dcterms:modified>
  <cp:category/>
</cp:coreProperties>
</file>