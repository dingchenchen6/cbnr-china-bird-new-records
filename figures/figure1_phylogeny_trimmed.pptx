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eab3295bddcd20ac4b8a85fe0aaa9fe53ae238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435840" cy="63882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2026-05-10T18:43:44Z</dcterms:modified>
  <cp:category/>
</cp:coreProperties>
</file>