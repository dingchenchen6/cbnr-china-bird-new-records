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40898" y="0"/>
              <a:ext cx="7182043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8381" y="281309"/>
              <a:ext cx="6868644" cy="686864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12704" y="624741"/>
              <a:ext cx="0" cy="3090889"/>
            </a:xfrm>
            <a:custGeom>
              <a:avLst/>
              <a:pathLst>
                <a:path w="0" h="3090889">
                  <a:moveTo>
                    <a:pt x="0" y="309088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12704" y="1530042"/>
              <a:ext cx="2185589" cy="2185589"/>
            </a:xfrm>
            <a:custGeom>
              <a:avLst/>
              <a:pathLst>
                <a:path w="2185589" h="2185589">
                  <a:moveTo>
                    <a:pt x="0" y="2185589"/>
                  </a:moveTo>
                  <a:lnTo>
                    <a:pt x="218558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12704" y="3715631"/>
              <a:ext cx="3090889" cy="0"/>
            </a:xfrm>
            <a:custGeom>
              <a:avLst/>
              <a:pathLst>
                <a:path w="3090889" h="0">
                  <a:moveTo>
                    <a:pt x="0" y="0"/>
                  </a:moveTo>
                  <a:lnTo>
                    <a:pt x="309088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12704" y="3715631"/>
              <a:ext cx="2185589" cy="2185589"/>
            </a:xfrm>
            <a:custGeom>
              <a:avLst/>
              <a:pathLst>
                <a:path w="2185589" h="2185589">
                  <a:moveTo>
                    <a:pt x="0" y="0"/>
                  </a:moveTo>
                  <a:lnTo>
                    <a:pt x="2185589" y="218558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12704" y="3715631"/>
              <a:ext cx="0" cy="3090889"/>
            </a:xfrm>
            <a:custGeom>
              <a:avLst/>
              <a:pathLst>
                <a:path w="0" h="3090889">
                  <a:moveTo>
                    <a:pt x="0" y="0"/>
                  </a:moveTo>
                  <a:lnTo>
                    <a:pt x="0" y="309088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27114" y="3715631"/>
              <a:ext cx="2185589" cy="2185589"/>
            </a:xfrm>
            <a:custGeom>
              <a:avLst/>
              <a:pathLst>
                <a:path w="2185589" h="2185589">
                  <a:moveTo>
                    <a:pt x="2185589" y="0"/>
                  </a:moveTo>
                  <a:lnTo>
                    <a:pt x="0" y="218558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21814" y="3715631"/>
              <a:ext cx="3090889" cy="0"/>
            </a:xfrm>
            <a:custGeom>
              <a:avLst/>
              <a:pathLst>
                <a:path w="3090889" h="0">
                  <a:moveTo>
                    <a:pt x="309088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27114" y="1530042"/>
              <a:ext cx="2185589" cy="2185589"/>
            </a:xfrm>
            <a:custGeom>
              <a:avLst/>
              <a:pathLst>
                <a:path w="2185589" h="2185589">
                  <a:moveTo>
                    <a:pt x="2185589" y="218558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39148" y="2341902"/>
              <a:ext cx="2747111" cy="2746766"/>
            </a:xfrm>
            <a:custGeom>
              <a:avLst/>
              <a:pathLst>
                <a:path w="2747111" h="2746766">
                  <a:moveTo>
                    <a:pt x="1373555" y="0"/>
                  </a:moveTo>
                  <a:lnTo>
                    <a:pt x="1460683" y="2765"/>
                  </a:lnTo>
                  <a:lnTo>
                    <a:pt x="1547459" y="11051"/>
                  </a:lnTo>
                  <a:lnTo>
                    <a:pt x="1633535" y="24825"/>
                  </a:lnTo>
                  <a:lnTo>
                    <a:pt x="1718565" y="44029"/>
                  </a:lnTo>
                  <a:lnTo>
                    <a:pt x="1802205" y="68588"/>
                  </a:lnTo>
                  <a:lnTo>
                    <a:pt x="1884119" y="98403"/>
                  </a:lnTo>
                  <a:lnTo>
                    <a:pt x="1963977" y="133352"/>
                  </a:lnTo>
                  <a:lnTo>
                    <a:pt x="2041458" y="173296"/>
                  </a:lnTo>
                  <a:lnTo>
                    <a:pt x="2116249" y="218074"/>
                  </a:lnTo>
                  <a:lnTo>
                    <a:pt x="2188050" y="267505"/>
                  </a:lnTo>
                  <a:lnTo>
                    <a:pt x="2256571" y="321391"/>
                  </a:lnTo>
                  <a:lnTo>
                    <a:pt x="2321537" y="379514"/>
                  </a:lnTo>
                  <a:lnTo>
                    <a:pt x="2382685" y="441640"/>
                  </a:lnTo>
                  <a:lnTo>
                    <a:pt x="2439770" y="507520"/>
                  </a:lnTo>
                  <a:lnTo>
                    <a:pt x="2492562" y="576887"/>
                  </a:lnTo>
                  <a:lnTo>
                    <a:pt x="2540848" y="649464"/>
                  </a:lnTo>
                  <a:lnTo>
                    <a:pt x="2584433" y="724956"/>
                  </a:lnTo>
                  <a:lnTo>
                    <a:pt x="2623143" y="803061"/>
                  </a:lnTo>
                  <a:lnTo>
                    <a:pt x="2656821" y="883463"/>
                  </a:lnTo>
                  <a:lnTo>
                    <a:pt x="2685332" y="965840"/>
                  </a:lnTo>
                  <a:lnTo>
                    <a:pt x="2708561" y="1049860"/>
                  </a:lnTo>
                  <a:lnTo>
                    <a:pt x="2726414" y="1135183"/>
                  </a:lnTo>
                  <a:lnTo>
                    <a:pt x="2738820" y="1221467"/>
                  </a:lnTo>
                  <a:lnTo>
                    <a:pt x="2745728" y="1308364"/>
                  </a:lnTo>
                  <a:lnTo>
                    <a:pt x="2747111" y="1395524"/>
                  </a:lnTo>
                  <a:lnTo>
                    <a:pt x="2742964" y="1482596"/>
                  </a:lnTo>
                  <a:lnTo>
                    <a:pt x="2733302" y="1569230"/>
                  </a:lnTo>
                  <a:lnTo>
                    <a:pt x="2718165" y="1655077"/>
                  </a:lnTo>
                  <a:lnTo>
                    <a:pt x="2697613" y="1739791"/>
                  </a:lnTo>
                  <a:lnTo>
                    <a:pt x="2671730" y="1823031"/>
                  </a:lnTo>
                  <a:lnTo>
                    <a:pt x="2640620" y="1904462"/>
                  </a:lnTo>
                  <a:lnTo>
                    <a:pt x="2604408" y="1983756"/>
                  </a:lnTo>
                  <a:lnTo>
                    <a:pt x="2563240" y="2060593"/>
                  </a:lnTo>
                  <a:lnTo>
                    <a:pt x="2517281" y="2134664"/>
                  </a:lnTo>
                  <a:lnTo>
                    <a:pt x="2466716" y="2205672"/>
                  </a:lnTo>
                  <a:lnTo>
                    <a:pt x="2411750" y="2273329"/>
                  </a:lnTo>
                  <a:lnTo>
                    <a:pt x="2352604" y="2337365"/>
                  </a:lnTo>
                  <a:lnTo>
                    <a:pt x="2289515" y="2397520"/>
                  </a:lnTo>
                  <a:lnTo>
                    <a:pt x="2222738" y="2453552"/>
                  </a:lnTo>
                  <a:lnTo>
                    <a:pt x="2152542" y="2505237"/>
                  </a:lnTo>
                  <a:lnTo>
                    <a:pt x="2079209" y="2552365"/>
                  </a:lnTo>
                  <a:lnTo>
                    <a:pt x="2003034" y="2594747"/>
                  </a:lnTo>
                  <a:lnTo>
                    <a:pt x="1924325" y="2632213"/>
                  </a:lnTo>
                  <a:lnTo>
                    <a:pt x="1843398" y="2664611"/>
                  </a:lnTo>
                  <a:lnTo>
                    <a:pt x="1760580" y="2691812"/>
                  </a:lnTo>
                  <a:lnTo>
                    <a:pt x="1676202" y="2713704"/>
                  </a:lnTo>
                  <a:lnTo>
                    <a:pt x="1590607" y="2730202"/>
                  </a:lnTo>
                  <a:lnTo>
                    <a:pt x="1504137" y="2741237"/>
                  </a:lnTo>
                  <a:lnTo>
                    <a:pt x="1417141" y="2746766"/>
                  </a:lnTo>
                  <a:lnTo>
                    <a:pt x="1329970" y="2746766"/>
                  </a:lnTo>
                  <a:lnTo>
                    <a:pt x="1242974" y="2741237"/>
                  </a:lnTo>
                  <a:lnTo>
                    <a:pt x="1156504" y="2730202"/>
                  </a:lnTo>
                  <a:lnTo>
                    <a:pt x="1070909" y="2713704"/>
                  </a:lnTo>
                  <a:lnTo>
                    <a:pt x="986531" y="2691812"/>
                  </a:lnTo>
                  <a:lnTo>
                    <a:pt x="903713" y="2664611"/>
                  </a:lnTo>
                  <a:lnTo>
                    <a:pt x="822786" y="2632213"/>
                  </a:lnTo>
                  <a:lnTo>
                    <a:pt x="744076" y="2594747"/>
                  </a:lnTo>
                  <a:lnTo>
                    <a:pt x="667902" y="2552365"/>
                  </a:lnTo>
                  <a:lnTo>
                    <a:pt x="594569" y="2505237"/>
                  </a:lnTo>
                  <a:lnTo>
                    <a:pt x="524373" y="2453552"/>
                  </a:lnTo>
                  <a:lnTo>
                    <a:pt x="457596" y="2397520"/>
                  </a:lnTo>
                  <a:lnTo>
                    <a:pt x="394507" y="2337365"/>
                  </a:lnTo>
                  <a:lnTo>
                    <a:pt x="335360" y="2273329"/>
                  </a:lnTo>
                  <a:lnTo>
                    <a:pt x="280394" y="2205672"/>
                  </a:lnTo>
                  <a:lnTo>
                    <a:pt x="229830" y="2134664"/>
                  </a:lnTo>
                  <a:lnTo>
                    <a:pt x="183871" y="2060593"/>
                  </a:lnTo>
                  <a:lnTo>
                    <a:pt x="142703" y="1983756"/>
                  </a:lnTo>
                  <a:lnTo>
                    <a:pt x="106491" y="1904462"/>
                  </a:lnTo>
                  <a:lnTo>
                    <a:pt x="75381" y="1823031"/>
                  </a:lnTo>
                  <a:lnTo>
                    <a:pt x="49498" y="1739791"/>
                  </a:lnTo>
                  <a:lnTo>
                    <a:pt x="28946" y="1655077"/>
                  </a:lnTo>
                  <a:lnTo>
                    <a:pt x="13809" y="1569230"/>
                  </a:lnTo>
                  <a:lnTo>
                    <a:pt x="4147" y="1482596"/>
                  </a:lnTo>
                  <a:lnTo>
                    <a:pt x="0" y="1395524"/>
                  </a:lnTo>
                  <a:lnTo>
                    <a:pt x="1383" y="1308364"/>
                  </a:lnTo>
                  <a:lnTo>
                    <a:pt x="8291" y="1221467"/>
                  </a:lnTo>
                  <a:lnTo>
                    <a:pt x="20697" y="1135183"/>
                  </a:lnTo>
                  <a:lnTo>
                    <a:pt x="38550" y="1049860"/>
                  </a:lnTo>
                  <a:lnTo>
                    <a:pt x="61779" y="965840"/>
                  </a:lnTo>
                  <a:lnTo>
                    <a:pt x="90290" y="883463"/>
                  </a:lnTo>
                  <a:lnTo>
                    <a:pt x="123968" y="803061"/>
                  </a:lnTo>
                  <a:lnTo>
                    <a:pt x="162678" y="724956"/>
                  </a:lnTo>
                  <a:lnTo>
                    <a:pt x="206263" y="649464"/>
                  </a:lnTo>
                  <a:lnTo>
                    <a:pt x="254549" y="576887"/>
                  </a:lnTo>
                  <a:lnTo>
                    <a:pt x="307341" y="507520"/>
                  </a:lnTo>
                  <a:lnTo>
                    <a:pt x="364426" y="441640"/>
                  </a:lnTo>
                  <a:lnTo>
                    <a:pt x="425574" y="379514"/>
                  </a:lnTo>
                  <a:lnTo>
                    <a:pt x="490540" y="321391"/>
                  </a:lnTo>
                  <a:lnTo>
                    <a:pt x="559061" y="267505"/>
                  </a:lnTo>
                  <a:lnTo>
                    <a:pt x="630862" y="218074"/>
                  </a:lnTo>
                  <a:lnTo>
                    <a:pt x="705653" y="173296"/>
                  </a:lnTo>
                  <a:lnTo>
                    <a:pt x="783134" y="133352"/>
                  </a:lnTo>
                  <a:lnTo>
                    <a:pt x="862992" y="98403"/>
                  </a:lnTo>
                  <a:lnTo>
                    <a:pt x="944906" y="68588"/>
                  </a:lnTo>
                  <a:lnTo>
                    <a:pt x="1028546" y="44029"/>
                  </a:lnTo>
                  <a:lnTo>
                    <a:pt x="1113576" y="24825"/>
                  </a:lnTo>
                  <a:lnTo>
                    <a:pt x="1199652" y="11051"/>
                  </a:lnTo>
                  <a:lnTo>
                    <a:pt x="1286428" y="2765"/>
                  </a:lnTo>
                  <a:lnTo>
                    <a:pt x="137355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65592" y="968174"/>
              <a:ext cx="5494223" cy="5493532"/>
            </a:xfrm>
            <a:custGeom>
              <a:avLst/>
              <a:pathLst>
                <a:path w="5494223" h="5493532">
                  <a:moveTo>
                    <a:pt x="2747111" y="0"/>
                  </a:moveTo>
                  <a:lnTo>
                    <a:pt x="2921366" y="5531"/>
                  </a:lnTo>
                  <a:lnTo>
                    <a:pt x="3094919" y="22103"/>
                  </a:lnTo>
                  <a:lnTo>
                    <a:pt x="3267071" y="49650"/>
                  </a:lnTo>
                  <a:lnTo>
                    <a:pt x="3437130" y="88059"/>
                  </a:lnTo>
                  <a:lnTo>
                    <a:pt x="3604410" y="137177"/>
                  </a:lnTo>
                  <a:lnTo>
                    <a:pt x="3768238" y="196806"/>
                  </a:lnTo>
                  <a:lnTo>
                    <a:pt x="3927955" y="266705"/>
                  </a:lnTo>
                  <a:lnTo>
                    <a:pt x="4082916" y="346593"/>
                  </a:lnTo>
                  <a:lnTo>
                    <a:pt x="4232499" y="436149"/>
                  </a:lnTo>
                  <a:lnTo>
                    <a:pt x="4376101" y="535011"/>
                  </a:lnTo>
                  <a:lnTo>
                    <a:pt x="4513143" y="642783"/>
                  </a:lnTo>
                  <a:lnTo>
                    <a:pt x="4643074" y="759029"/>
                  </a:lnTo>
                  <a:lnTo>
                    <a:pt x="4765371" y="883281"/>
                  </a:lnTo>
                  <a:lnTo>
                    <a:pt x="4879541" y="1015040"/>
                  </a:lnTo>
                  <a:lnTo>
                    <a:pt x="4985124" y="1153775"/>
                  </a:lnTo>
                  <a:lnTo>
                    <a:pt x="5081696" y="1298928"/>
                  </a:lnTo>
                  <a:lnTo>
                    <a:pt x="5168867" y="1449912"/>
                  </a:lnTo>
                  <a:lnTo>
                    <a:pt x="5246287" y="1606122"/>
                  </a:lnTo>
                  <a:lnTo>
                    <a:pt x="5313643" y="1766927"/>
                  </a:lnTo>
                  <a:lnTo>
                    <a:pt x="5370665" y="1931681"/>
                  </a:lnTo>
                  <a:lnTo>
                    <a:pt x="5417123" y="2099720"/>
                  </a:lnTo>
                  <a:lnTo>
                    <a:pt x="5452829" y="2270366"/>
                  </a:lnTo>
                  <a:lnTo>
                    <a:pt x="5477641" y="2442934"/>
                  </a:lnTo>
                  <a:lnTo>
                    <a:pt x="5491457" y="2616728"/>
                  </a:lnTo>
                  <a:lnTo>
                    <a:pt x="5494223" y="2791048"/>
                  </a:lnTo>
                  <a:lnTo>
                    <a:pt x="5485928" y="2965193"/>
                  </a:lnTo>
                  <a:lnTo>
                    <a:pt x="5466604" y="3138461"/>
                  </a:lnTo>
                  <a:lnTo>
                    <a:pt x="5436330" y="3310155"/>
                  </a:lnTo>
                  <a:lnTo>
                    <a:pt x="5395227" y="3479583"/>
                  </a:lnTo>
                  <a:lnTo>
                    <a:pt x="5343461" y="3646063"/>
                  </a:lnTo>
                  <a:lnTo>
                    <a:pt x="5281241" y="3808924"/>
                  </a:lnTo>
                  <a:lnTo>
                    <a:pt x="5208816" y="3967512"/>
                  </a:lnTo>
                  <a:lnTo>
                    <a:pt x="5126480" y="4121186"/>
                  </a:lnTo>
                  <a:lnTo>
                    <a:pt x="5034562" y="4269329"/>
                  </a:lnTo>
                  <a:lnTo>
                    <a:pt x="4933433" y="4411344"/>
                  </a:lnTo>
                  <a:lnTo>
                    <a:pt x="4823501" y="4546659"/>
                  </a:lnTo>
                  <a:lnTo>
                    <a:pt x="4705209" y="4674730"/>
                  </a:lnTo>
                  <a:lnTo>
                    <a:pt x="4579031" y="4795040"/>
                  </a:lnTo>
                  <a:lnTo>
                    <a:pt x="4445477" y="4907105"/>
                  </a:lnTo>
                  <a:lnTo>
                    <a:pt x="4305084" y="5010474"/>
                  </a:lnTo>
                  <a:lnTo>
                    <a:pt x="4158418" y="5104730"/>
                  </a:lnTo>
                  <a:lnTo>
                    <a:pt x="4006069" y="5189495"/>
                  </a:lnTo>
                  <a:lnTo>
                    <a:pt x="3848651" y="5264427"/>
                  </a:lnTo>
                  <a:lnTo>
                    <a:pt x="3686797" y="5329223"/>
                  </a:lnTo>
                  <a:lnTo>
                    <a:pt x="3521160" y="5383624"/>
                  </a:lnTo>
                  <a:lnTo>
                    <a:pt x="3352405" y="5427409"/>
                  </a:lnTo>
                  <a:lnTo>
                    <a:pt x="3181214" y="5460404"/>
                  </a:lnTo>
                  <a:lnTo>
                    <a:pt x="3008274" y="5482474"/>
                  </a:lnTo>
                  <a:lnTo>
                    <a:pt x="2834283" y="5493532"/>
                  </a:lnTo>
                  <a:lnTo>
                    <a:pt x="2659940" y="5493532"/>
                  </a:lnTo>
                  <a:lnTo>
                    <a:pt x="2485949" y="5482474"/>
                  </a:lnTo>
                  <a:lnTo>
                    <a:pt x="2313009" y="5460404"/>
                  </a:lnTo>
                  <a:lnTo>
                    <a:pt x="2141818" y="5427409"/>
                  </a:lnTo>
                  <a:lnTo>
                    <a:pt x="1973063" y="5383624"/>
                  </a:lnTo>
                  <a:lnTo>
                    <a:pt x="1807426" y="5329223"/>
                  </a:lnTo>
                  <a:lnTo>
                    <a:pt x="1645572" y="5264427"/>
                  </a:lnTo>
                  <a:lnTo>
                    <a:pt x="1488153" y="5189495"/>
                  </a:lnTo>
                  <a:lnTo>
                    <a:pt x="1335804" y="5104730"/>
                  </a:lnTo>
                  <a:lnTo>
                    <a:pt x="1189138" y="5010474"/>
                  </a:lnTo>
                  <a:lnTo>
                    <a:pt x="1048746" y="4907105"/>
                  </a:lnTo>
                  <a:lnTo>
                    <a:pt x="915192" y="4795040"/>
                  </a:lnTo>
                  <a:lnTo>
                    <a:pt x="789014" y="4674730"/>
                  </a:lnTo>
                  <a:lnTo>
                    <a:pt x="670721" y="4546659"/>
                  </a:lnTo>
                  <a:lnTo>
                    <a:pt x="560789" y="4411344"/>
                  </a:lnTo>
                  <a:lnTo>
                    <a:pt x="459661" y="4269329"/>
                  </a:lnTo>
                  <a:lnTo>
                    <a:pt x="367743" y="4121186"/>
                  </a:lnTo>
                  <a:lnTo>
                    <a:pt x="285406" y="3967512"/>
                  </a:lnTo>
                  <a:lnTo>
                    <a:pt x="212982" y="3808924"/>
                  </a:lnTo>
                  <a:lnTo>
                    <a:pt x="150762" y="3646063"/>
                  </a:lnTo>
                  <a:lnTo>
                    <a:pt x="98996" y="3479583"/>
                  </a:lnTo>
                  <a:lnTo>
                    <a:pt x="57893" y="3310155"/>
                  </a:lnTo>
                  <a:lnTo>
                    <a:pt x="27619" y="3138461"/>
                  </a:lnTo>
                  <a:lnTo>
                    <a:pt x="8295" y="2965193"/>
                  </a:lnTo>
                  <a:lnTo>
                    <a:pt x="0" y="2791048"/>
                  </a:lnTo>
                  <a:lnTo>
                    <a:pt x="2766" y="2616728"/>
                  </a:lnTo>
                  <a:lnTo>
                    <a:pt x="16582" y="2442934"/>
                  </a:lnTo>
                  <a:lnTo>
                    <a:pt x="41394" y="2270366"/>
                  </a:lnTo>
                  <a:lnTo>
                    <a:pt x="77100" y="2099720"/>
                  </a:lnTo>
                  <a:lnTo>
                    <a:pt x="123558" y="1931681"/>
                  </a:lnTo>
                  <a:lnTo>
                    <a:pt x="180580" y="1766927"/>
                  </a:lnTo>
                  <a:lnTo>
                    <a:pt x="247936" y="1606122"/>
                  </a:lnTo>
                  <a:lnTo>
                    <a:pt x="325356" y="1449912"/>
                  </a:lnTo>
                  <a:lnTo>
                    <a:pt x="412527" y="1298928"/>
                  </a:lnTo>
                  <a:lnTo>
                    <a:pt x="509098" y="1153775"/>
                  </a:lnTo>
                  <a:lnTo>
                    <a:pt x="614682" y="1015040"/>
                  </a:lnTo>
                  <a:lnTo>
                    <a:pt x="728852" y="883281"/>
                  </a:lnTo>
                  <a:lnTo>
                    <a:pt x="851148" y="759029"/>
                  </a:lnTo>
                  <a:lnTo>
                    <a:pt x="981080" y="642783"/>
                  </a:lnTo>
                  <a:lnTo>
                    <a:pt x="1118122" y="535011"/>
                  </a:lnTo>
                  <a:lnTo>
                    <a:pt x="1261724" y="436149"/>
                  </a:lnTo>
                  <a:lnTo>
                    <a:pt x="1411306" y="346593"/>
                  </a:lnTo>
                  <a:lnTo>
                    <a:pt x="1566268" y="266705"/>
                  </a:lnTo>
                  <a:lnTo>
                    <a:pt x="1725985" y="196806"/>
                  </a:lnTo>
                  <a:lnTo>
                    <a:pt x="1889813" y="137177"/>
                  </a:lnTo>
                  <a:lnTo>
                    <a:pt x="2057093" y="88059"/>
                  </a:lnTo>
                  <a:lnTo>
                    <a:pt x="2227152" y="49650"/>
                  </a:lnTo>
                  <a:lnTo>
                    <a:pt x="2399304" y="22103"/>
                  </a:lnTo>
                  <a:lnTo>
                    <a:pt x="2572857" y="5531"/>
                  </a:lnTo>
                  <a:lnTo>
                    <a:pt x="274711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2203" y="624741"/>
              <a:ext cx="6181001" cy="6180223"/>
            </a:xfrm>
            <a:custGeom>
              <a:avLst/>
              <a:pathLst>
                <a:path w="6181001" h="6180223">
                  <a:moveTo>
                    <a:pt x="3090500" y="0"/>
                  </a:moveTo>
                  <a:lnTo>
                    <a:pt x="3286537" y="6222"/>
                  </a:lnTo>
                  <a:lnTo>
                    <a:pt x="3481784" y="24866"/>
                  </a:lnTo>
                  <a:lnTo>
                    <a:pt x="3675455" y="55856"/>
                  </a:lnTo>
                  <a:lnTo>
                    <a:pt x="3866771" y="99067"/>
                  </a:lnTo>
                  <a:lnTo>
                    <a:pt x="4054961" y="154324"/>
                  </a:lnTo>
                  <a:lnTo>
                    <a:pt x="4239268" y="221406"/>
                  </a:lnTo>
                  <a:lnTo>
                    <a:pt x="4418949" y="300043"/>
                  </a:lnTo>
                  <a:lnTo>
                    <a:pt x="4593281" y="389917"/>
                  </a:lnTo>
                  <a:lnTo>
                    <a:pt x="4761562" y="490667"/>
                  </a:lnTo>
                  <a:lnTo>
                    <a:pt x="4923114" y="601888"/>
                  </a:lnTo>
                  <a:lnTo>
                    <a:pt x="5077286" y="723130"/>
                  </a:lnTo>
                  <a:lnTo>
                    <a:pt x="5223459" y="853907"/>
                  </a:lnTo>
                  <a:lnTo>
                    <a:pt x="5361043" y="993692"/>
                  </a:lnTo>
                  <a:lnTo>
                    <a:pt x="5489484" y="1141921"/>
                  </a:lnTo>
                  <a:lnTo>
                    <a:pt x="5608265" y="1297997"/>
                  </a:lnTo>
                  <a:lnTo>
                    <a:pt x="5716908" y="1461294"/>
                  </a:lnTo>
                  <a:lnTo>
                    <a:pt x="5814976" y="1631152"/>
                  </a:lnTo>
                  <a:lnTo>
                    <a:pt x="5902073" y="1806887"/>
                  </a:lnTo>
                  <a:lnTo>
                    <a:pt x="5977849" y="1987793"/>
                  </a:lnTo>
                  <a:lnTo>
                    <a:pt x="6041998" y="2173141"/>
                  </a:lnTo>
                  <a:lnTo>
                    <a:pt x="6094263" y="2362185"/>
                  </a:lnTo>
                  <a:lnTo>
                    <a:pt x="6134433" y="2554162"/>
                  </a:lnTo>
                  <a:lnTo>
                    <a:pt x="6162346" y="2748301"/>
                  </a:lnTo>
                  <a:lnTo>
                    <a:pt x="6177889" y="2943819"/>
                  </a:lnTo>
                  <a:lnTo>
                    <a:pt x="6181001" y="3139929"/>
                  </a:lnTo>
                  <a:lnTo>
                    <a:pt x="6171669" y="3335842"/>
                  </a:lnTo>
                  <a:lnTo>
                    <a:pt x="6149930" y="3530769"/>
                  </a:lnTo>
                  <a:lnTo>
                    <a:pt x="6115871" y="3723924"/>
                  </a:lnTo>
                  <a:lnTo>
                    <a:pt x="6069630" y="3914531"/>
                  </a:lnTo>
                  <a:lnTo>
                    <a:pt x="6011394" y="4101821"/>
                  </a:lnTo>
                  <a:lnTo>
                    <a:pt x="5941396" y="4285040"/>
                  </a:lnTo>
                  <a:lnTo>
                    <a:pt x="5859919" y="4463451"/>
                  </a:lnTo>
                  <a:lnTo>
                    <a:pt x="5767290" y="4636334"/>
                  </a:lnTo>
                  <a:lnTo>
                    <a:pt x="5663882" y="4802995"/>
                  </a:lnTo>
                  <a:lnTo>
                    <a:pt x="5550113" y="4962762"/>
                  </a:lnTo>
                  <a:lnTo>
                    <a:pt x="5426439" y="5114992"/>
                  </a:lnTo>
                  <a:lnTo>
                    <a:pt x="5293360" y="5259071"/>
                  </a:lnTo>
                  <a:lnTo>
                    <a:pt x="5151410" y="5394420"/>
                  </a:lnTo>
                  <a:lnTo>
                    <a:pt x="5001162" y="5520493"/>
                  </a:lnTo>
                  <a:lnTo>
                    <a:pt x="4843220" y="5636783"/>
                  </a:lnTo>
                  <a:lnTo>
                    <a:pt x="4678221" y="5742822"/>
                  </a:lnTo>
                  <a:lnTo>
                    <a:pt x="4506828" y="5838182"/>
                  </a:lnTo>
                  <a:lnTo>
                    <a:pt x="4329733" y="5922480"/>
                  </a:lnTo>
                  <a:lnTo>
                    <a:pt x="4147647" y="5995376"/>
                  </a:lnTo>
                  <a:lnTo>
                    <a:pt x="3961305" y="6056577"/>
                  </a:lnTo>
                  <a:lnTo>
                    <a:pt x="3771456" y="6105836"/>
                  </a:lnTo>
                  <a:lnTo>
                    <a:pt x="3578865" y="6142954"/>
                  </a:lnTo>
                  <a:lnTo>
                    <a:pt x="3384308" y="6167784"/>
                  </a:lnTo>
                  <a:lnTo>
                    <a:pt x="3188568" y="6180223"/>
                  </a:lnTo>
                  <a:lnTo>
                    <a:pt x="2992433" y="6180223"/>
                  </a:lnTo>
                  <a:lnTo>
                    <a:pt x="2796693" y="6167784"/>
                  </a:lnTo>
                  <a:lnTo>
                    <a:pt x="2602135" y="6142954"/>
                  </a:lnTo>
                  <a:lnTo>
                    <a:pt x="2409545" y="6105836"/>
                  </a:lnTo>
                  <a:lnTo>
                    <a:pt x="2219696" y="6056577"/>
                  </a:lnTo>
                  <a:lnTo>
                    <a:pt x="2033354" y="5995376"/>
                  </a:lnTo>
                  <a:lnTo>
                    <a:pt x="1851268" y="5922480"/>
                  </a:lnTo>
                  <a:lnTo>
                    <a:pt x="1674173" y="5838182"/>
                  </a:lnTo>
                  <a:lnTo>
                    <a:pt x="1502780" y="5742822"/>
                  </a:lnTo>
                  <a:lnTo>
                    <a:pt x="1337781" y="5636783"/>
                  </a:lnTo>
                  <a:lnTo>
                    <a:pt x="1179839" y="5520493"/>
                  </a:lnTo>
                  <a:lnTo>
                    <a:pt x="1029591" y="5394420"/>
                  </a:lnTo>
                  <a:lnTo>
                    <a:pt x="887641" y="5259071"/>
                  </a:lnTo>
                  <a:lnTo>
                    <a:pt x="754562" y="5114992"/>
                  </a:lnTo>
                  <a:lnTo>
                    <a:pt x="630888" y="4962762"/>
                  </a:lnTo>
                  <a:lnTo>
                    <a:pt x="517119" y="4802995"/>
                  </a:lnTo>
                  <a:lnTo>
                    <a:pt x="413711" y="4636334"/>
                  </a:lnTo>
                  <a:lnTo>
                    <a:pt x="321082" y="4463451"/>
                  </a:lnTo>
                  <a:lnTo>
                    <a:pt x="239605" y="4285040"/>
                  </a:lnTo>
                  <a:lnTo>
                    <a:pt x="169607" y="4101821"/>
                  </a:lnTo>
                  <a:lnTo>
                    <a:pt x="111370" y="3914531"/>
                  </a:lnTo>
                  <a:lnTo>
                    <a:pt x="65130" y="3723924"/>
                  </a:lnTo>
                  <a:lnTo>
                    <a:pt x="31071" y="3530769"/>
                  </a:lnTo>
                  <a:lnTo>
                    <a:pt x="9332" y="3335842"/>
                  </a:lnTo>
                  <a:lnTo>
                    <a:pt x="0" y="3139929"/>
                  </a:lnTo>
                  <a:lnTo>
                    <a:pt x="3111" y="2943819"/>
                  </a:lnTo>
                  <a:lnTo>
                    <a:pt x="18655" y="2748301"/>
                  </a:lnTo>
                  <a:lnTo>
                    <a:pt x="46568" y="2554162"/>
                  </a:lnTo>
                  <a:lnTo>
                    <a:pt x="86738" y="2362185"/>
                  </a:lnTo>
                  <a:lnTo>
                    <a:pt x="139003" y="2173141"/>
                  </a:lnTo>
                  <a:lnTo>
                    <a:pt x="203152" y="1987793"/>
                  </a:lnTo>
                  <a:lnTo>
                    <a:pt x="278928" y="1806887"/>
                  </a:lnTo>
                  <a:lnTo>
                    <a:pt x="366025" y="1631152"/>
                  </a:lnTo>
                  <a:lnTo>
                    <a:pt x="464093" y="1461294"/>
                  </a:lnTo>
                  <a:lnTo>
                    <a:pt x="572736" y="1297997"/>
                  </a:lnTo>
                  <a:lnTo>
                    <a:pt x="691517" y="1141921"/>
                  </a:lnTo>
                  <a:lnTo>
                    <a:pt x="819958" y="993692"/>
                  </a:lnTo>
                  <a:lnTo>
                    <a:pt x="957542" y="853907"/>
                  </a:lnTo>
                  <a:lnTo>
                    <a:pt x="1103715" y="723130"/>
                  </a:lnTo>
                  <a:lnTo>
                    <a:pt x="1257887" y="601888"/>
                  </a:lnTo>
                  <a:lnTo>
                    <a:pt x="1419439" y="490667"/>
                  </a:lnTo>
                  <a:lnTo>
                    <a:pt x="1587720" y="389917"/>
                  </a:lnTo>
                  <a:lnTo>
                    <a:pt x="1762052" y="300043"/>
                  </a:lnTo>
                  <a:lnTo>
                    <a:pt x="1941733" y="221406"/>
                  </a:lnTo>
                  <a:lnTo>
                    <a:pt x="2126039" y="154324"/>
                  </a:lnTo>
                  <a:lnTo>
                    <a:pt x="2314230" y="99067"/>
                  </a:lnTo>
                  <a:lnTo>
                    <a:pt x="2505546" y="55856"/>
                  </a:lnTo>
                  <a:lnTo>
                    <a:pt x="2699217" y="24866"/>
                  </a:lnTo>
                  <a:lnTo>
                    <a:pt x="2894464" y="6222"/>
                  </a:lnTo>
                  <a:lnTo>
                    <a:pt x="30905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016449" y="1171689"/>
              <a:ext cx="2421134" cy="3935930"/>
            </a:xfrm>
            <a:custGeom>
              <a:avLst/>
              <a:pathLst>
                <a:path w="2421134" h="3935930">
                  <a:moveTo>
                    <a:pt x="2096338" y="2543942"/>
                  </a:moveTo>
                  <a:lnTo>
                    <a:pt x="2135360" y="2494207"/>
                  </a:lnTo>
                  <a:lnTo>
                    <a:pt x="2172061" y="2441072"/>
                  </a:lnTo>
                  <a:lnTo>
                    <a:pt x="2206218" y="2384647"/>
                  </a:lnTo>
                  <a:lnTo>
                    <a:pt x="2237616" y="2325056"/>
                  </a:lnTo>
                  <a:lnTo>
                    <a:pt x="2266044" y="2262436"/>
                  </a:lnTo>
                  <a:lnTo>
                    <a:pt x="2291297" y="2196936"/>
                  </a:lnTo>
                  <a:lnTo>
                    <a:pt x="2313179" y="2128717"/>
                  </a:lnTo>
                  <a:lnTo>
                    <a:pt x="2331502" y="2057951"/>
                  </a:lnTo>
                  <a:lnTo>
                    <a:pt x="2346087" y="1984823"/>
                  </a:lnTo>
                  <a:lnTo>
                    <a:pt x="2356763" y="1909526"/>
                  </a:lnTo>
                  <a:lnTo>
                    <a:pt x="2363371" y="1832266"/>
                  </a:lnTo>
                  <a:lnTo>
                    <a:pt x="2365761" y="1753257"/>
                  </a:lnTo>
                  <a:lnTo>
                    <a:pt x="2363794" y="1672723"/>
                  </a:lnTo>
                  <a:lnTo>
                    <a:pt x="2357344" y="1590896"/>
                  </a:lnTo>
                  <a:lnTo>
                    <a:pt x="2346297" y="1508018"/>
                  </a:lnTo>
                  <a:lnTo>
                    <a:pt x="2330549" y="1424335"/>
                  </a:lnTo>
                  <a:lnTo>
                    <a:pt x="2310013" y="1340104"/>
                  </a:lnTo>
                  <a:lnTo>
                    <a:pt x="2284612" y="1255584"/>
                  </a:lnTo>
                  <a:lnTo>
                    <a:pt x="2254284" y="1171043"/>
                  </a:lnTo>
                  <a:lnTo>
                    <a:pt x="2218982" y="1086751"/>
                  </a:lnTo>
                  <a:lnTo>
                    <a:pt x="2178673" y="1002984"/>
                  </a:lnTo>
                  <a:lnTo>
                    <a:pt x="2133336" y="920021"/>
                  </a:lnTo>
                  <a:lnTo>
                    <a:pt x="2082969" y="838142"/>
                  </a:lnTo>
                  <a:lnTo>
                    <a:pt x="2027582" y="757629"/>
                  </a:lnTo>
                  <a:lnTo>
                    <a:pt x="1967202" y="678768"/>
                  </a:lnTo>
                  <a:lnTo>
                    <a:pt x="1901870" y="601842"/>
                  </a:lnTo>
                  <a:lnTo>
                    <a:pt x="1831644" y="527134"/>
                  </a:lnTo>
                  <a:lnTo>
                    <a:pt x="1756594" y="454926"/>
                  </a:lnTo>
                  <a:lnTo>
                    <a:pt x="1676809" y="385497"/>
                  </a:lnTo>
                  <a:lnTo>
                    <a:pt x="1592392" y="319126"/>
                  </a:lnTo>
                  <a:lnTo>
                    <a:pt x="1503460" y="256084"/>
                  </a:lnTo>
                  <a:lnTo>
                    <a:pt x="1410147" y="196639"/>
                  </a:lnTo>
                  <a:lnTo>
                    <a:pt x="1312600" y="141056"/>
                  </a:lnTo>
                  <a:lnTo>
                    <a:pt x="1210982" y="89589"/>
                  </a:lnTo>
                  <a:lnTo>
                    <a:pt x="1105470" y="42490"/>
                  </a:lnTo>
                  <a:lnTo>
                    <a:pt x="996254" y="0"/>
                  </a:lnTo>
                  <a:lnTo>
                    <a:pt x="1094172" y="51770"/>
                  </a:lnTo>
                  <a:lnTo>
                    <a:pt x="1188028" y="107229"/>
                  </a:lnTo>
                  <a:lnTo>
                    <a:pt x="1277686" y="166139"/>
                  </a:lnTo>
                  <a:lnTo>
                    <a:pt x="1363023" y="228255"/>
                  </a:lnTo>
                  <a:lnTo>
                    <a:pt x="1443929" y="293329"/>
                  </a:lnTo>
                  <a:lnTo>
                    <a:pt x="1520306" y="361110"/>
                  </a:lnTo>
                  <a:lnTo>
                    <a:pt x="1592069" y="431343"/>
                  </a:lnTo>
                  <a:lnTo>
                    <a:pt x="1659146" y="503771"/>
                  </a:lnTo>
                  <a:lnTo>
                    <a:pt x="1721478" y="578136"/>
                  </a:lnTo>
                  <a:lnTo>
                    <a:pt x="1779021" y="654177"/>
                  </a:lnTo>
                  <a:lnTo>
                    <a:pt x="1831740" y="731634"/>
                  </a:lnTo>
                  <a:lnTo>
                    <a:pt x="1879616" y="810246"/>
                  </a:lnTo>
                  <a:lnTo>
                    <a:pt x="1922643" y="889755"/>
                  </a:lnTo>
                  <a:lnTo>
                    <a:pt x="1960827" y="969902"/>
                  </a:lnTo>
                  <a:lnTo>
                    <a:pt x="1994186" y="1050432"/>
                  </a:lnTo>
                  <a:lnTo>
                    <a:pt x="2022752" y="1131089"/>
                  </a:lnTo>
                  <a:lnTo>
                    <a:pt x="2046569" y="1211625"/>
                  </a:lnTo>
                  <a:lnTo>
                    <a:pt x="2065692" y="1291791"/>
                  </a:lnTo>
                  <a:lnTo>
                    <a:pt x="2080190" y="1371347"/>
                  </a:lnTo>
                  <a:lnTo>
                    <a:pt x="2090143" y="1450053"/>
                  </a:lnTo>
                  <a:lnTo>
                    <a:pt x="2151088" y="1531180"/>
                  </a:lnTo>
                  <a:lnTo>
                    <a:pt x="2206141" y="1615563"/>
                  </a:lnTo>
                  <a:lnTo>
                    <a:pt x="2255138" y="1702783"/>
                  </a:lnTo>
                  <a:lnTo>
                    <a:pt x="2297947" y="1792409"/>
                  </a:lnTo>
                  <a:lnTo>
                    <a:pt x="2334463" y="1884010"/>
                  </a:lnTo>
                  <a:lnTo>
                    <a:pt x="2364614" y="1977149"/>
                  </a:lnTo>
                  <a:lnTo>
                    <a:pt x="2388355" y="2071387"/>
                  </a:lnTo>
                  <a:lnTo>
                    <a:pt x="2405674" y="2166289"/>
                  </a:lnTo>
                  <a:lnTo>
                    <a:pt x="2416585" y="2261421"/>
                  </a:lnTo>
                  <a:lnTo>
                    <a:pt x="2421134" y="2356353"/>
                  </a:lnTo>
                  <a:lnTo>
                    <a:pt x="2419394" y="2450664"/>
                  </a:lnTo>
                  <a:lnTo>
                    <a:pt x="2411466" y="2543942"/>
                  </a:lnTo>
                  <a:lnTo>
                    <a:pt x="2397477" y="2635783"/>
                  </a:lnTo>
                  <a:lnTo>
                    <a:pt x="2377583" y="2725797"/>
                  </a:lnTo>
                  <a:lnTo>
                    <a:pt x="2351960" y="2813609"/>
                  </a:lnTo>
                  <a:lnTo>
                    <a:pt x="2320813" y="2898856"/>
                  </a:lnTo>
                  <a:lnTo>
                    <a:pt x="2284366" y="2981197"/>
                  </a:lnTo>
                  <a:lnTo>
                    <a:pt x="2242864" y="3060305"/>
                  </a:lnTo>
                  <a:lnTo>
                    <a:pt x="2196574" y="3135874"/>
                  </a:lnTo>
                  <a:lnTo>
                    <a:pt x="2145779" y="3207621"/>
                  </a:lnTo>
                  <a:lnTo>
                    <a:pt x="2090781" y="3275281"/>
                  </a:lnTo>
                  <a:lnTo>
                    <a:pt x="2031893" y="3338615"/>
                  </a:lnTo>
                  <a:lnTo>
                    <a:pt x="1969445" y="3397407"/>
                  </a:lnTo>
                  <a:lnTo>
                    <a:pt x="1903777" y="3451464"/>
                  </a:lnTo>
                  <a:lnTo>
                    <a:pt x="1835238" y="3500619"/>
                  </a:lnTo>
                  <a:lnTo>
                    <a:pt x="1764187" y="3544731"/>
                  </a:lnTo>
                  <a:lnTo>
                    <a:pt x="1690987" y="3583682"/>
                  </a:lnTo>
                  <a:lnTo>
                    <a:pt x="1616006" y="3617383"/>
                  </a:lnTo>
                  <a:lnTo>
                    <a:pt x="1539616" y="3645770"/>
                  </a:lnTo>
                  <a:lnTo>
                    <a:pt x="1462187" y="3668802"/>
                  </a:lnTo>
                  <a:lnTo>
                    <a:pt x="1384090" y="3686468"/>
                  </a:lnTo>
                  <a:lnTo>
                    <a:pt x="1305692" y="3698780"/>
                  </a:lnTo>
                  <a:lnTo>
                    <a:pt x="1227357" y="3705775"/>
                  </a:lnTo>
                  <a:lnTo>
                    <a:pt x="1149442" y="3707514"/>
                  </a:lnTo>
                  <a:lnTo>
                    <a:pt x="1072294" y="3704084"/>
                  </a:lnTo>
                  <a:lnTo>
                    <a:pt x="996254" y="3695591"/>
                  </a:lnTo>
                  <a:lnTo>
                    <a:pt x="921651" y="3682167"/>
                  </a:lnTo>
                  <a:lnTo>
                    <a:pt x="848801" y="3663963"/>
                  </a:lnTo>
                  <a:lnTo>
                    <a:pt x="778006" y="3641151"/>
                  </a:lnTo>
                  <a:lnTo>
                    <a:pt x="709555" y="3613920"/>
                  </a:lnTo>
                  <a:lnTo>
                    <a:pt x="643719" y="3582479"/>
                  </a:lnTo>
                  <a:lnTo>
                    <a:pt x="580752" y="3547053"/>
                  </a:lnTo>
                  <a:lnTo>
                    <a:pt x="520892" y="3507880"/>
                  </a:lnTo>
                  <a:lnTo>
                    <a:pt x="464356" y="3465216"/>
                  </a:lnTo>
                  <a:lnTo>
                    <a:pt x="411342" y="3419325"/>
                  </a:lnTo>
                  <a:lnTo>
                    <a:pt x="362027" y="3370483"/>
                  </a:lnTo>
                  <a:lnTo>
                    <a:pt x="316567" y="3318976"/>
                  </a:lnTo>
                  <a:lnTo>
                    <a:pt x="275098" y="3265098"/>
                  </a:lnTo>
                  <a:lnTo>
                    <a:pt x="237733" y="3209147"/>
                  </a:lnTo>
                  <a:lnTo>
                    <a:pt x="204563" y="3151428"/>
                  </a:lnTo>
                  <a:lnTo>
                    <a:pt x="175657" y="3092247"/>
                  </a:lnTo>
                  <a:lnTo>
                    <a:pt x="151064" y="3031913"/>
                  </a:lnTo>
                  <a:lnTo>
                    <a:pt x="130808" y="2970733"/>
                  </a:lnTo>
                  <a:lnTo>
                    <a:pt x="114893" y="2909014"/>
                  </a:lnTo>
                  <a:lnTo>
                    <a:pt x="103302" y="2847058"/>
                  </a:lnTo>
                  <a:lnTo>
                    <a:pt x="95997" y="2785165"/>
                  </a:lnTo>
                  <a:lnTo>
                    <a:pt x="92919" y="2723627"/>
                  </a:lnTo>
                  <a:lnTo>
                    <a:pt x="93989" y="2662727"/>
                  </a:lnTo>
                  <a:lnTo>
                    <a:pt x="99110" y="2602744"/>
                  </a:lnTo>
                  <a:lnTo>
                    <a:pt x="108166" y="2543942"/>
                  </a:lnTo>
                  <a:lnTo>
                    <a:pt x="121026" y="2486576"/>
                  </a:lnTo>
                  <a:lnTo>
                    <a:pt x="137540" y="2430890"/>
                  </a:lnTo>
                  <a:lnTo>
                    <a:pt x="157543" y="2377112"/>
                  </a:lnTo>
                  <a:lnTo>
                    <a:pt x="180857" y="2325457"/>
                  </a:lnTo>
                  <a:lnTo>
                    <a:pt x="207292" y="2276125"/>
                  </a:lnTo>
                  <a:lnTo>
                    <a:pt x="236643" y="2229300"/>
                  </a:lnTo>
                  <a:lnTo>
                    <a:pt x="268697" y="2185150"/>
                  </a:lnTo>
                  <a:lnTo>
                    <a:pt x="303231" y="2143825"/>
                  </a:lnTo>
                  <a:lnTo>
                    <a:pt x="340015" y="2105457"/>
                  </a:lnTo>
                  <a:lnTo>
                    <a:pt x="378811" y="2070161"/>
                  </a:lnTo>
                  <a:lnTo>
                    <a:pt x="419376" y="2038033"/>
                  </a:lnTo>
                  <a:lnTo>
                    <a:pt x="461464" y="2009152"/>
                  </a:lnTo>
                  <a:lnTo>
                    <a:pt x="411987" y="2035520"/>
                  </a:lnTo>
                  <a:lnTo>
                    <a:pt x="363660" y="2066229"/>
                  </a:lnTo>
                  <a:lnTo>
                    <a:pt x="316852" y="2101244"/>
                  </a:lnTo>
                  <a:lnTo>
                    <a:pt x="271928" y="2140495"/>
                  </a:lnTo>
                  <a:lnTo>
                    <a:pt x="229255" y="2183885"/>
                  </a:lnTo>
                  <a:lnTo>
                    <a:pt x="189193" y="2231285"/>
                  </a:lnTo>
                  <a:lnTo>
                    <a:pt x="152095" y="2282536"/>
                  </a:lnTo>
                  <a:lnTo>
                    <a:pt x="118304" y="2337450"/>
                  </a:lnTo>
                  <a:lnTo>
                    <a:pt x="88151" y="2395809"/>
                  </a:lnTo>
                  <a:lnTo>
                    <a:pt x="61951" y="2457366"/>
                  </a:lnTo>
                  <a:lnTo>
                    <a:pt x="40003" y="2521849"/>
                  </a:lnTo>
                  <a:lnTo>
                    <a:pt x="22588" y="2588957"/>
                  </a:lnTo>
                  <a:lnTo>
                    <a:pt x="9964" y="2658367"/>
                  </a:lnTo>
                  <a:lnTo>
                    <a:pt x="2364" y="2729732"/>
                  </a:lnTo>
                  <a:lnTo>
                    <a:pt x="0" y="2802682"/>
                  </a:lnTo>
                  <a:lnTo>
                    <a:pt x="3051" y="2876830"/>
                  </a:lnTo>
                  <a:lnTo>
                    <a:pt x="11671" y="2951770"/>
                  </a:lnTo>
                  <a:lnTo>
                    <a:pt x="25982" y="3027080"/>
                  </a:lnTo>
                  <a:lnTo>
                    <a:pt x="46074" y="3102327"/>
                  </a:lnTo>
                  <a:lnTo>
                    <a:pt x="72005" y="3177067"/>
                  </a:lnTo>
                  <a:lnTo>
                    <a:pt x="103797" y="3250847"/>
                  </a:lnTo>
                  <a:lnTo>
                    <a:pt x="141439" y="3323209"/>
                  </a:lnTo>
                  <a:lnTo>
                    <a:pt x="184882" y="3393693"/>
                  </a:lnTo>
                  <a:lnTo>
                    <a:pt x="234043" y="3461838"/>
                  </a:lnTo>
                  <a:lnTo>
                    <a:pt x="288802" y="3527187"/>
                  </a:lnTo>
                  <a:lnTo>
                    <a:pt x="349004" y="3589288"/>
                  </a:lnTo>
                  <a:lnTo>
                    <a:pt x="414455" y="3647697"/>
                  </a:lnTo>
                  <a:lnTo>
                    <a:pt x="484929" y="3701984"/>
                  </a:lnTo>
                  <a:lnTo>
                    <a:pt x="560163" y="3751729"/>
                  </a:lnTo>
                  <a:lnTo>
                    <a:pt x="639862" y="3796532"/>
                  </a:lnTo>
                  <a:lnTo>
                    <a:pt x="723696" y="3836011"/>
                  </a:lnTo>
                  <a:lnTo>
                    <a:pt x="811304" y="3869808"/>
                  </a:lnTo>
                  <a:lnTo>
                    <a:pt x="902296" y="3897589"/>
                  </a:lnTo>
                  <a:lnTo>
                    <a:pt x="996254" y="3919046"/>
                  </a:lnTo>
                  <a:lnTo>
                    <a:pt x="1074045" y="3929141"/>
                  </a:lnTo>
                  <a:lnTo>
                    <a:pt x="1152966" y="3934801"/>
                  </a:lnTo>
                  <a:lnTo>
                    <a:pt x="1232763" y="3935930"/>
                  </a:lnTo>
                  <a:lnTo>
                    <a:pt x="1313172" y="3932449"/>
                  </a:lnTo>
                  <a:lnTo>
                    <a:pt x="1393926" y="3924292"/>
                  </a:lnTo>
                  <a:lnTo>
                    <a:pt x="1474753" y="3911412"/>
                  </a:lnTo>
                  <a:lnTo>
                    <a:pt x="1555373" y="3893774"/>
                  </a:lnTo>
                  <a:lnTo>
                    <a:pt x="1635506" y="3871362"/>
                  </a:lnTo>
                  <a:lnTo>
                    <a:pt x="1714869" y="3844177"/>
                  </a:lnTo>
                  <a:lnTo>
                    <a:pt x="1793175" y="3812234"/>
                  </a:lnTo>
                  <a:lnTo>
                    <a:pt x="1870140" y="3775568"/>
                  </a:lnTo>
                  <a:lnTo>
                    <a:pt x="1945478" y="3734231"/>
                  </a:lnTo>
                  <a:lnTo>
                    <a:pt x="2018906" y="3688290"/>
                  </a:lnTo>
                  <a:lnTo>
                    <a:pt x="2090143" y="3637830"/>
                  </a:lnTo>
                  <a:lnTo>
                    <a:pt x="2015377" y="3689121"/>
                  </a:lnTo>
                  <a:lnTo>
                    <a:pt x="1938380" y="3735454"/>
                  </a:lnTo>
                  <a:lnTo>
                    <a:pt x="1859472" y="3776745"/>
                  </a:lnTo>
                  <a:lnTo>
                    <a:pt x="1778978" y="3812931"/>
                  </a:lnTo>
                  <a:lnTo>
                    <a:pt x="1697222" y="3843967"/>
                  </a:lnTo>
                  <a:lnTo>
                    <a:pt x="1614527" y="3869832"/>
                  </a:lnTo>
                  <a:lnTo>
                    <a:pt x="1531216" y="3890522"/>
                  </a:lnTo>
                  <a:lnTo>
                    <a:pt x="1447609" y="3906054"/>
                  </a:lnTo>
                  <a:lnTo>
                    <a:pt x="1364021" y="3916465"/>
                  </a:lnTo>
                  <a:lnTo>
                    <a:pt x="1280761" y="3921811"/>
                  </a:lnTo>
                  <a:lnTo>
                    <a:pt x="1198134" y="3922164"/>
                  </a:lnTo>
                  <a:lnTo>
                    <a:pt x="1116435" y="3917618"/>
                  </a:lnTo>
                  <a:lnTo>
                    <a:pt x="1035953" y="3908282"/>
                  </a:lnTo>
                  <a:lnTo>
                    <a:pt x="956963" y="3894283"/>
                  </a:lnTo>
                  <a:lnTo>
                    <a:pt x="879735" y="3875761"/>
                  </a:lnTo>
                  <a:lnTo>
                    <a:pt x="804524" y="3852875"/>
                  </a:lnTo>
                  <a:lnTo>
                    <a:pt x="731573" y="3825796"/>
                  </a:lnTo>
                  <a:lnTo>
                    <a:pt x="661112" y="3794709"/>
                  </a:lnTo>
                  <a:lnTo>
                    <a:pt x="593359" y="3759811"/>
                  </a:lnTo>
                  <a:lnTo>
                    <a:pt x="528515" y="3721312"/>
                  </a:lnTo>
                  <a:lnTo>
                    <a:pt x="466768" y="3679430"/>
                  </a:lnTo>
                  <a:lnTo>
                    <a:pt x="408288" y="3634394"/>
                  </a:lnTo>
                  <a:lnTo>
                    <a:pt x="353231" y="3586442"/>
                  </a:lnTo>
                  <a:lnTo>
                    <a:pt x="301736" y="3535817"/>
                  </a:lnTo>
                  <a:lnTo>
                    <a:pt x="253926" y="3482770"/>
                  </a:lnTo>
                  <a:lnTo>
                    <a:pt x="209904" y="3427556"/>
                  </a:lnTo>
                  <a:lnTo>
                    <a:pt x="169761" y="3370435"/>
                  </a:lnTo>
                  <a:lnTo>
                    <a:pt x="162706" y="3274944"/>
                  </a:lnTo>
                  <a:lnTo>
                    <a:pt x="164410" y="3182238"/>
                  </a:lnTo>
                  <a:lnTo>
                    <a:pt x="174466" y="3093043"/>
                  </a:lnTo>
                  <a:lnTo>
                    <a:pt x="192414" y="3008039"/>
                  </a:lnTo>
                  <a:lnTo>
                    <a:pt x="217738" y="2927864"/>
                  </a:lnTo>
                  <a:lnTo>
                    <a:pt x="249876" y="2853102"/>
                  </a:lnTo>
                  <a:lnTo>
                    <a:pt x="288223" y="2784286"/>
                  </a:lnTo>
                  <a:lnTo>
                    <a:pt x="332130" y="2721893"/>
                  </a:lnTo>
                  <a:lnTo>
                    <a:pt x="380918" y="2666340"/>
                  </a:lnTo>
                  <a:lnTo>
                    <a:pt x="433877" y="2617980"/>
                  </a:lnTo>
                  <a:lnTo>
                    <a:pt x="490270" y="2577106"/>
                  </a:lnTo>
                  <a:lnTo>
                    <a:pt x="549346" y="2543942"/>
                  </a:lnTo>
                  <a:lnTo>
                    <a:pt x="532971" y="2584474"/>
                  </a:lnTo>
                  <a:lnTo>
                    <a:pt x="520399" y="2627848"/>
                  </a:lnTo>
                  <a:lnTo>
                    <a:pt x="511997" y="2673698"/>
                  </a:lnTo>
                  <a:lnTo>
                    <a:pt x="508099" y="2721616"/>
                  </a:lnTo>
                  <a:lnTo>
                    <a:pt x="508998" y="2771153"/>
                  </a:lnTo>
                  <a:lnTo>
                    <a:pt x="514942" y="2821827"/>
                  </a:lnTo>
                  <a:lnTo>
                    <a:pt x="526131" y="2873126"/>
                  </a:lnTo>
                  <a:lnTo>
                    <a:pt x="542711" y="2924510"/>
                  </a:lnTo>
                  <a:lnTo>
                    <a:pt x="564776" y="2975420"/>
                  </a:lnTo>
                  <a:lnTo>
                    <a:pt x="592361" y="3025283"/>
                  </a:lnTo>
                  <a:lnTo>
                    <a:pt x="625443" y="3073515"/>
                  </a:lnTo>
                  <a:lnTo>
                    <a:pt x="663938" y="3119531"/>
                  </a:lnTo>
                  <a:lnTo>
                    <a:pt x="707700" y="3162748"/>
                  </a:lnTo>
                  <a:lnTo>
                    <a:pt x="756525" y="3202592"/>
                  </a:lnTo>
                  <a:lnTo>
                    <a:pt x="810147" y="3238505"/>
                  </a:lnTo>
                  <a:lnTo>
                    <a:pt x="868239" y="3269951"/>
                  </a:lnTo>
                  <a:lnTo>
                    <a:pt x="930421" y="3296420"/>
                  </a:lnTo>
                  <a:lnTo>
                    <a:pt x="996254" y="3317438"/>
                  </a:lnTo>
                  <a:lnTo>
                    <a:pt x="1065250" y="3332569"/>
                  </a:lnTo>
                  <a:lnTo>
                    <a:pt x="1136872" y="3341423"/>
                  </a:lnTo>
                  <a:lnTo>
                    <a:pt x="1210538" y="3343658"/>
                  </a:lnTo>
                  <a:lnTo>
                    <a:pt x="1285628" y="3338988"/>
                  </a:lnTo>
                  <a:lnTo>
                    <a:pt x="1361487" y="3327186"/>
                  </a:lnTo>
                  <a:lnTo>
                    <a:pt x="1437434" y="3308087"/>
                  </a:lnTo>
                  <a:lnTo>
                    <a:pt x="1512761" y="3281590"/>
                  </a:lnTo>
                  <a:lnTo>
                    <a:pt x="1586749" y="3247665"/>
                  </a:lnTo>
                  <a:lnTo>
                    <a:pt x="1658665" y="3206352"/>
                  </a:lnTo>
                  <a:lnTo>
                    <a:pt x="1727776" y="3157761"/>
                  </a:lnTo>
                  <a:lnTo>
                    <a:pt x="1793352" y="3102076"/>
                  </a:lnTo>
                  <a:lnTo>
                    <a:pt x="1854677" y="3039552"/>
                  </a:lnTo>
                  <a:lnTo>
                    <a:pt x="1911049" y="2970518"/>
                  </a:lnTo>
                  <a:lnTo>
                    <a:pt x="1961796" y="2895370"/>
                  </a:lnTo>
                  <a:lnTo>
                    <a:pt x="2006277" y="2814577"/>
                  </a:lnTo>
                  <a:lnTo>
                    <a:pt x="2043889" y="2728668"/>
                  </a:lnTo>
                  <a:lnTo>
                    <a:pt x="2074077" y="2638239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79156" y="1171689"/>
              <a:ext cx="2056337" cy="3935930"/>
            </a:xfrm>
            <a:custGeom>
              <a:avLst/>
              <a:pathLst>
                <a:path w="2056337" h="3935930">
                  <a:moveTo>
                    <a:pt x="833547" y="0"/>
                  </a:moveTo>
                  <a:lnTo>
                    <a:pt x="931465" y="51770"/>
                  </a:lnTo>
                  <a:lnTo>
                    <a:pt x="1025321" y="107229"/>
                  </a:lnTo>
                  <a:lnTo>
                    <a:pt x="1114979" y="166139"/>
                  </a:lnTo>
                  <a:lnTo>
                    <a:pt x="1200316" y="228255"/>
                  </a:lnTo>
                  <a:lnTo>
                    <a:pt x="1281222" y="293329"/>
                  </a:lnTo>
                  <a:lnTo>
                    <a:pt x="1357599" y="361110"/>
                  </a:lnTo>
                  <a:lnTo>
                    <a:pt x="1429362" y="431343"/>
                  </a:lnTo>
                  <a:lnTo>
                    <a:pt x="1496439" y="503771"/>
                  </a:lnTo>
                  <a:lnTo>
                    <a:pt x="1558772" y="578136"/>
                  </a:lnTo>
                  <a:lnTo>
                    <a:pt x="1616314" y="654177"/>
                  </a:lnTo>
                  <a:lnTo>
                    <a:pt x="1669033" y="731634"/>
                  </a:lnTo>
                  <a:lnTo>
                    <a:pt x="1716910" y="810246"/>
                  </a:lnTo>
                  <a:lnTo>
                    <a:pt x="1759936" y="889755"/>
                  </a:lnTo>
                  <a:lnTo>
                    <a:pt x="1798120" y="969902"/>
                  </a:lnTo>
                  <a:lnTo>
                    <a:pt x="1831479" y="1050432"/>
                  </a:lnTo>
                  <a:lnTo>
                    <a:pt x="1860045" y="1131089"/>
                  </a:lnTo>
                  <a:lnTo>
                    <a:pt x="1883862" y="1211625"/>
                  </a:lnTo>
                  <a:lnTo>
                    <a:pt x="1902985" y="1291791"/>
                  </a:lnTo>
                  <a:lnTo>
                    <a:pt x="1917483" y="1371347"/>
                  </a:lnTo>
                  <a:lnTo>
                    <a:pt x="1927436" y="1450053"/>
                  </a:lnTo>
                  <a:lnTo>
                    <a:pt x="1963247" y="1534380"/>
                  </a:lnTo>
                  <a:lnTo>
                    <a:pt x="1993119" y="1619214"/>
                  </a:lnTo>
                  <a:lnTo>
                    <a:pt x="2017110" y="1704159"/>
                  </a:lnTo>
                  <a:lnTo>
                    <a:pt x="2035306" y="1788827"/>
                  </a:lnTo>
                  <a:lnTo>
                    <a:pt x="2047816" y="1872839"/>
                  </a:lnTo>
                  <a:lnTo>
                    <a:pt x="2054774" y="1955830"/>
                  </a:lnTo>
                  <a:lnTo>
                    <a:pt x="2056337" y="2037446"/>
                  </a:lnTo>
                  <a:lnTo>
                    <a:pt x="2052682" y="2117348"/>
                  </a:lnTo>
                  <a:lnTo>
                    <a:pt x="2044009" y="2195214"/>
                  </a:lnTo>
                  <a:lnTo>
                    <a:pt x="2030536" y="2270737"/>
                  </a:lnTo>
                  <a:lnTo>
                    <a:pt x="2012501" y="2343630"/>
                  </a:lnTo>
                  <a:lnTo>
                    <a:pt x="1990156" y="2413623"/>
                  </a:lnTo>
                  <a:lnTo>
                    <a:pt x="1963772" y="2480470"/>
                  </a:lnTo>
                  <a:lnTo>
                    <a:pt x="1933631" y="2543942"/>
                  </a:lnTo>
                  <a:lnTo>
                    <a:pt x="1963772" y="2607414"/>
                  </a:lnTo>
                  <a:lnTo>
                    <a:pt x="1990156" y="2674260"/>
                  </a:lnTo>
                  <a:lnTo>
                    <a:pt x="2012501" y="2744254"/>
                  </a:lnTo>
                  <a:lnTo>
                    <a:pt x="2030536" y="2817147"/>
                  </a:lnTo>
                  <a:lnTo>
                    <a:pt x="2044009" y="2892670"/>
                  </a:lnTo>
                  <a:lnTo>
                    <a:pt x="2052682" y="2970535"/>
                  </a:lnTo>
                  <a:lnTo>
                    <a:pt x="2056337" y="3050438"/>
                  </a:lnTo>
                  <a:lnTo>
                    <a:pt x="2054774" y="3132054"/>
                  </a:lnTo>
                  <a:lnTo>
                    <a:pt x="2047816" y="3215045"/>
                  </a:lnTo>
                  <a:lnTo>
                    <a:pt x="2035306" y="3299057"/>
                  </a:lnTo>
                  <a:lnTo>
                    <a:pt x="2017110" y="3383725"/>
                  </a:lnTo>
                  <a:lnTo>
                    <a:pt x="1993119" y="3468669"/>
                  </a:lnTo>
                  <a:lnTo>
                    <a:pt x="1963247" y="3553504"/>
                  </a:lnTo>
                  <a:lnTo>
                    <a:pt x="1927436" y="3637830"/>
                  </a:lnTo>
                  <a:lnTo>
                    <a:pt x="1856199" y="3688290"/>
                  </a:lnTo>
                  <a:lnTo>
                    <a:pt x="1782771" y="3734231"/>
                  </a:lnTo>
                  <a:lnTo>
                    <a:pt x="1707433" y="3775568"/>
                  </a:lnTo>
                  <a:lnTo>
                    <a:pt x="1630468" y="3812234"/>
                  </a:lnTo>
                  <a:lnTo>
                    <a:pt x="1552162" y="3844177"/>
                  </a:lnTo>
                  <a:lnTo>
                    <a:pt x="1472800" y="3871362"/>
                  </a:lnTo>
                  <a:lnTo>
                    <a:pt x="1392666" y="3893774"/>
                  </a:lnTo>
                  <a:lnTo>
                    <a:pt x="1312046" y="3911412"/>
                  </a:lnTo>
                  <a:lnTo>
                    <a:pt x="1231220" y="3924292"/>
                  </a:lnTo>
                  <a:lnTo>
                    <a:pt x="1150465" y="3932449"/>
                  </a:lnTo>
                  <a:lnTo>
                    <a:pt x="1070056" y="3935930"/>
                  </a:lnTo>
                  <a:lnTo>
                    <a:pt x="990260" y="3934801"/>
                  </a:lnTo>
                  <a:lnTo>
                    <a:pt x="911339" y="3929141"/>
                  </a:lnTo>
                  <a:lnTo>
                    <a:pt x="833547" y="3919046"/>
                  </a:lnTo>
                  <a:lnTo>
                    <a:pt x="751479" y="3900699"/>
                  </a:lnTo>
                  <a:lnTo>
                    <a:pt x="671622" y="3877518"/>
                  </a:lnTo>
                  <a:lnTo>
                    <a:pt x="594258" y="3849701"/>
                  </a:lnTo>
                  <a:lnTo>
                    <a:pt x="519652" y="3817466"/>
                  </a:lnTo>
                  <a:lnTo>
                    <a:pt x="448052" y="3781042"/>
                  </a:lnTo>
                  <a:lnTo>
                    <a:pt x="379687" y="3740673"/>
                  </a:lnTo>
                  <a:lnTo>
                    <a:pt x="314770" y="3696618"/>
                  </a:lnTo>
                  <a:lnTo>
                    <a:pt x="253493" y="3649143"/>
                  </a:lnTo>
                  <a:lnTo>
                    <a:pt x="196030" y="3598525"/>
                  </a:lnTo>
                  <a:lnTo>
                    <a:pt x="142532" y="3545051"/>
                  </a:lnTo>
                  <a:lnTo>
                    <a:pt x="93132" y="3489012"/>
                  </a:lnTo>
                  <a:lnTo>
                    <a:pt x="47943" y="3430706"/>
                  </a:lnTo>
                  <a:lnTo>
                    <a:pt x="7054" y="3370435"/>
                  </a:lnTo>
                  <a:lnTo>
                    <a:pt x="0" y="3274944"/>
                  </a:lnTo>
                  <a:lnTo>
                    <a:pt x="1703" y="3182238"/>
                  </a:lnTo>
                  <a:lnTo>
                    <a:pt x="11759" y="3093043"/>
                  </a:lnTo>
                  <a:lnTo>
                    <a:pt x="29707" y="3008039"/>
                  </a:lnTo>
                  <a:lnTo>
                    <a:pt x="55031" y="2927864"/>
                  </a:lnTo>
                  <a:lnTo>
                    <a:pt x="87170" y="2853102"/>
                  </a:lnTo>
                  <a:lnTo>
                    <a:pt x="125516" y="2784286"/>
                  </a:lnTo>
                  <a:lnTo>
                    <a:pt x="169423" y="2721893"/>
                  </a:lnTo>
                  <a:lnTo>
                    <a:pt x="218211" y="2666340"/>
                  </a:lnTo>
                  <a:lnTo>
                    <a:pt x="271170" y="2617980"/>
                  </a:lnTo>
                  <a:lnTo>
                    <a:pt x="327564" y="2577106"/>
                  </a:lnTo>
                  <a:lnTo>
                    <a:pt x="386639" y="2543942"/>
                  </a:lnTo>
                  <a:lnTo>
                    <a:pt x="350302" y="2496346"/>
                  </a:lnTo>
                  <a:lnTo>
                    <a:pt x="319363" y="2441664"/>
                  </a:lnTo>
                  <a:lnTo>
                    <a:pt x="294854" y="2380531"/>
                  </a:lnTo>
                  <a:lnTo>
                    <a:pt x="277734" y="2313716"/>
                  </a:lnTo>
                  <a:lnTo>
                    <a:pt x="268868" y="2242115"/>
                  </a:lnTo>
                  <a:lnTo>
                    <a:pt x="269015" y="2166733"/>
                  </a:lnTo>
                  <a:lnTo>
                    <a:pt x="278810" y="2088681"/>
                  </a:lnTo>
                  <a:lnTo>
                    <a:pt x="298757" y="2009152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077120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977037" y="1136023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070926" y="258607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42247" y="314517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977037" y="5055069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070926" y="4773853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150544" y="4506458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30128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012704" y="968174"/>
              <a:ext cx="0" cy="2747457"/>
            </a:xfrm>
            <a:custGeom>
              <a:avLst/>
              <a:pathLst>
                <a:path w="0" h="2747457">
                  <a:moveTo>
                    <a:pt x="0" y="2747457"/>
                  </a:moveTo>
                  <a:lnTo>
                    <a:pt x="0" y="2652717"/>
                  </a:lnTo>
                  <a:lnTo>
                    <a:pt x="0" y="2557977"/>
                  </a:lnTo>
                  <a:lnTo>
                    <a:pt x="0" y="2463237"/>
                  </a:lnTo>
                  <a:lnTo>
                    <a:pt x="0" y="2368498"/>
                  </a:lnTo>
                  <a:lnTo>
                    <a:pt x="0" y="2273758"/>
                  </a:lnTo>
                  <a:lnTo>
                    <a:pt x="0" y="2179018"/>
                  </a:lnTo>
                  <a:lnTo>
                    <a:pt x="0" y="2084278"/>
                  </a:lnTo>
                  <a:lnTo>
                    <a:pt x="0" y="1989538"/>
                  </a:lnTo>
                  <a:lnTo>
                    <a:pt x="0" y="1894798"/>
                  </a:lnTo>
                  <a:lnTo>
                    <a:pt x="0" y="1800058"/>
                  </a:lnTo>
                  <a:lnTo>
                    <a:pt x="0" y="1705318"/>
                  </a:lnTo>
                  <a:lnTo>
                    <a:pt x="0" y="1610578"/>
                  </a:lnTo>
                  <a:lnTo>
                    <a:pt x="0" y="1515838"/>
                  </a:lnTo>
                  <a:lnTo>
                    <a:pt x="0" y="1421098"/>
                  </a:lnTo>
                  <a:lnTo>
                    <a:pt x="0" y="1326358"/>
                  </a:lnTo>
                  <a:lnTo>
                    <a:pt x="0" y="1231618"/>
                  </a:lnTo>
                  <a:lnTo>
                    <a:pt x="0" y="1136879"/>
                  </a:lnTo>
                  <a:lnTo>
                    <a:pt x="0" y="1042139"/>
                  </a:lnTo>
                  <a:lnTo>
                    <a:pt x="0" y="947399"/>
                  </a:lnTo>
                  <a:lnTo>
                    <a:pt x="0" y="852659"/>
                  </a:lnTo>
                  <a:lnTo>
                    <a:pt x="0" y="757919"/>
                  </a:lnTo>
                  <a:lnTo>
                    <a:pt x="0" y="663179"/>
                  </a:lnTo>
                  <a:lnTo>
                    <a:pt x="0" y="568439"/>
                  </a:lnTo>
                  <a:lnTo>
                    <a:pt x="0" y="473699"/>
                  </a:lnTo>
                  <a:lnTo>
                    <a:pt x="0" y="378959"/>
                  </a:lnTo>
                  <a:lnTo>
                    <a:pt x="0" y="284219"/>
                  </a:lnTo>
                  <a:lnTo>
                    <a:pt x="0" y="189479"/>
                  </a:lnTo>
                  <a:lnTo>
                    <a:pt x="0" y="94739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012704" y="1772885"/>
              <a:ext cx="1942746" cy="1942746"/>
            </a:xfrm>
            <a:custGeom>
              <a:avLst/>
              <a:pathLst>
                <a:path w="1942746" h="1942746">
                  <a:moveTo>
                    <a:pt x="0" y="1942746"/>
                  </a:moveTo>
                  <a:lnTo>
                    <a:pt x="66991" y="1875754"/>
                  </a:lnTo>
                  <a:lnTo>
                    <a:pt x="133982" y="1808763"/>
                  </a:lnTo>
                  <a:lnTo>
                    <a:pt x="200973" y="1741772"/>
                  </a:lnTo>
                  <a:lnTo>
                    <a:pt x="267964" y="1674781"/>
                  </a:lnTo>
                  <a:lnTo>
                    <a:pt x="334956" y="1607789"/>
                  </a:lnTo>
                  <a:lnTo>
                    <a:pt x="401947" y="1540798"/>
                  </a:lnTo>
                  <a:lnTo>
                    <a:pt x="468938" y="1473807"/>
                  </a:lnTo>
                  <a:lnTo>
                    <a:pt x="535929" y="1406816"/>
                  </a:lnTo>
                  <a:lnTo>
                    <a:pt x="602921" y="1339824"/>
                  </a:lnTo>
                  <a:lnTo>
                    <a:pt x="669912" y="1272833"/>
                  </a:lnTo>
                  <a:lnTo>
                    <a:pt x="736903" y="1205842"/>
                  </a:lnTo>
                  <a:lnTo>
                    <a:pt x="803894" y="1138851"/>
                  </a:lnTo>
                  <a:lnTo>
                    <a:pt x="870886" y="1071859"/>
                  </a:lnTo>
                  <a:lnTo>
                    <a:pt x="937877" y="1004868"/>
                  </a:lnTo>
                  <a:lnTo>
                    <a:pt x="1004868" y="937877"/>
                  </a:lnTo>
                  <a:lnTo>
                    <a:pt x="1071859" y="870886"/>
                  </a:lnTo>
                  <a:lnTo>
                    <a:pt x="1138851" y="803894"/>
                  </a:lnTo>
                  <a:lnTo>
                    <a:pt x="1205842" y="736903"/>
                  </a:lnTo>
                  <a:lnTo>
                    <a:pt x="1272833" y="669912"/>
                  </a:lnTo>
                  <a:lnTo>
                    <a:pt x="1339824" y="602921"/>
                  </a:lnTo>
                  <a:lnTo>
                    <a:pt x="1406816" y="535929"/>
                  </a:lnTo>
                  <a:lnTo>
                    <a:pt x="1473807" y="468938"/>
                  </a:lnTo>
                  <a:lnTo>
                    <a:pt x="1540798" y="401947"/>
                  </a:lnTo>
                  <a:lnTo>
                    <a:pt x="1607789" y="334956"/>
                  </a:lnTo>
                  <a:lnTo>
                    <a:pt x="1674781" y="267964"/>
                  </a:lnTo>
                  <a:lnTo>
                    <a:pt x="1741772" y="200973"/>
                  </a:lnTo>
                  <a:lnTo>
                    <a:pt x="1808763" y="133982"/>
                  </a:lnTo>
                  <a:lnTo>
                    <a:pt x="1875754" y="66991"/>
                  </a:lnTo>
                  <a:lnTo>
                    <a:pt x="194274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12704" y="3715631"/>
              <a:ext cx="2747457" cy="0"/>
            </a:xfrm>
            <a:custGeom>
              <a:avLst/>
              <a:pathLst>
                <a:path w="2747457" h="0">
                  <a:moveTo>
                    <a:pt x="0" y="0"/>
                  </a:moveTo>
                  <a:lnTo>
                    <a:pt x="94739" y="0"/>
                  </a:lnTo>
                  <a:lnTo>
                    <a:pt x="189479" y="0"/>
                  </a:lnTo>
                  <a:lnTo>
                    <a:pt x="284219" y="0"/>
                  </a:lnTo>
                  <a:lnTo>
                    <a:pt x="378959" y="0"/>
                  </a:lnTo>
                  <a:lnTo>
                    <a:pt x="473699" y="0"/>
                  </a:lnTo>
                  <a:lnTo>
                    <a:pt x="568439" y="0"/>
                  </a:lnTo>
                  <a:lnTo>
                    <a:pt x="663179" y="0"/>
                  </a:lnTo>
                  <a:lnTo>
                    <a:pt x="757919" y="0"/>
                  </a:lnTo>
                  <a:lnTo>
                    <a:pt x="852659" y="0"/>
                  </a:lnTo>
                  <a:lnTo>
                    <a:pt x="947399" y="0"/>
                  </a:lnTo>
                  <a:lnTo>
                    <a:pt x="1042139" y="0"/>
                  </a:lnTo>
                  <a:lnTo>
                    <a:pt x="1136879" y="0"/>
                  </a:lnTo>
                  <a:lnTo>
                    <a:pt x="1231618" y="0"/>
                  </a:lnTo>
                  <a:lnTo>
                    <a:pt x="1326358" y="0"/>
                  </a:lnTo>
                  <a:lnTo>
                    <a:pt x="1421098" y="0"/>
                  </a:lnTo>
                  <a:lnTo>
                    <a:pt x="1515838" y="0"/>
                  </a:lnTo>
                  <a:lnTo>
                    <a:pt x="1610578" y="0"/>
                  </a:lnTo>
                  <a:lnTo>
                    <a:pt x="1705318" y="0"/>
                  </a:lnTo>
                  <a:lnTo>
                    <a:pt x="1800058" y="0"/>
                  </a:lnTo>
                  <a:lnTo>
                    <a:pt x="1894798" y="0"/>
                  </a:lnTo>
                  <a:lnTo>
                    <a:pt x="1989538" y="0"/>
                  </a:lnTo>
                  <a:lnTo>
                    <a:pt x="2084278" y="0"/>
                  </a:lnTo>
                  <a:lnTo>
                    <a:pt x="2179018" y="0"/>
                  </a:lnTo>
                  <a:lnTo>
                    <a:pt x="2273758" y="0"/>
                  </a:lnTo>
                  <a:lnTo>
                    <a:pt x="2368498" y="0"/>
                  </a:lnTo>
                  <a:lnTo>
                    <a:pt x="2463237" y="0"/>
                  </a:lnTo>
                  <a:lnTo>
                    <a:pt x="2557977" y="0"/>
                  </a:lnTo>
                  <a:lnTo>
                    <a:pt x="2652717" y="0"/>
                  </a:lnTo>
                  <a:lnTo>
                    <a:pt x="274745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12704" y="3715631"/>
              <a:ext cx="1942746" cy="1942746"/>
            </a:xfrm>
            <a:custGeom>
              <a:avLst/>
              <a:pathLst>
                <a:path w="1942746" h="1942746">
                  <a:moveTo>
                    <a:pt x="0" y="0"/>
                  </a:moveTo>
                  <a:lnTo>
                    <a:pt x="66991" y="66991"/>
                  </a:lnTo>
                  <a:lnTo>
                    <a:pt x="133982" y="133982"/>
                  </a:lnTo>
                  <a:lnTo>
                    <a:pt x="200973" y="200973"/>
                  </a:lnTo>
                  <a:lnTo>
                    <a:pt x="267964" y="267964"/>
                  </a:lnTo>
                  <a:lnTo>
                    <a:pt x="334956" y="334956"/>
                  </a:lnTo>
                  <a:lnTo>
                    <a:pt x="401947" y="401947"/>
                  </a:lnTo>
                  <a:lnTo>
                    <a:pt x="468938" y="468938"/>
                  </a:lnTo>
                  <a:lnTo>
                    <a:pt x="535929" y="535929"/>
                  </a:lnTo>
                  <a:lnTo>
                    <a:pt x="602921" y="602921"/>
                  </a:lnTo>
                  <a:lnTo>
                    <a:pt x="669912" y="669912"/>
                  </a:lnTo>
                  <a:lnTo>
                    <a:pt x="736903" y="736903"/>
                  </a:lnTo>
                  <a:lnTo>
                    <a:pt x="803894" y="803894"/>
                  </a:lnTo>
                  <a:lnTo>
                    <a:pt x="870886" y="870886"/>
                  </a:lnTo>
                  <a:lnTo>
                    <a:pt x="937877" y="937877"/>
                  </a:lnTo>
                  <a:lnTo>
                    <a:pt x="1004868" y="1004868"/>
                  </a:lnTo>
                  <a:lnTo>
                    <a:pt x="1071859" y="1071859"/>
                  </a:lnTo>
                  <a:lnTo>
                    <a:pt x="1138851" y="1138851"/>
                  </a:lnTo>
                  <a:lnTo>
                    <a:pt x="1205842" y="1205842"/>
                  </a:lnTo>
                  <a:lnTo>
                    <a:pt x="1272833" y="1272833"/>
                  </a:lnTo>
                  <a:lnTo>
                    <a:pt x="1339824" y="1339824"/>
                  </a:lnTo>
                  <a:lnTo>
                    <a:pt x="1406816" y="1406816"/>
                  </a:lnTo>
                  <a:lnTo>
                    <a:pt x="1473807" y="1473807"/>
                  </a:lnTo>
                  <a:lnTo>
                    <a:pt x="1540798" y="1540798"/>
                  </a:lnTo>
                  <a:lnTo>
                    <a:pt x="1607789" y="1607789"/>
                  </a:lnTo>
                  <a:lnTo>
                    <a:pt x="1674781" y="1674781"/>
                  </a:lnTo>
                  <a:lnTo>
                    <a:pt x="1741772" y="1741772"/>
                  </a:lnTo>
                  <a:lnTo>
                    <a:pt x="1808763" y="1808763"/>
                  </a:lnTo>
                  <a:lnTo>
                    <a:pt x="1875754" y="1875754"/>
                  </a:lnTo>
                  <a:lnTo>
                    <a:pt x="1942746" y="194274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12704" y="3715631"/>
              <a:ext cx="0" cy="2747457"/>
            </a:xfrm>
            <a:custGeom>
              <a:avLst/>
              <a:pathLst>
                <a:path w="0" h="2747457">
                  <a:moveTo>
                    <a:pt x="0" y="0"/>
                  </a:moveTo>
                  <a:lnTo>
                    <a:pt x="0" y="94739"/>
                  </a:lnTo>
                  <a:lnTo>
                    <a:pt x="0" y="189479"/>
                  </a:lnTo>
                  <a:lnTo>
                    <a:pt x="0" y="284219"/>
                  </a:lnTo>
                  <a:lnTo>
                    <a:pt x="0" y="378959"/>
                  </a:lnTo>
                  <a:lnTo>
                    <a:pt x="0" y="473699"/>
                  </a:lnTo>
                  <a:lnTo>
                    <a:pt x="0" y="568439"/>
                  </a:lnTo>
                  <a:lnTo>
                    <a:pt x="0" y="663179"/>
                  </a:lnTo>
                  <a:lnTo>
                    <a:pt x="0" y="757919"/>
                  </a:lnTo>
                  <a:lnTo>
                    <a:pt x="0" y="852659"/>
                  </a:lnTo>
                  <a:lnTo>
                    <a:pt x="0" y="947399"/>
                  </a:lnTo>
                  <a:lnTo>
                    <a:pt x="0" y="1042139"/>
                  </a:lnTo>
                  <a:lnTo>
                    <a:pt x="0" y="1136879"/>
                  </a:lnTo>
                  <a:lnTo>
                    <a:pt x="0" y="1231618"/>
                  </a:lnTo>
                  <a:lnTo>
                    <a:pt x="0" y="1326358"/>
                  </a:lnTo>
                  <a:lnTo>
                    <a:pt x="0" y="1421098"/>
                  </a:lnTo>
                  <a:lnTo>
                    <a:pt x="0" y="1515838"/>
                  </a:lnTo>
                  <a:lnTo>
                    <a:pt x="0" y="1610578"/>
                  </a:lnTo>
                  <a:lnTo>
                    <a:pt x="0" y="1705318"/>
                  </a:lnTo>
                  <a:lnTo>
                    <a:pt x="0" y="1800058"/>
                  </a:lnTo>
                  <a:lnTo>
                    <a:pt x="0" y="1894798"/>
                  </a:lnTo>
                  <a:lnTo>
                    <a:pt x="0" y="1989538"/>
                  </a:lnTo>
                  <a:lnTo>
                    <a:pt x="0" y="2084278"/>
                  </a:lnTo>
                  <a:lnTo>
                    <a:pt x="0" y="2179018"/>
                  </a:lnTo>
                  <a:lnTo>
                    <a:pt x="0" y="2273758"/>
                  </a:lnTo>
                  <a:lnTo>
                    <a:pt x="0" y="2368498"/>
                  </a:lnTo>
                  <a:lnTo>
                    <a:pt x="0" y="2463237"/>
                  </a:lnTo>
                  <a:lnTo>
                    <a:pt x="0" y="2557977"/>
                  </a:lnTo>
                  <a:lnTo>
                    <a:pt x="0" y="2652717"/>
                  </a:lnTo>
                  <a:lnTo>
                    <a:pt x="0" y="274745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69958" y="3715631"/>
              <a:ext cx="1942746" cy="1942746"/>
            </a:xfrm>
            <a:custGeom>
              <a:avLst/>
              <a:pathLst>
                <a:path w="1942746" h="1942746">
                  <a:moveTo>
                    <a:pt x="1942746" y="0"/>
                  </a:moveTo>
                  <a:lnTo>
                    <a:pt x="1875754" y="66991"/>
                  </a:lnTo>
                  <a:lnTo>
                    <a:pt x="1808763" y="133982"/>
                  </a:lnTo>
                  <a:lnTo>
                    <a:pt x="1741772" y="200973"/>
                  </a:lnTo>
                  <a:lnTo>
                    <a:pt x="1674781" y="267964"/>
                  </a:lnTo>
                  <a:lnTo>
                    <a:pt x="1607789" y="334956"/>
                  </a:lnTo>
                  <a:lnTo>
                    <a:pt x="1540798" y="401947"/>
                  </a:lnTo>
                  <a:lnTo>
                    <a:pt x="1473807" y="468938"/>
                  </a:lnTo>
                  <a:lnTo>
                    <a:pt x="1406816" y="535929"/>
                  </a:lnTo>
                  <a:lnTo>
                    <a:pt x="1339824" y="602921"/>
                  </a:lnTo>
                  <a:lnTo>
                    <a:pt x="1272833" y="669912"/>
                  </a:lnTo>
                  <a:lnTo>
                    <a:pt x="1205842" y="736903"/>
                  </a:lnTo>
                  <a:lnTo>
                    <a:pt x="1138851" y="803894"/>
                  </a:lnTo>
                  <a:lnTo>
                    <a:pt x="1071859" y="870886"/>
                  </a:lnTo>
                  <a:lnTo>
                    <a:pt x="1004868" y="937877"/>
                  </a:lnTo>
                  <a:lnTo>
                    <a:pt x="937877" y="1004868"/>
                  </a:lnTo>
                  <a:lnTo>
                    <a:pt x="870886" y="1071859"/>
                  </a:lnTo>
                  <a:lnTo>
                    <a:pt x="803894" y="1138851"/>
                  </a:lnTo>
                  <a:lnTo>
                    <a:pt x="736903" y="1205842"/>
                  </a:lnTo>
                  <a:lnTo>
                    <a:pt x="669912" y="1272833"/>
                  </a:lnTo>
                  <a:lnTo>
                    <a:pt x="602921" y="1339824"/>
                  </a:lnTo>
                  <a:lnTo>
                    <a:pt x="535929" y="1406816"/>
                  </a:lnTo>
                  <a:lnTo>
                    <a:pt x="468938" y="1473807"/>
                  </a:lnTo>
                  <a:lnTo>
                    <a:pt x="401947" y="1540798"/>
                  </a:lnTo>
                  <a:lnTo>
                    <a:pt x="334956" y="1607789"/>
                  </a:lnTo>
                  <a:lnTo>
                    <a:pt x="267964" y="1674781"/>
                  </a:lnTo>
                  <a:lnTo>
                    <a:pt x="200973" y="1741772"/>
                  </a:lnTo>
                  <a:lnTo>
                    <a:pt x="133982" y="1808763"/>
                  </a:lnTo>
                  <a:lnTo>
                    <a:pt x="66991" y="1875754"/>
                  </a:lnTo>
                  <a:lnTo>
                    <a:pt x="0" y="194274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65246" y="3715631"/>
              <a:ext cx="2747457" cy="0"/>
            </a:xfrm>
            <a:custGeom>
              <a:avLst/>
              <a:pathLst>
                <a:path w="2747457" h="0">
                  <a:moveTo>
                    <a:pt x="2747457" y="0"/>
                  </a:moveTo>
                  <a:lnTo>
                    <a:pt x="2652717" y="0"/>
                  </a:lnTo>
                  <a:lnTo>
                    <a:pt x="2557977" y="0"/>
                  </a:lnTo>
                  <a:lnTo>
                    <a:pt x="2463237" y="0"/>
                  </a:lnTo>
                  <a:lnTo>
                    <a:pt x="2368498" y="0"/>
                  </a:lnTo>
                  <a:lnTo>
                    <a:pt x="2273758" y="0"/>
                  </a:lnTo>
                  <a:lnTo>
                    <a:pt x="2179018" y="0"/>
                  </a:lnTo>
                  <a:lnTo>
                    <a:pt x="2084278" y="0"/>
                  </a:lnTo>
                  <a:lnTo>
                    <a:pt x="1989538" y="0"/>
                  </a:lnTo>
                  <a:lnTo>
                    <a:pt x="1894798" y="0"/>
                  </a:lnTo>
                  <a:lnTo>
                    <a:pt x="1800058" y="0"/>
                  </a:lnTo>
                  <a:lnTo>
                    <a:pt x="1705318" y="0"/>
                  </a:lnTo>
                  <a:lnTo>
                    <a:pt x="1610578" y="0"/>
                  </a:lnTo>
                  <a:lnTo>
                    <a:pt x="1515838" y="0"/>
                  </a:lnTo>
                  <a:lnTo>
                    <a:pt x="1421098" y="0"/>
                  </a:lnTo>
                  <a:lnTo>
                    <a:pt x="1326358" y="0"/>
                  </a:lnTo>
                  <a:lnTo>
                    <a:pt x="1231618" y="0"/>
                  </a:lnTo>
                  <a:lnTo>
                    <a:pt x="1136879" y="0"/>
                  </a:lnTo>
                  <a:lnTo>
                    <a:pt x="1042139" y="0"/>
                  </a:lnTo>
                  <a:lnTo>
                    <a:pt x="947399" y="0"/>
                  </a:lnTo>
                  <a:lnTo>
                    <a:pt x="852659" y="0"/>
                  </a:lnTo>
                  <a:lnTo>
                    <a:pt x="757919" y="0"/>
                  </a:lnTo>
                  <a:lnTo>
                    <a:pt x="663179" y="0"/>
                  </a:lnTo>
                  <a:lnTo>
                    <a:pt x="568439" y="0"/>
                  </a:lnTo>
                  <a:lnTo>
                    <a:pt x="473699" y="0"/>
                  </a:lnTo>
                  <a:lnTo>
                    <a:pt x="378959" y="0"/>
                  </a:lnTo>
                  <a:lnTo>
                    <a:pt x="284219" y="0"/>
                  </a:lnTo>
                  <a:lnTo>
                    <a:pt x="189479" y="0"/>
                  </a:lnTo>
                  <a:lnTo>
                    <a:pt x="94739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69958" y="1772885"/>
              <a:ext cx="1942746" cy="1942746"/>
            </a:xfrm>
            <a:custGeom>
              <a:avLst/>
              <a:pathLst>
                <a:path w="1942746" h="1942746">
                  <a:moveTo>
                    <a:pt x="1942746" y="1942746"/>
                  </a:moveTo>
                  <a:lnTo>
                    <a:pt x="1875754" y="1875754"/>
                  </a:lnTo>
                  <a:lnTo>
                    <a:pt x="1808763" y="1808763"/>
                  </a:lnTo>
                  <a:lnTo>
                    <a:pt x="1741772" y="1741772"/>
                  </a:lnTo>
                  <a:lnTo>
                    <a:pt x="1674781" y="1674781"/>
                  </a:lnTo>
                  <a:lnTo>
                    <a:pt x="1607789" y="1607789"/>
                  </a:lnTo>
                  <a:lnTo>
                    <a:pt x="1540798" y="1540798"/>
                  </a:lnTo>
                  <a:lnTo>
                    <a:pt x="1473807" y="1473807"/>
                  </a:lnTo>
                  <a:lnTo>
                    <a:pt x="1406816" y="1406816"/>
                  </a:lnTo>
                  <a:lnTo>
                    <a:pt x="1339824" y="1339824"/>
                  </a:lnTo>
                  <a:lnTo>
                    <a:pt x="1272833" y="1272833"/>
                  </a:lnTo>
                  <a:lnTo>
                    <a:pt x="1205842" y="1205842"/>
                  </a:lnTo>
                  <a:lnTo>
                    <a:pt x="1138851" y="1138851"/>
                  </a:lnTo>
                  <a:lnTo>
                    <a:pt x="1071859" y="1071859"/>
                  </a:lnTo>
                  <a:lnTo>
                    <a:pt x="1004868" y="1004868"/>
                  </a:lnTo>
                  <a:lnTo>
                    <a:pt x="937877" y="937877"/>
                  </a:lnTo>
                  <a:lnTo>
                    <a:pt x="870886" y="870886"/>
                  </a:lnTo>
                  <a:lnTo>
                    <a:pt x="803894" y="803894"/>
                  </a:lnTo>
                  <a:lnTo>
                    <a:pt x="736903" y="736903"/>
                  </a:lnTo>
                  <a:lnTo>
                    <a:pt x="669912" y="669912"/>
                  </a:lnTo>
                  <a:lnTo>
                    <a:pt x="602921" y="602921"/>
                  </a:lnTo>
                  <a:lnTo>
                    <a:pt x="535929" y="535929"/>
                  </a:lnTo>
                  <a:lnTo>
                    <a:pt x="468938" y="468938"/>
                  </a:lnTo>
                  <a:lnTo>
                    <a:pt x="401947" y="401947"/>
                  </a:lnTo>
                  <a:lnTo>
                    <a:pt x="334956" y="334956"/>
                  </a:lnTo>
                  <a:lnTo>
                    <a:pt x="267964" y="267964"/>
                  </a:lnTo>
                  <a:lnTo>
                    <a:pt x="200973" y="200973"/>
                  </a:lnTo>
                  <a:lnTo>
                    <a:pt x="133982" y="133982"/>
                  </a:lnTo>
                  <a:lnTo>
                    <a:pt x="66991" y="66991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3843402" y="579250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901799" y="1484551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69405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891283" y="5855729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887" y="6761030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06069" y="5855729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71166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6584" y="1484551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16813" y="2310081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6813" y="936352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364784" y="75915"/>
              <a:ext cx="529583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New-record directional distribution — relative to nearest_edge of BirdLife range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2026-05-11T10:28:22Z</dcterms:modified>
  <cp:category/>
</cp:coreProperties>
</file>