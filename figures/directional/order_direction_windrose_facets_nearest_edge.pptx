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3167360" cy="13533120"/>
            <a:chOff x="0" y="0"/>
            <a:chExt cx="13167360" cy="1353312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316736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3167360" y="0"/>
              <a:ext cx="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1051262" y="224458"/>
              <a:ext cx="1583740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 (n=155)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457405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43132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3132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843132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3132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3132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61261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95978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61261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88911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34690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6135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40232" y="800410"/>
              <a:ext cx="1276606" cy="1783418"/>
            </a:xfrm>
            <a:custGeom>
              <a:avLst/>
              <a:pathLst>
                <a:path w="1276606" h="1783418">
                  <a:moveTo>
                    <a:pt x="1004700" y="1108581"/>
                  </a:moveTo>
                  <a:lnTo>
                    <a:pt x="1017196" y="1083826"/>
                  </a:lnTo>
                  <a:lnTo>
                    <a:pt x="1028653" y="1058065"/>
                  </a:lnTo>
                  <a:lnTo>
                    <a:pt x="1039011" y="1031343"/>
                  </a:lnTo>
                  <a:lnTo>
                    <a:pt x="1048212" y="1003707"/>
                  </a:lnTo>
                  <a:lnTo>
                    <a:pt x="1056197" y="975209"/>
                  </a:lnTo>
                  <a:lnTo>
                    <a:pt x="1062914" y="945902"/>
                  </a:lnTo>
                  <a:lnTo>
                    <a:pt x="1068309" y="915842"/>
                  </a:lnTo>
                  <a:lnTo>
                    <a:pt x="1072335" y="885090"/>
                  </a:lnTo>
                  <a:lnTo>
                    <a:pt x="1074943" y="853708"/>
                  </a:lnTo>
                  <a:lnTo>
                    <a:pt x="1076089" y="821761"/>
                  </a:lnTo>
                  <a:lnTo>
                    <a:pt x="1075734" y="789317"/>
                  </a:lnTo>
                  <a:lnTo>
                    <a:pt x="1073839" y="756444"/>
                  </a:lnTo>
                  <a:lnTo>
                    <a:pt x="1070369" y="723217"/>
                  </a:lnTo>
                  <a:lnTo>
                    <a:pt x="1065293" y="689708"/>
                  </a:lnTo>
                  <a:lnTo>
                    <a:pt x="1058584" y="655994"/>
                  </a:lnTo>
                  <a:lnTo>
                    <a:pt x="1050217" y="622153"/>
                  </a:lnTo>
                  <a:lnTo>
                    <a:pt x="1040171" y="588265"/>
                  </a:lnTo>
                  <a:lnTo>
                    <a:pt x="1028429" y="554409"/>
                  </a:lnTo>
                  <a:lnTo>
                    <a:pt x="1014979" y="520670"/>
                  </a:lnTo>
                  <a:lnTo>
                    <a:pt x="999812" y="487129"/>
                  </a:lnTo>
                  <a:lnTo>
                    <a:pt x="982921" y="453871"/>
                  </a:lnTo>
                  <a:lnTo>
                    <a:pt x="964306" y="420982"/>
                  </a:lnTo>
                  <a:lnTo>
                    <a:pt x="943971" y="388545"/>
                  </a:lnTo>
                  <a:lnTo>
                    <a:pt x="921920" y="356649"/>
                  </a:lnTo>
                  <a:lnTo>
                    <a:pt x="898167" y="325377"/>
                  </a:lnTo>
                  <a:lnTo>
                    <a:pt x="872726" y="294816"/>
                  </a:lnTo>
                  <a:lnTo>
                    <a:pt x="845617" y="265052"/>
                  </a:lnTo>
                  <a:lnTo>
                    <a:pt x="816863" y="236170"/>
                  </a:lnTo>
                  <a:lnTo>
                    <a:pt x="786492" y="208254"/>
                  </a:lnTo>
                  <a:lnTo>
                    <a:pt x="754537" y="181389"/>
                  </a:lnTo>
                  <a:lnTo>
                    <a:pt x="721032" y="155656"/>
                  </a:lnTo>
                  <a:lnTo>
                    <a:pt x="686019" y="131138"/>
                  </a:lnTo>
                  <a:lnTo>
                    <a:pt x="649541" y="107913"/>
                  </a:lnTo>
                  <a:lnTo>
                    <a:pt x="611648" y="86062"/>
                  </a:lnTo>
                  <a:lnTo>
                    <a:pt x="572390" y="65660"/>
                  </a:lnTo>
                  <a:lnTo>
                    <a:pt x="531825" y="46781"/>
                  </a:lnTo>
                  <a:lnTo>
                    <a:pt x="490012" y="29499"/>
                  </a:lnTo>
                  <a:lnTo>
                    <a:pt x="447014" y="13882"/>
                  </a:lnTo>
                  <a:lnTo>
                    <a:pt x="402899" y="0"/>
                  </a:lnTo>
                  <a:lnTo>
                    <a:pt x="442261" y="6461"/>
                  </a:lnTo>
                  <a:lnTo>
                    <a:pt x="481163" y="14312"/>
                  </a:lnTo>
                  <a:lnTo>
                    <a:pt x="519554" y="23529"/>
                  </a:lnTo>
                  <a:lnTo>
                    <a:pt x="557388" y="34084"/>
                  </a:lnTo>
                  <a:lnTo>
                    <a:pt x="594619" y="45950"/>
                  </a:lnTo>
                  <a:lnTo>
                    <a:pt x="631200" y="59098"/>
                  </a:lnTo>
                  <a:lnTo>
                    <a:pt x="667089" y="73495"/>
                  </a:lnTo>
                  <a:lnTo>
                    <a:pt x="702243" y="89110"/>
                  </a:lnTo>
                  <a:lnTo>
                    <a:pt x="736621" y="105908"/>
                  </a:lnTo>
                  <a:lnTo>
                    <a:pt x="770183" y="123854"/>
                  </a:lnTo>
                  <a:lnTo>
                    <a:pt x="802893" y="142911"/>
                  </a:lnTo>
                  <a:lnTo>
                    <a:pt x="834713" y="163041"/>
                  </a:lnTo>
                  <a:lnTo>
                    <a:pt x="865608" y="184206"/>
                  </a:lnTo>
                  <a:lnTo>
                    <a:pt x="895547" y="206364"/>
                  </a:lnTo>
                  <a:lnTo>
                    <a:pt x="924496" y="229476"/>
                  </a:lnTo>
                  <a:lnTo>
                    <a:pt x="952428" y="253498"/>
                  </a:lnTo>
                  <a:lnTo>
                    <a:pt x="979313" y="278387"/>
                  </a:lnTo>
                  <a:lnTo>
                    <a:pt x="1005126" y="304100"/>
                  </a:lnTo>
                  <a:lnTo>
                    <a:pt x="1029843" y="330591"/>
                  </a:lnTo>
                  <a:lnTo>
                    <a:pt x="1053440" y="357816"/>
                  </a:lnTo>
                  <a:lnTo>
                    <a:pt x="1075898" y="385729"/>
                  </a:lnTo>
                  <a:lnTo>
                    <a:pt x="1097198" y="414282"/>
                  </a:lnTo>
                  <a:lnTo>
                    <a:pt x="1127206" y="457971"/>
                  </a:lnTo>
                  <a:lnTo>
                    <a:pt x="1154545" y="502866"/>
                  </a:lnTo>
                  <a:lnTo>
                    <a:pt x="1179173" y="548808"/>
                  </a:lnTo>
                  <a:lnTo>
                    <a:pt x="1201058" y="595636"/>
                  </a:lnTo>
                  <a:lnTo>
                    <a:pt x="1220175" y="643188"/>
                  </a:lnTo>
                  <a:lnTo>
                    <a:pt x="1236510" y="691305"/>
                  </a:lnTo>
                  <a:lnTo>
                    <a:pt x="1250059" y="739825"/>
                  </a:lnTo>
                  <a:lnTo>
                    <a:pt x="1260826" y="788591"/>
                  </a:lnTo>
                  <a:lnTo>
                    <a:pt x="1268823" y="837443"/>
                  </a:lnTo>
                  <a:lnTo>
                    <a:pt x="1274073" y="886227"/>
                  </a:lnTo>
                  <a:lnTo>
                    <a:pt x="1276606" y="934790"/>
                  </a:lnTo>
                  <a:lnTo>
                    <a:pt x="1276462" y="982981"/>
                  </a:lnTo>
                  <a:lnTo>
                    <a:pt x="1273687" y="1030656"/>
                  </a:lnTo>
                  <a:lnTo>
                    <a:pt x="1268336" y="1077672"/>
                  </a:lnTo>
                  <a:lnTo>
                    <a:pt x="1260473" y="1123890"/>
                  </a:lnTo>
                  <a:lnTo>
                    <a:pt x="1250167" y="1169179"/>
                  </a:lnTo>
                  <a:lnTo>
                    <a:pt x="1237495" y="1213410"/>
                  </a:lnTo>
                  <a:lnTo>
                    <a:pt x="1222541" y="1256461"/>
                  </a:lnTo>
                  <a:lnTo>
                    <a:pt x="1205395" y="1298216"/>
                  </a:lnTo>
                  <a:lnTo>
                    <a:pt x="1186151" y="1338565"/>
                  </a:lnTo>
                  <a:lnTo>
                    <a:pt x="1164912" y="1377404"/>
                  </a:lnTo>
                  <a:lnTo>
                    <a:pt x="1141783" y="1414637"/>
                  </a:lnTo>
                  <a:lnTo>
                    <a:pt x="1116875" y="1450173"/>
                  </a:lnTo>
                  <a:lnTo>
                    <a:pt x="1090302" y="1483931"/>
                  </a:lnTo>
                  <a:lnTo>
                    <a:pt x="1062183" y="1515835"/>
                  </a:lnTo>
                  <a:lnTo>
                    <a:pt x="1032640" y="1545818"/>
                  </a:lnTo>
                  <a:lnTo>
                    <a:pt x="1001797" y="1573819"/>
                  </a:lnTo>
                  <a:lnTo>
                    <a:pt x="969781" y="1599787"/>
                  </a:lnTo>
                  <a:lnTo>
                    <a:pt x="936720" y="1623676"/>
                  </a:lnTo>
                  <a:lnTo>
                    <a:pt x="902743" y="1645451"/>
                  </a:lnTo>
                  <a:lnTo>
                    <a:pt x="867982" y="1665083"/>
                  </a:lnTo>
                  <a:lnTo>
                    <a:pt x="832568" y="1682552"/>
                  </a:lnTo>
                  <a:lnTo>
                    <a:pt x="796632" y="1697844"/>
                  </a:lnTo>
                  <a:lnTo>
                    <a:pt x="760303" y="1710954"/>
                  </a:lnTo>
                  <a:lnTo>
                    <a:pt x="723712" y="1721885"/>
                  </a:lnTo>
                  <a:lnTo>
                    <a:pt x="686987" y="1730646"/>
                  </a:lnTo>
                  <a:lnTo>
                    <a:pt x="650253" y="1737257"/>
                  </a:lnTo>
                  <a:lnTo>
                    <a:pt x="613635" y="1741740"/>
                  </a:lnTo>
                  <a:lnTo>
                    <a:pt x="577253" y="1744129"/>
                  </a:lnTo>
                  <a:lnTo>
                    <a:pt x="541226" y="1744461"/>
                  </a:lnTo>
                  <a:lnTo>
                    <a:pt x="505669" y="1742781"/>
                  </a:lnTo>
                  <a:lnTo>
                    <a:pt x="470691" y="1739142"/>
                  </a:lnTo>
                  <a:lnTo>
                    <a:pt x="436401" y="1733600"/>
                  </a:lnTo>
                  <a:lnTo>
                    <a:pt x="402899" y="1726219"/>
                  </a:lnTo>
                  <a:lnTo>
                    <a:pt x="370284" y="1717067"/>
                  </a:lnTo>
                  <a:lnTo>
                    <a:pt x="338646" y="1706218"/>
                  </a:lnTo>
                  <a:lnTo>
                    <a:pt x="308075" y="1693751"/>
                  </a:lnTo>
                  <a:lnTo>
                    <a:pt x="278649" y="1679747"/>
                  </a:lnTo>
                  <a:lnTo>
                    <a:pt x="250446" y="1664295"/>
                  </a:lnTo>
                  <a:lnTo>
                    <a:pt x="223535" y="1647484"/>
                  </a:lnTo>
                  <a:lnTo>
                    <a:pt x="197979" y="1629407"/>
                  </a:lnTo>
                  <a:lnTo>
                    <a:pt x="173835" y="1610162"/>
                  </a:lnTo>
                  <a:lnTo>
                    <a:pt x="151153" y="1589847"/>
                  </a:lnTo>
                  <a:lnTo>
                    <a:pt x="129979" y="1568563"/>
                  </a:lnTo>
                  <a:lnTo>
                    <a:pt x="110349" y="1546413"/>
                  </a:lnTo>
                  <a:lnTo>
                    <a:pt x="92295" y="1523500"/>
                  </a:lnTo>
                  <a:lnTo>
                    <a:pt x="75840" y="1499928"/>
                  </a:lnTo>
                  <a:lnTo>
                    <a:pt x="61004" y="1475802"/>
                  </a:lnTo>
                  <a:lnTo>
                    <a:pt x="47796" y="1451228"/>
                  </a:lnTo>
                  <a:lnTo>
                    <a:pt x="36221" y="1426309"/>
                  </a:lnTo>
                  <a:lnTo>
                    <a:pt x="26278" y="1401149"/>
                  </a:lnTo>
                  <a:lnTo>
                    <a:pt x="17959" y="1375850"/>
                  </a:lnTo>
                  <a:lnTo>
                    <a:pt x="11248" y="1350512"/>
                  </a:lnTo>
                  <a:lnTo>
                    <a:pt x="6126" y="1325235"/>
                  </a:lnTo>
                  <a:lnTo>
                    <a:pt x="2566" y="1300115"/>
                  </a:lnTo>
                  <a:lnTo>
                    <a:pt x="536" y="1275245"/>
                  </a:lnTo>
                  <a:lnTo>
                    <a:pt x="0" y="1250716"/>
                  </a:lnTo>
                  <a:lnTo>
                    <a:pt x="912" y="1226615"/>
                  </a:lnTo>
                  <a:lnTo>
                    <a:pt x="3227" y="1203026"/>
                  </a:lnTo>
                  <a:lnTo>
                    <a:pt x="6892" y="1180028"/>
                  </a:lnTo>
                  <a:lnTo>
                    <a:pt x="11849" y="1157698"/>
                  </a:lnTo>
                  <a:lnTo>
                    <a:pt x="18038" y="1136107"/>
                  </a:lnTo>
                  <a:lnTo>
                    <a:pt x="25394" y="1115320"/>
                  </a:lnTo>
                  <a:lnTo>
                    <a:pt x="33847" y="1095400"/>
                  </a:lnTo>
                  <a:lnTo>
                    <a:pt x="43327" y="1076404"/>
                  </a:lnTo>
                  <a:lnTo>
                    <a:pt x="53759" y="1058382"/>
                  </a:lnTo>
                  <a:lnTo>
                    <a:pt x="65066" y="1041382"/>
                  </a:lnTo>
                  <a:lnTo>
                    <a:pt x="77168" y="1025443"/>
                  </a:lnTo>
                  <a:lnTo>
                    <a:pt x="89985" y="1010601"/>
                  </a:lnTo>
                  <a:lnTo>
                    <a:pt x="103434" y="996886"/>
                  </a:lnTo>
                  <a:lnTo>
                    <a:pt x="117432" y="984322"/>
                  </a:lnTo>
                  <a:lnTo>
                    <a:pt x="131895" y="972926"/>
                  </a:lnTo>
                  <a:lnTo>
                    <a:pt x="146738" y="962712"/>
                  </a:lnTo>
                  <a:lnTo>
                    <a:pt x="161877" y="953685"/>
                  </a:lnTo>
                  <a:lnTo>
                    <a:pt x="177228" y="945849"/>
                  </a:lnTo>
                  <a:lnTo>
                    <a:pt x="192707" y="939198"/>
                  </a:lnTo>
                  <a:lnTo>
                    <a:pt x="208233" y="933722"/>
                  </a:lnTo>
                  <a:lnTo>
                    <a:pt x="223725" y="929407"/>
                  </a:lnTo>
                  <a:lnTo>
                    <a:pt x="204146" y="936360"/>
                  </a:lnTo>
                  <a:lnTo>
                    <a:pt x="184683" y="945226"/>
                  </a:lnTo>
                  <a:lnTo>
                    <a:pt x="165510" y="956021"/>
                  </a:lnTo>
                  <a:lnTo>
                    <a:pt x="146808" y="968744"/>
                  </a:lnTo>
                  <a:lnTo>
                    <a:pt x="128754" y="983383"/>
                  </a:lnTo>
                  <a:lnTo>
                    <a:pt x="111528" y="999905"/>
                  </a:lnTo>
                  <a:lnTo>
                    <a:pt x="95308" y="1018264"/>
                  </a:lnTo>
                  <a:lnTo>
                    <a:pt x="80270" y="1038397"/>
                  </a:lnTo>
                  <a:lnTo>
                    <a:pt x="66584" y="1060226"/>
                  </a:lnTo>
                  <a:lnTo>
                    <a:pt x="54418" y="1083657"/>
                  </a:lnTo>
                  <a:lnTo>
                    <a:pt x="43930" y="1108581"/>
                  </a:lnTo>
                  <a:lnTo>
                    <a:pt x="35271" y="1134874"/>
                  </a:lnTo>
                  <a:lnTo>
                    <a:pt x="28583" y="1162399"/>
                  </a:lnTo>
                  <a:lnTo>
                    <a:pt x="23997" y="1191006"/>
                  </a:lnTo>
                  <a:lnTo>
                    <a:pt x="21633" y="1220531"/>
                  </a:lnTo>
                  <a:lnTo>
                    <a:pt x="21598" y="1250799"/>
                  </a:lnTo>
                  <a:lnTo>
                    <a:pt x="23985" y="1281625"/>
                  </a:lnTo>
                  <a:lnTo>
                    <a:pt x="28871" y="1312816"/>
                  </a:lnTo>
                  <a:lnTo>
                    <a:pt x="36319" y="1344167"/>
                  </a:lnTo>
                  <a:lnTo>
                    <a:pt x="46376" y="1375470"/>
                  </a:lnTo>
                  <a:lnTo>
                    <a:pt x="59071" y="1406510"/>
                  </a:lnTo>
                  <a:lnTo>
                    <a:pt x="74414" y="1437066"/>
                  </a:lnTo>
                  <a:lnTo>
                    <a:pt x="92399" y="1466917"/>
                  </a:lnTo>
                  <a:lnTo>
                    <a:pt x="113002" y="1495838"/>
                  </a:lnTo>
                  <a:lnTo>
                    <a:pt x="136178" y="1523607"/>
                  </a:lnTo>
                  <a:lnTo>
                    <a:pt x="161865" y="1550001"/>
                  </a:lnTo>
                  <a:lnTo>
                    <a:pt x="189983" y="1574803"/>
                  </a:lnTo>
                  <a:lnTo>
                    <a:pt x="220431" y="1597797"/>
                  </a:lnTo>
                  <a:lnTo>
                    <a:pt x="253092" y="1618777"/>
                  </a:lnTo>
                  <a:lnTo>
                    <a:pt x="287830" y="1637543"/>
                  </a:lnTo>
                  <a:lnTo>
                    <a:pt x="324493" y="1653905"/>
                  </a:lnTo>
                  <a:lnTo>
                    <a:pt x="362911" y="1667682"/>
                  </a:lnTo>
                  <a:lnTo>
                    <a:pt x="402899" y="1678708"/>
                  </a:lnTo>
                  <a:lnTo>
                    <a:pt x="429918" y="1692989"/>
                  </a:lnTo>
                  <a:lnTo>
                    <a:pt x="458254" y="1705960"/>
                  </a:lnTo>
                  <a:lnTo>
                    <a:pt x="487844" y="1717528"/>
                  </a:lnTo>
                  <a:lnTo>
                    <a:pt x="518615" y="1727607"/>
                  </a:lnTo>
                  <a:lnTo>
                    <a:pt x="550493" y="1736112"/>
                  </a:lnTo>
                  <a:lnTo>
                    <a:pt x="583396" y="1742962"/>
                  </a:lnTo>
                  <a:lnTo>
                    <a:pt x="617238" y="1748082"/>
                  </a:lnTo>
                  <a:lnTo>
                    <a:pt x="651928" y="1751399"/>
                  </a:lnTo>
                  <a:lnTo>
                    <a:pt x="687371" y="1752848"/>
                  </a:lnTo>
                  <a:lnTo>
                    <a:pt x="723465" y="1752365"/>
                  </a:lnTo>
                  <a:lnTo>
                    <a:pt x="760109" y="1749895"/>
                  </a:lnTo>
                  <a:lnTo>
                    <a:pt x="797192" y="1745386"/>
                  </a:lnTo>
                  <a:lnTo>
                    <a:pt x="834605" y="1738793"/>
                  </a:lnTo>
                  <a:lnTo>
                    <a:pt x="872232" y="1730078"/>
                  </a:lnTo>
                  <a:lnTo>
                    <a:pt x="909956" y="1719207"/>
                  </a:lnTo>
                  <a:lnTo>
                    <a:pt x="947658" y="1706153"/>
                  </a:lnTo>
                  <a:lnTo>
                    <a:pt x="985214" y="1690896"/>
                  </a:lnTo>
                  <a:lnTo>
                    <a:pt x="946753" y="1710544"/>
                  </a:lnTo>
                  <a:lnTo>
                    <a:pt x="907818" y="1727815"/>
                  </a:lnTo>
                  <a:lnTo>
                    <a:pt x="868550" y="1742712"/>
                  </a:lnTo>
                  <a:lnTo>
                    <a:pt x="829087" y="1755245"/>
                  </a:lnTo>
                  <a:lnTo>
                    <a:pt x="789567" y="1765435"/>
                  </a:lnTo>
                  <a:lnTo>
                    <a:pt x="750125" y="1773309"/>
                  </a:lnTo>
                  <a:lnTo>
                    <a:pt x="710892" y="1778901"/>
                  </a:lnTo>
                  <a:lnTo>
                    <a:pt x="671997" y="1782255"/>
                  </a:lnTo>
                  <a:lnTo>
                    <a:pt x="633565" y="1783418"/>
                  </a:lnTo>
                  <a:lnTo>
                    <a:pt x="595717" y="1782447"/>
                  </a:lnTo>
                  <a:lnTo>
                    <a:pt x="558567" y="1779405"/>
                  </a:lnTo>
                  <a:lnTo>
                    <a:pt x="522227" y="1774360"/>
                  </a:lnTo>
                  <a:lnTo>
                    <a:pt x="486804" y="1767386"/>
                  </a:lnTo>
                  <a:lnTo>
                    <a:pt x="452397" y="1758565"/>
                  </a:lnTo>
                  <a:lnTo>
                    <a:pt x="419102" y="1747981"/>
                  </a:lnTo>
                  <a:lnTo>
                    <a:pt x="387007" y="1735724"/>
                  </a:lnTo>
                  <a:lnTo>
                    <a:pt x="356194" y="1721889"/>
                  </a:lnTo>
                  <a:lnTo>
                    <a:pt x="326739" y="1706574"/>
                  </a:lnTo>
                  <a:lnTo>
                    <a:pt x="298712" y="1689880"/>
                  </a:lnTo>
                  <a:lnTo>
                    <a:pt x="272175" y="1671914"/>
                  </a:lnTo>
                  <a:lnTo>
                    <a:pt x="247183" y="1652782"/>
                  </a:lnTo>
                  <a:lnTo>
                    <a:pt x="223786" y="1632595"/>
                  </a:lnTo>
                  <a:lnTo>
                    <a:pt x="202023" y="1611464"/>
                  </a:lnTo>
                  <a:lnTo>
                    <a:pt x="181929" y="1589503"/>
                  </a:lnTo>
                  <a:lnTo>
                    <a:pt x="163531" y="1566827"/>
                  </a:lnTo>
                  <a:lnTo>
                    <a:pt x="146848" y="1543549"/>
                  </a:lnTo>
                  <a:lnTo>
                    <a:pt x="131893" y="1519784"/>
                  </a:lnTo>
                  <a:lnTo>
                    <a:pt x="118671" y="1495648"/>
                  </a:lnTo>
                  <a:lnTo>
                    <a:pt x="107179" y="1471253"/>
                  </a:lnTo>
                  <a:lnTo>
                    <a:pt x="97409" y="1446712"/>
                  </a:lnTo>
                  <a:lnTo>
                    <a:pt x="89345" y="1422135"/>
                  </a:lnTo>
                  <a:lnTo>
                    <a:pt x="89353" y="1383553"/>
                  </a:lnTo>
                  <a:lnTo>
                    <a:pt x="92981" y="1346389"/>
                  </a:lnTo>
                  <a:lnTo>
                    <a:pt x="100038" y="1310946"/>
                  </a:lnTo>
                  <a:lnTo>
                    <a:pt x="110309" y="1277508"/>
                  </a:lnTo>
                  <a:lnTo>
                    <a:pt x="123560" y="1246335"/>
                  </a:lnTo>
                  <a:lnTo>
                    <a:pt x="139534" y="1217670"/>
                  </a:lnTo>
                  <a:lnTo>
                    <a:pt x="157958" y="1191727"/>
                  </a:lnTo>
                  <a:lnTo>
                    <a:pt x="178539" y="1168698"/>
                  </a:lnTo>
                  <a:lnTo>
                    <a:pt x="200976" y="1148746"/>
                  </a:lnTo>
                  <a:lnTo>
                    <a:pt x="224950" y="1132008"/>
                  </a:lnTo>
                  <a:lnTo>
                    <a:pt x="250137" y="1118593"/>
                  </a:lnTo>
                  <a:lnTo>
                    <a:pt x="276204" y="1108581"/>
                  </a:lnTo>
                  <a:lnTo>
                    <a:pt x="264754" y="1119453"/>
                  </a:lnTo>
                  <a:lnTo>
                    <a:pt x="254301" y="1132116"/>
                  </a:lnTo>
                  <a:lnTo>
                    <a:pt x="245056" y="1146476"/>
                  </a:lnTo>
                  <a:lnTo>
                    <a:pt x="237220" y="1162413"/>
                  </a:lnTo>
                  <a:lnTo>
                    <a:pt x="230981" y="1179792"/>
                  </a:lnTo>
                  <a:lnTo>
                    <a:pt x="226515" y="1198453"/>
                  </a:lnTo>
                  <a:lnTo>
                    <a:pt x="223982" y="1218221"/>
                  </a:lnTo>
                  <a:lnTo>
                    <a:pt x="223527" y="1238902"/>
                  </a:lnTo>
                  <a:lnTo>
                    <a:pt x="225273" y="1260288"/>
                  </a:lnTo>
                  <a:lnTo>
                    <a:pt x="229324" y="1282156"/>
                  </a:lnTo>
                  <a:lnTo>
                    <a:pt x="235764" y="1304271"/>
                  </a:lnTo>
                  <a:lnTo>
                    <a:pt x="244651" y="1326390"/>
                  </a:lnTo>
                  <a:lnTo>
                    <a:pt x="256022" y="1348262"/>
                  </a:lnTo>
                  <a:lnTo>
                    <a:pt x="269888" y="1369630"/>
                  </a:lnTo>
                  <a:lnTo>
                    <a:pt x="286234" y="1390235"/>
                  </a:lnTo>
                  <a:lnTo>
                    <a:pt x="305022" y="1409816"/>
                  </a:lnTo>
                  <a:lnTo>
                    <a:pt x="326185" y="1428116"/>
                  </a:lnTo>
                  <a:lnTo>
                    <a:pt x="349634" y="1444882"/>
                  </a:lnTo>
                  <a:lnTo>
                    <a:pt x="375252" y="1459865"/>
                  </a:lnTo>
                  <a:lnTo>
                    <a:pt x="402899" y="1472829"/>
                  </a:lnTo>
                  <a:lnTo>
                    <a:pt x="432410" y="1483547"/>
                  </a:lnTo>
                  <a:lnTo>
                    <a:pt x="463596" y="1491807"/>
                  </a:lnTo>
                  <a:lnTo>
                    <a:pt x="496249" y="1497413"/>
                  </a:lnTo>
                  <a:lnTo>
                    <a:pt x="530140" y="1500187"/>
                  </a:lnTo>
                  <a:lnTo>
                    <a:pt x="565018" y="1499970"/>
                  </a:lnTo>
                  <a:lnTo>
                    <a:pt x="600618" y="1496627"/>
                  </a:lnTo>
                  <a:lnTo>
                    <a:pt x="636661" y="1490045"/>
                  </a:lnTo>
                  <a:lnTo>
                    <a:pt x="672851" y="1480138"/>
                  </a:lnTo>
                  <a:lnTo>
                    <a:pt x="708885" y="1466844"/>
                  </a:lnTo>
                  <a:lnTo>
                    <a:pt x="744449" y="1450131"/>
                  </a:lnTo>
                  <a:lnTo>
                    <a:pt x="779226" y="1429994"/>
                  </a:lnTo>
                  <a:lnTo>
                    <a:pt x="812893" y="1406459"/>
                  </a:lnTo>
                  <a:lnTo>
                    <a:pt x="845127" y="1379579"/>
                  </a:lnTo>
                  <a:lnTo>
                    <a:pt x="875610" y="1349439"/>
                  </a:lnTo>
                  <a:lnTo>
                    <a:pt x="904023" y="1316153"/>
                  </a:lnTo>
                  <a:lnTo>
                    <a:pt x="930061" y="1279866"/>
                  </a:lnTo>
                  <a:lnTo>
                    <a:pt x="953424" y="1240750"/>
                  </a:lnTo>
                  <a:lnTo>
                    <a:pt x="973828" y="1199007"/>
                  </a:lnTo>
                  <a:lnTo>
                    <a:pt x="991004" y="1154866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29578" y="800410"/>
              <a:ext cx="1053943" cy="1752848"/>
            </a:xfrm>
            <a:custGeom>
              <a:avLst/>
              <a:pathLst>
                <a:path w="1053943" h="1752848">
                  <a:moveTo>
                    <a:pt x="313554" y="0"/>
                  </a:moveTo>
                  <a:lnTo>
                    <a:pt x="352916" y="6461"/>
                  </a:lnTo>
                  <a:lnTo>
                    <a:pt x="391817" y="14312"/>
                  </a:lnTo>
                  <a:lnTo>
                    <a:pt x="430209" y="23529"/>
                  </a:lnTo>
                  <a:lnTo>
                    <a:pt x="468043" y="34084"/>
                  </a:lnTo>
                  <a:lnTo>
                    <a:pt x="505273" y="45950"/>
                  </a:lnTo>
                  <a:lnTo>
                    <a:pt x="541855" y="59098"/>
                  </a:lnTo>
                  <a:lnTo>
                    <a:pt x="577744" y="73495"/>
                  </a:lnTo>
                  <a:lnTo>
                    <a:pt x="612897" y="89110"/>
                  </a:lnTo>
                  <a:lnTo>
                    <a:pt x="647275" y="105908"/>
                  </a:lnTo>
                  <a:lnTo>
                    <a:pt x="680838" y="123854"/>
                  </a:lnTo>
                  <a:lnTo>
                    <a:pt x="713547" y="142911"/>
                  </a:lnTo>
                  <a:lnTo>
                    <a:pt x="745367" y="163041"/>
                  </a:lnTo>
                  <a:lnTo>
                    <a:pt x="776263" y="184206"/>
                  </a:lnTo>
                  <a:lnTo>
                    <a:pt x="806201" y="206364"/>
                  </a:lnTo>
                  <a:lnTo>
                    <a:pt x="835151" y="229476"/>
                  </a:lnTo>
                  <a:lnTo>
                    <a:pt x="863082" y="253498"/>
                  </a:lnTo>
                  <a:lnTo>
                    <a:pt x="889968" y="278387"/>
                  </a:lnTo>
                  <a:lnTo>
                    <a:pt x="915781" y="304100"/>
                  </a:lnTo>
                  <a:lnTo>
                    <a:pt x="940497" y="330591"/>
                  </a:lnTo>
                  <a:lnTo>
                    <a:pt x="964095" y="357816"/>
                  </a:lnTo>
                  <a:lnTo>
                    <a:pt x="986553" y="385729"/>
                  </a:lnTo>
                  <a:lnTo>
                    <a:pt x="1007852" y="414282"/>
                  </a:lnTo>
                  <a:lnTo>
                    <a:pt x="1021233" y="457116"/>
                  </a:lnTo>
                  <a:lnTo>
                    <a:pt x="1032285" y="499846"/>
                  </a:lnTo>
                  <a:lnTo>
                    <a:pt x="1041041" y="542355"/>
                  </a:lnTo>
                  <a:lnTo>
                    <a:pt x="1047538" y="584526"/>
                  </a:lnTo>
                  <a:lnTo>
                    <a:pt x="1051821" y="626247"/>
                  </a:lnTo>
                  <a:lnTo>
                    <a:pt x="1053937" y="667408"/>
                  </a:lnTo>
                  <a:lnTo>
                    <a:pt x="1053943" y="707902"/>
                  </a:lnTo>
                  <a:lnTo>
                    <a:pt x="1051897" y="747627"/>
                  </a:lnTo>
                  <a:lnTo>
                    <a:pt x="1047863" y="786483"/>
                  </a:lnTo>
                  <a:lnTo>
                    <a:pt x="1041910" y="824375"/>
                  </a:lnTo>
                  <a:lnTo>
                    <a:pt x="1034112" y="861213"/>
                  </a:lnTo>
                  <a:lnTo>
                    <a:pt x="1024546" y="896909"/>
                  </a:lnTo>
                  <a:lnTo>
                    <a:pt x="1013294" y="931383"/>
                  </a:lnTo>
                  <a:lnTo>
                    <a:pt x="1000440" y="964556"/>
                  </a:lnTo>
                  <a:lnTo>
                    <a:pt x="986074" y="996357"/>
                  </a:lnTo>
                  <a:lnTo>
                    <a:pt x="970286" y="1026719"/>
                  </a:lnTo>
                  <a:lnTo>
                    <a:pt x="953172" y="1055581"/>
                  </a:lnTo>
                  <a:lnTo>
                    <a:pt x="934828" y="1082885"/>
                  </a:lnTo>
                  <a:lnTo>
                    <a:pt x="915355" y="1108581"/>
                  </a:lnTo>
                  <a:lnTo>
                    <a:pt x="927741" y="1136976"/>
                  </a:lnTo>
                  <a:lnTo>
                    <a:pt x="938761" y="1166515"/>
                  </a:lnTo>
                  <a:lnTo>
                    <a:pt x="948335" y="1197129"/>
                  </a:lnTo>
                  <a:lnTo>
                    <a:pt x="956388" y="1228748"/>
                  </a:lnTo>
                  <a:lnTo>
                    <a:pt x="962849" y="1261294"/>
                  </a:lnTo>
                  <a:lnTo>
                    <a:pt x="967647" y="1294687"/>
                  </a:lnTo>
                  <a:lnTo>
                    <a:pt x="970720" y="1328841"/>
                  </a:lnTo>
                  <a:lnTo>
                    <a:pt x="972008" y="1363667"/>
                  </a:lnTo>
                  <a:lnTo>
                    <a:pt x="971456" y="1399073"/>
                  </a:lnTo>
                  <a:lnTo>
                    <a:pt x="969013" y="1434961"/>
                  </a:lnTo>
                  <a:lnTo>
                    <a:pt x="964634" y="1471230"/>
                  </a:lnTo>
                  <a:lnTo>
                    <a:pt x="958279" y="1507778"/>
                  </a:lnTo>
                  <a:lnTo>
                    <a:pt x="949915" y="1544498"/>
                  </a:lnTo>
                  <a:lnTo>
                    <a:pt x="939511" y="1581282"/>
                  </a:lnTo>
                  <a:lnTo>
                    <a:pt x="927046" y="1618019"/>
                  </a:lnTo>
                  <a:lnTo>
                    <a:pt x="912502" y="1654595"/>
                  </a:lnTo>
                  <a:lnTo>
                    <a:pt x="895869" y="1690896"/>
                  </a:lnTo>
                  <a:lnTo>
                    <a:pt x="858312" y="1706153"/>
                  </a:lnTo>
                  <a:lnTo>
                    <a:pt x="820611" y="1719207"/>
                  </a:lnTo>
                  <a:lnTo>
                    <a:pt x="782887" y="1730078"/>
                  </a:lnTo>
                  <a:lnTo>
                    <a:pt x="745259" y="1738793"/>
                  </a:lnTo>
                  <a:lnTo>
                    <a:pt x="707847" y="1745386"/>
                  </a:lnTo>
                  <a:lnTo>
                    <a:pt x="670763" y="1749895"/>
                  </a:lnTo>
                  <a:lnTo>
                    <a:pt x="634120" y="1752365"/>
                  </a:lnTo>
                  <a:lnTo>
                    <a:pt x="598025" y="1752848"/>
                  </a:lnTo>
                  <a:lnTo>
                    <a:pt x="562583" y="1751399"/>
                  </a:lnTo>
                  <a:lnTo>
                    <a:pt x="527893" y="1748082"/>
                  </a:lnTo>
                  <a:lnTo>
                    <a:pt x="494051" y="1742962"/>
                  </a:lnTo>
                  <a:lnTo>
                    <a:pt x="461148" y="1736112"/>
                  </a:lnTo>
                  <a:lnTo>
                    <a:pt x="429270" y="1727607"/>
                  </a:lnTo>
                  <a:lnTo>
                    <a:pt x="398498" y="1717528"/>
                  </a:lnTo>
                  <a:lnTo>
                    <a:pt x="368909" y="1705960"/>
                  </a:lnTo>
                  <a:lnTo>
                    <a:pt x="340573" y="1692989"/>
                  </a:lnTo>
                  <a:lnTo>
                    <a:pt x="313554" y="1678708"/>
                  </a:lnTo>
                  <a:lnTo>
                    <a:pt x="279719" y="1667940"/>
                  </a:lnTo>
                  <a:lnTo>
                    <a:pt x="247182" y="1655202"/>
                  </a:lnTo>
                  <a:lnTo>
                    <a:pt x="216055" y="1640611"/>
                  </a:lnTo>
                  <a:lnTo>
                    <a:pt x="186442" y="1624291"/>
                  </a:lnTo>
                  <a:lnTo>
                    <a:pt x="158436" y="1606371"/>
                  </a:lnTo>
                  <a:lnTo>
                    <a:pt x="132119" y="1586985"/>
                  </a:lnTo>
                  <a:lnTo>
                    <a:pt x="107565" y="1566270"/>
                  </a:lnTo>
                  <a:lnTo>
                    <a:pt x="84835" y="1544368"/>
                  </a:lnTo>
                  <a:lnTo>
                    <a:pt x="63982" y="1521423"/>
                  </a:lnTo>
                  <a:lnTo>
                    <a:pt x="45047" y="1497581"/>
                  </a:lnTo>
                  <a:lnTo>
                    <a:pt x="28060" y="1472987"/>
                  </a:lnTo>
                  <a:lnTo>
                    <a:pt x="13041" y="1447790"/>
                  </a:lnTo>
                  <a:lnTo>
                    <a:pt x="0" y="1422135"/>
                  </a:lnTo>
                  <a:lnTo>
                    <a:pt x="8" y="1383553"/>
                  </a:lnTo>
                  <a:lnTo>
                    <a:pt x="3636" y="1346389"/>
                  </a:lnTo>
                  <a:lnTo>
                    <a:pt x="10692" y="1310946"/>
                  </a:lnTo>
                  <a:lnTo>
                    <a:pt x="20964" y="1277508"/>
                  </a:lnTo>
                  <a:lnTo>
                    <a:pt x="34215" y="1246335"/>
                  </a:lnTo>
                  <a:lnTo>
                    <a:pt x="50189" y="1217670"/>
                  </a:lnTo>
                  <a:lnTo>
                    <a:pt x="68612" y="1191727"/>
                  </a:lnTo>
                  <a:lnTo>
                    <a:pt x="89194" y="1168698"/>
                  </a:lnTo>
                  <a:lnTo>
                    <a:pt x="111630" y="1148746"/>
                  </a:lnTo>
                  <a:lnTo>
                    <a:pt x="135605" y="1132008"/>
                  </a:lnTo>
                  <a:lnTo>
                    <a:pt x="160792" y="1118593"/>
                  </a:lnTo>
                  <a:lnTo>
                    <a:pt x="186859" y="1108581"/>
                  </a:lnTo>
                  <a:lnTo>
                    <a:pt x="169670" y="1092369"/>
                  </a:lnTo>
                  <a:lnTo>
                    <a:pt x="154744" y="1072334"/>
                  </a:lnTo>
                  <a:lnTo>
                    <a:pt x="142718" y="1048803"/>
                  </a:lnTo>
                  <a:lnTo>
                    <a:pt x="134178" y="1022198"/>
                  </a:lnTo>
                  <a:lnTo>
                    <a:pt x="129652" y="993028"/>
                  </a:lnTo>
                  <a:lnTo>
                    <a:pt x="129596" y="961880"/>
                  </a:lnTo>
                  <a:lnTo>
                    <a:pt x="134380" y="929407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413332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811531" y="76880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505829" y="118309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632357" y="1698216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811531" y="2447517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393846" y="2459705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497977" y="219094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684836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43132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43132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43132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43132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843132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059247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34551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59247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711093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490871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982204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81773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01994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09069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7390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18168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16833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364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3326634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326634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4633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4287870" y="224458"/>
              <a:ext cx="162461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 (n=29)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3714451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00177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00177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00177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00177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00177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18306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853023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218306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45957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991736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853180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304251" y="1117147"/>
              <a:ext cx="1308527" cy="1900425"/>
            </a:xfrm>
            <a:custGeom>
              <a:avLst/>
              <a:pathLst>
                <a:path w="1308527" h="1900425">
                  <a:moveTo>
                    <a:pt x="1271032" y="791843"/>
                  </a:moveTo>
                  <a:lnTo>
                    <a:pt x="1280626" y="767262"/>
                  </a:lnTo>
                  <a:lnTo>
                    <a:pt x="1288924" y="741710"/>
                  </a:lnTo>
                  <a:lnTo>
                    <a:pt x="1295852" y="715257"/>
                  </a:lnTo>
                  <a:lnTo>
                    <a:pt x="1301339" y="687978"/>
                  </a:lnTo>
                  <a:lnTo>
                    <a:pt x="1305321" y="659952"/>
                  </a:lnTo>
                  <a:lnTo>
                    <a:pt x="1307736" y="631262"/>
                  </a:lnTo>
                  <a:lnTo>
                    <a:pt x="1308527" y="601997"/>
                  </a:lnTo>
                  <a:lnTo>
                    <a:pt x="1307643" y="572248"/>
                  </a:lnTo>
                  <a:lnTo>
                    <a:pt x="1305037" y="542112"/>
                  </a:lnTo>
                  <a:lnTo>
                    <a:pt x="1300668" y="511688"/>
                  </a:lnTo>
                  <a:lnTo>
                    <a:pt x="1294502" y="481079"/>
                  </a:lnTo>
                  <a:lnTo>
                    <a:pt x="1286508" y="450388"/>
                  </a:lnTo>
                  <a:lnTo>
                    <a:pt x="1276663" y="419725"/>
                  </a:lnTo>
                  <a:lnTo>
                    <a:pt x="1264951" y="389198"/>
                  </a:lnTo>
                  <a:lnTo>
                    <a:pt x="1251361" y="358920"/>
                  </a:lnTo>
                  <a:lnTo>
                    <a:pt x="1235889" y="329002"/>
                  </a:lnTo>
                  <a:lnTo>
                    <a:pt x="1218537" y="299560"/>
                  </a:lnTo>
                  <a:lnTo>
                    <a:pt x="1199315" y="270708"/>
                  </a:lnTo>
                  <a:lnTo>
                    <a:pt x="1178239" y="242559"/>
                  </a:lnTo>
                  <a:lnTo>
                    <a:pt x="1155332" y="215229"/>
                  </a:lnTo>
                  <a:lnTo>
                    <a:pt x="1130624" y="188832"/>
                  </a:lnTo>
                  <a:lnTo>
                    <a:pt x="1104152" y="163481"/>
                  </a:lnTo>
                  <a:lnTo>
                    <a:pt x="1075960" y="139287"/>
                  </a:lnTo>
                  <a:lnTo>
                    <a:pt x="1046097" y="116359"/>
                  </a:lnTo>
                  <a:lnTo>
                    <a:pt x="1014622" y="94807"/>
                  </a:lnTo>
                  <a:lnTo>
                    <a:pt x="981598" y="74733"/>
                  </a:lnTo>
                  <a:lnTo>
                    <a:pt x="947096" y="56241"/>
                  </a:lnTo>
                  <a:lnTo>
                    <a:pt x="911191" y="39429"/>
                  </a:lnTo>
                  <a:lnTo>
                    <a:pt x="873968" y="24392"/>
                  </a:lnTo>
                  <a:lnTo>
                    <a:pt x="835514" y="11220"/>
                  </a:lnTo>
                  <a:lnTo>
                    <a:pt x="795926" y="0"/>
                  </a:lnTo>
                  <a:lnTo>
                    <a:pt x="825770" y="32259"/>
                  </a:lnTo>
                  <a:lnTo>
                    <a:pt x="853083" y="65593"/>
                  </a:lnTo>
                  <a:lnTo>
                    <a:pt x="877828" y="99851"/>
                  </a:lnTo>
                  <a:lnTo>
                    <a:pt x="899978" y="134884"/>
                  </a:lnTo>
                  <a:lnTo>
                    <a:pt x="919511" y="170540"/>
                  </a:lnTo>
                  <a:lnTo>
                    <a:pt x="936413" y="206670"/>
                  </a:lnTo>
                  <a:lnTo>
                    <a:pt x="950681" y="243121"/>
                  </a:lnTo>
                  <a:lnTo>
                    <a:pt x="962317" y="279743"/>
                  </a:lnTo>
                  <a:lnTo>
                    <a:pt x="971331" y="316387"/>
                  </a:lnTo>
                  <a:lnTo>
                    <a:pt x="977741" y="352902"/>
                  </a:lnTo>
                  <a:lnTo>
                    <a:pt x="981573" y="389143"/>
                  </a:lnTo>
                  <a:lnTo>
                    <a:pt x="982860" y="424964"/>
                  </a:lnTo>
                  <a:lnTo>
                    <a:pt x="981643" y="460221"/>
                  </a:lnTo>
                  <a:lnTo>
                    <a:pt x="977970" y="494774"/>
                  </a:lnTo>
                  <a:lnTo>
                    <a:pt x="971896" y="528486"/>
                  </a:lnTo>
                  <a:lnTo>
                    <a:pt x="963482" y="561222"/>
                  </a:lnTo>
                  <a:lnTo>
                    <a:pt x="952798" y="592852"/>
                  </a:lnTo>
                  <a:lnTo>
                    <a:pt x="939919" y="623249"/>
                  </a:lnTo>
                  <a:lnTo>
                    <a:pt x="924927" y="652291"/>
                  </a:lnTo>
                  <a:lnTo>
                    <a:pt x="907909" y="679860"/>
                  </a:lnTo>
                  <a:lnTo>
                    <a:pt x="923129" y="697503"/>
                  </a:lnTo>
                  <a:lnTo>
                    <a:pt x="935594" y="717189"/>
                  </a:lnTo>
                  <a:lnTo>
                    <a:pt x="945037" y="738491"/>
                  </a:lnTo>
                  <a:lnTo>
                    <a:pt x="951251" y="760947"/>
                  </a:lnTo>
                  <a:lnTo>
                    <a:pt x="954104" y="784073"/>
                  </a:lnTo>
                  <a:lnTo>
                    <a:pt x="953532" y="807366"/>
                  </a:lnTo>
                  <a:lnTo>
                    <a:pt x="949548" y="830324"/>
                  </a:lnTo>
                  <a:lnTo>
                    <a:pt x="942239" y="852448"/>
                  </a:lnTo>
                  <a:lnTo>
                    <a:pt x="931763" y="873261"/>
                  </a:lnTo>
                  <a:lnTo>
                    <a:pt x="918346" y="892311"/>
                  </a:lnTo>
                  <a:lnTo>
                    <a:pt x="902280" y="909187"/>
                  </a:lnTo>
                  <a:lnTo>
                    <a:pt x="883911" y="923522"/>
                  </a:lnTo>
                  <a:lnTo>
                    <a:pt x="863637" y="935007"/>
                  </a:lnTo>
                  <a:lnTo>
                    <a:pt x="841898" y="943393"/>
                  </a:lnTo>
                  <a:lnTo>
                    <a:pt x="819163" y="948498"/>
                  </a:lnTo>
                  <a:lnTo>
                    <a:pt x="795926" y="950212"/>
                  </a:lnTo>
                  <a:lnTo>
                    <a:pt x="772688" y="948498"/>
                  </a:lnTo>
                  <a:lnTo>
                    <a:pt x="749954" y="943393"/>
                  </a:lnTo>
                  <a:lnTo>
                    <a:pt x="728214" y="935007"/>
                  </a:lnTo>
                  <a:lnTo>
                    <a:pt x="707941" y="923522"/>
                  </a:lnTo>
                  <a:lnTo>
                    <a:pt x="689572" y="909187"/>
                  </a:lnTo>
                  <a:lnTo>
                    <a:pt x="673505" y="892311"/>
                  </a:lnTo>
                  <a:lnTo>
                    <a:pt x="660088" y="873261"/>
                  </a:lnTo>
                  <a:lnTo>
                    <a:pt x="649612" y="852448"/>
                  </a:lnTo>
                  <a:lnTo>
                    <a:pt x="642303" y="830324"/>
                  </a:lnTo>
                  <a:lnTo>
                    <a:pt x="638319" y="807366"/>
                  </a:lnTo>
                  <a:lnTo>
                    <a:pt x="637748" y="784073"/>
                  </a:lnTo>
                  <a:lnTo>
                    <a:pt x="640600" y="760947"/>
                  </a:lnTo>
                  <a:lnTo>
                    <a:pt x="646814" y="738491"/>
                  </a:lnTo>
                  <a:lnTo>
                    <a:pt x="656257" y="717189"/>
                  </a:lnTo>
                  <a:lnTo>
                    <a:pt x="668723" y="697503"/>
                  </a:lnTo>
                  <a:lnTo>
                    <a:pt x="683942" y="679860"/>
                  </a:lnTo>
                  <a:lnTo>
                    <a:pt x="664333" y="672335"/>
                  </a:lnTo>
                  <a:lnTo>
                    <a:pt x="643775" y="666466"/>
                  </a:lnTo>
                  <a:lnTo>
                    <a:pt x="622383" y="662325"/>
                  </a:lnTo>
                  <a:lnTo>
                    <a:pt x="600278" y="659979"/>
                  </a:lnTo>
                  <a:lnTo>
                    <a:pt x="577583" y="659483"/>
                  </a:lnTo>
                  <a:lnTo>
                    <a:pt x="554426" y="660887"/>
                  </a:lnTo>
                  <a:lnTo>
                    <a:pt x="530939" y="664232"/>
                  </a:lnTo>
                  <a:lnTo>
                    <a:pt x="507255" y="669553"/>
                  </a:lnTo>
                  <a:lnTo>
                    <a:pt x="483512" y="676872"/>
                  </a:lnTo>
                  <a:lnTo>
                    <a:pt x="459847" y="686207"/>
                  </a:lnTo>
                  <a:lnTo>
                    <a:pt x="436400" y="697565"/>
                  </a:lnTo>
                  <a:lnTo>
                    <a:pt x="413311" y="710943"/>
                  </a:lnTo>
                  <a:lnTo>
                    <a:pt x="390721" y="726333"/>
                  </a:lnTo>
                  <a:lnTo>
                    <a:pt x="368770" y="743715"/>
                  </a:lnTo>
                  <a:lnTo>
                    <a:pt x="347598" y="763060"/>
                  </a:lnTo>
                  <a:lnTo>
                    <a:pt x="327344" y="784332"/>
                  </a:lnTo>
                  <a:lnTo>
                    <a:pt x="308142" y="807486"/>
                  </a:lnTo>
                  <a:lnTo>
                    <a:pt x="290128" y="832466"/>
                  </a:lnTo>
                  <a:lnTo>
                    <a:pt x="273432" y="859211"/>
                  </a:lnTo>
                  <a:lnTo>
                    <a:pt x="258183" y="887650"/>
                  </a:lnTo>
                  <a:lnTo>
                    <a:pt x="244504" y="917702"/>
                  </a:lnTo>
                  <a:lnTo>
                    <a:pt x="232514" y="949280"/>
                  </a:lnTo>
                  <a:lnTo>
                    <a:pt x="222329" y="982291"/>
                  </a:lnTo>
                  <a:lnTo>
                    <a:pt x="214057" y="1016630"/>
                  </a:lnTo>
                  <a:lnTo>
                    <a:pt x="207802" y="1052188"/>
                  </a:lnTo>
                  <a:lnTo>
                    <a:pt x="203661" y="1088850"/>
                  </a:lnTo>
                  <a:lnTo>
                    <a:pt x="201725" y="1126491"/>
                  </a:lnTo>
                  <a:lnTo>
                    <a:pt x="202078" y="1164983"/>
                  </a:lnTo>
                  <a:lnTo>
                    <a:pt x="204795" y="1204190"/>
                  </a:lnTo>
                  <a:lnTo>
                    <a:pt x="209946" y="1243974"/>
                  </a:lnTo>
                  <a:lnTo>
                    <a:pt x="217589" y="1284188"/>
                  </a:lnTo>
                  <a:lnTo>
                    <a:pt x="227779" y="1324684"/>
                  </a:lnTo>
                  <a:lnTo>
                    <a:pt x="240557" y="1365307"/>
                  </a:lnTo>
                  <a:lnTo>
                    <a:pt x="255958" y="1405902"/>
                  </a:lnTo>
                  <a:lnTo>
                    <a:pt x="274007" y="1446308"/>
                  </a:lnTo>
                  <a:lnTo>
                    <a:pt x="294721" y="1486364"/>
                  </a:lnTo>
                  <a:lnTo>
                    <a:pt x="318105" y="1525905"/>
                  </a:lnTo>
                  <a:lnTo>
                    <a:pt x="344155" y="1564766"/>
                  </a:lnTo>
                  <a:lnTo>
                    <a:pt x="372860" y="1602781"/>
                  </a:lnTo>
                  <a:lnTo>
                    <a:pt x="404196" y="1639783"/>
                  </a:lnTo>
                  <a:lnTo>
                    <a:pt x="438129" y="1675607"/>
                  </a:lnTo>
                  <a:lnTo>
                    <a:pt x="474618" y="1710088"/>
                  </a:lnTo>
                  <a:lnTo>
                    <a:pt x="513609" y="1743061"/>
                  </a:lnTo>
                  <a:lnTo>
                    <a:pt x="555040" y="1774366"/>
                  </a:lnTo>
                  <a:lnTo>
                    <a:pt x="598839" y="1803844"/>
                  </a:lnTo>
                  <a:lnTo>
                    <a:pt x="644923" y="1831338"/>
                  </a:lnTo>
                  <a:lnTo>
                    <a:pt x="693200" y="1856697"/>
                  </a:lnTo>
                  <a:lnTo>
                    <a:pt x="743572" y="1879774"/>
                  </a:lnTo>
                  <a:lnTo>
                    <a:pt x="795926" y="1900425"/>
                  </a:lnTo>
                  <a:lnTo>
                    <a:pt x="831118" y="1866855"/>
                  </a:lnTo>
                  <a:lnTo>
                    <a:pt x="864115" y="1832205"/>
                  </a:lnTo>
                  <a:lnTo>
                    <a:pt x="894884" y="1796583"/>
                  </a:lnTo>
                  <a:lnTo>
                    <a:pt x="923398" y="1760096"/>
                  </a:lnTo>
                  <a:lnTo>
                    <a:pt x="949636" y="1722854"/>
                  </a:lnTo>
                  <a:lnTo>
                    <a:pt x="973579" y="1684966"/>
                  </a:lnTo>
                  <a:lnTo>
                    <a:pt x="995214" y="1646544"/>
                  </a:lnTo>
                  <a:lnTo>
                    <a:pt x="1014533" y="1607697"/>
                  </a:lnTo>
                  <a:lnTo>
                    <a:pt x="1031532" y="1568534"/>
                  </a:lnTo>
                  <a:lnTo>
                    <a:pt x="1046213" y="1529167"/>
                  </a:lnTo>
                  <a:lnTo>
                    <a:pt x="1058582" y="1489704"/>
                  </a:lnTo>
                  <a:lnTo>
                    <a:pt x="1068649" y="1450255"/>
                  </a:lnTo>
                  <a:lnTo>
                    <a:pt x="1076429" y="1410926"/>
                  </a:lnTo>
                  <a:lnTo>
                    <a:pt x="1081942" y="1371826"/>
                  </a:lnTo>
                  <a:lnTo>
                    <a:pt x="1085212" y="1333060"/>
                  </a:lnTo>
                  <a:lnTo>
                    <a:pt x="1086268" y="1294732"/>
                  </a:lnTo>
                  <a:lnTo>
                    <a:pt x="1085144" y="1256945"/>
                  </a:lnTo>
                  <a:lnTo>
                    <a:pt x="1081877" y="1219800"/>
                  </a:lnTo>
                  <a:lnTo>
                    <a:pt x="1076508" y="1183396"/>
                  </a:lnTo>
                  <a:lnTo>
                    <a:pt x="1069084" y="1147830"/>
                  </a:lnTo>
                  <a:lnTo>
                    <a:pt x="1059654" y="1113198"/>
                  </a:lnTo>
                  <a:lnTo>
                    <a:pt x="1048273" y="1079591"/>
                  </a:lnTo>
                  <a:lnTo>
                    <a:pt x="1034999" y="1047099"/>
                  </a:lnTo>
                  <a:lnTo>
                    <a:pt x="1019893" y="1015811"/>
                  </a:lnTo>
                  <a:lnTo>
                    <a:pt x="1024663" y="1040876"/>
                  </a:lnTo>
                  <a:lnTo>
                    <a:pt x="1027682" y="1066721"/>
                  </a:lnTo>
                  <a:lnTo>
                    <a:pt x="1028896" y="1093242"/>
                  </a:lnTo>
                  <a:lnTo>
                    <a:pt x="1028252" y="1120331"/>
                  </a:lnTo>
                  <a:lnTo>
                    <a:pt x="1025706" y="1147876"/>
                  </a:lnTo>
                  <a:lnTo>
                    <a:pt x="1021220" y="1175765"/>
                  </a:lnTo>
                  <a:lnTo>
                    <a:pt x="1014761" y="1203882"/>
                  </a:lnTo>
                  <a:lnTo>
                    <a:pt x="1006304" y="1232108"/>
                  </a:lnTo>
                  <a:lnTo>
                    <a:pt x="995828" y="1260324"/>
                  </a:lnTo>
                  <a:lnTo>
                    <a:pt x="983321" y="1288409"/>
                  </a:lnTo>
                  <a:lnTo>
                    <a:pt x="968777" y="1316241"/>
                  </a:lnTo>
                  <a:lnTo>
                    <a:pt x="952197" y="1343696"/>
                  </a:lnTo>
                  <a:lnTo>
                    <a:pt x="933586" y="1370651"/>
                  </a:lnTo>
                  <a:lnTo>
                    <a:pt x="912961" y="1396984"/>
                  </a:lnTo>
                  <a:lnTo>
                    <a:pt x="890341" y="1422571"/>
                  </a:lnTo>
                  <a:lnTo>
                    <a:pt x="865754" y="1447291"/>
                  </a:lnTo>
                  <a:lnTo>
                    <a:pt x="839235" y="1471022"/>
                  </a:lnTo>
                  <a:lnTo>
                    <a:pt x="810825" y="1493644"/>
                  </a:lnTo>
                  <a:lnTo>
                    <a:pt x="780572" y="1515040"/>
                  </a:lnTo>
                  <a:lnTo>
                    <a:pt x="748531" y="1535095"/>
                  </a:lnTo>
                  <a:lnTo>
                    <a:pt x="714762" y="1553695"/>
                  </a:lnTo>
                  <a:lnTo>
                    <a:pt x="679333" y="1570729"/>
                  </a:lnTo>
                  <a:lnTo>
                    <a:pt x="642317" y="1586090"/>
                  </a:lnTo>
                  <a:lnTo>
                    <a:pt x="603795" y="1599676"/>
                  </a:lnTo>
                  <a:lnTo>
                    <a:pt x="563852" y="1611385"/>
                  </a:lnTo>
                  <a:lnTo>
                    <a:pt x="522579" y="1621123"/>
                  </a:lnTo>
                  <a:lnTo>
                    <a:pt x="480073" y="1628797"/>
                  </a:lnTo>
                  <a:lnTo>
                    <a:pt x="436437" y="1634322"/>
                  </a:lnTo>
                  <a:lnTo>
                    <a:pt x="391778" y="1637616"/>
                  </a:lnTo>
                  <a:lnTo>
                    <a:pt x="346208" y="1638602"/>
                  </a:lnTo>
                  <a:lnTo>
                    <a:pt x="299845" y="1637210"/>
                  </a:lnTo>
                  <a:lnTo>
                    <a:pt x="252808" y="1633376"/>
                  </a:lnTo>
                  <a:lnTo>
                    <a:pt x="205224" y="1627040"/>
                  </a:lnTo>
                  <a:lnTo>
                    <a:pt x="157221" y="1618150"/>
                  </a:lnTo>
                  <a:lnTo>
                    <a:pt x="108932" y="1606659"/>
                  </a:lnTo>
                  <a:lnTo>
                    <a:pt x="60493" y="1592530"/>
                  </a:lnTo>
                  <a:lnTo>
                    <a:pt x="12040" y="1575729"/>
                  </a:lnTo>
                  <a:lnTo>
                    <a:pt x="5635" y="1527630"/>
                  </a:lnTo>
                  <a:lnTo>
                    <a:pt x="1638" y="1480097"/>
                  </a:lnTo>
                  <a:lnTo>
                    <a:pt x="0" y="1433241"/>
                  </a:lnTo>
                  <a:lnTo>
                    <a:pt x="665" y="1387168"/>
                  </a:lnTo>
                  <a:lnTo>
                    <a:pt x="3575" y="1341982"/>
                  </a:lnTo>
                  <a:lnTo>
                    <a:pt x="8668" y="1297783"/>
                  </a:lnTo>
                  <a:lnTo>
                    <a:pt x="15875" y="1254669"/>
                  </a:lnTo>
                  <a:lnTo>
                    <a:pt x="25124" y="1212733"/>
                  </a:lnTo>
                  <a:lnTo>
                    <a:pt x="36342" y="1172064"/>
                  </a:lnTo>
                  <a:lnTo>
                    <a:pt x="49447" y="1132749"/>
                  </a:lnTo>
                  <a:lnTo>
                    <a:pt x="64357" y="1094869"/>
                  </a:lnTo>
                  <a:lnTo>
                    <a:pt x="80987" y="1058502"/>
                  </a:lnTo>
                  <a:lnTo>
                    <a:pt x="99245" y="1023721"/>
                  </a:lnTo>
                  <a:lnTo>
                    <a:pt x="119041" y="990595"/>
                  </a:lnTo>
                  <a:lnTo>
                    <a:pt x="140278" y="959187"/>
                  </a:lnTo>
                  <a:lnTo>
                    <a:pt x="162859" y="929558"/>
                  </a:lnTo>
                  <a:lnTo>
                    <a:pt x="186684" y="901763"/>
                  </a:lnTo>
                  <a:lnTo>
                    <a:pt x="211650" y="875849"/>
                  </a:lnTo>
                  <a:lnTo>
                    <a:pt x="237654" y="851864"/>
                  </a:lnTo>
                  <a:lnTo>
                    <a:pt x="264588" y="829845"/>
                  </a:lnTo>
                  <a:lnTo>
                    <a:pt x="292346" y="809829"/>
                  </a:lnTo>
                  <a:lnTo>
                    <a:pt x="320819" y="791843"/>
                  </a:lnTo>
                  <a:lnTo>
                    <a:pt x="321795" y="822284"/>
                  </a:lnTo>
                  <a:lnTo>
                    <a:pt x="324720" y="852599"/>
                  </a:lnTo>
                  <a:lnTo>
                    <a:pt x="329581" y="882664"/>
                  </a:lnTo>
                  <a:lnTo>
                    <a:pt x="336358" y="912356"/>
                  </a:lnTo>
                  <a:lnTo>
                    <a:pt x="345023" y="941553"/>
                  </a:lnTo>
                  <a:lnTo>
                    <a:pt x="355542" y="970135"/>
                  </a:lnTo>
                  <a:lnTo>
                    <a:pt x="367870" y="997984"/>
                  </a:lnTo>
                  <a:lnTo>
                    <a:pt x="381957" y="1024986"/>
                  </a:lnTo>
                  <a:lnTo>
                    <a:pt x="397745" y="1051030"/>
                  </a:lnTo>
                  <a:lnTo>
                    <a:pt x="415169" y="1076009"/>
                  </a:lnTo>
                  <a:lnTo>
                    <a:pt x="434158" y="1099821"/>
                  </a:lnTo>
                  <a:lnTo>
                    <a:pt x="454633" y="1122367"/>
                  </a:lnTo>
                  <a:lnTo>
                    <a:pt x="476511" y="1143554"/>
                  </a:lnTo>
                  <a:lnTo>
                    <a:pt x="499702" y="1163296"/>
                  </a:lnTo>
                  <a:lnTo>
                    <a:pt x="524109" y="1181512"/>
                  </a:lnTo>
                  <a:lnTo>
                    <a:pt x="549634" y="1198127"/>
                  </a:lnTo>
                  <a:lnTo>
                    <a:pt x="576171" y="1213072"/>
                  </a:lnTo>
                  <a:lnTo>
                    <a:pt x="603611" y="1226287"/>
                  </a:lnTo>
                  <a:lnTo>
                    <a:pt x="631841" y="1237716"/>
                  </a:lnTo>
                  <a:lnTo>
                    <a:pt x="660745" y="1247312"/>
                  </a:lnTo>
                  <a:lnTo>
                    <a:pt x="690205" y="1255038"/>
                  </a:lnTo>
                  <a:lnTo>
                    <a:pt x="720099" y="1260860"/>
                  </a:lnTo>
                  <a:lnTo>
                    <a:pt x="750305" y="1264754"/>
                  </a:lnTo>
                  <a:lnTo>
                    <a:pt x="780698" y="1266706"/>
                  </a:lnTo>
                  <a:lnTo>
                    <a:pt x="811154" y="1266706"/>
                  </a:lnTo>
                  <a:lnTo>
                    <a:pt x="841547" y="1264754"/>
                  </a:lnTo>
                  <a:lnTo>
                    <a:pt x="871753" y="1260860"/>
                  </a:lnTo>
                  <a:lnTo>
                    <a:pt x="901647" y="1255038"/>
                  </a:lnTo>
                  <a:lnTo>
                    <a:pt x="931106" y="1247312"/>
                  </a:lnTo>
                  <a:lnTo>
                    <a:pt x="960011" y="1237716"/>
                  </a:lnTo>
                  <a:lnTo>
                    <a:pt x="988241" y="1226287"/>
                  </a:lnTo>
                  <a:lnTo>
                    <a:pt x="1015681" y="1213072"/>
                  </a:lnTo>
                  <a:lnTo>
                    <a:pt x="1042217" y="1198127"/>
                  </a:lnTo>
                  <a:lnTo>
                    <a:pt x="1067742" y="1181512"/>
                  </a:lnTo>
                  <a:lnTo>
                    <a:pt x="1092150" y="1163296"/>
                  </a:lnTo>
                  <a:lnTo>
                    <a:pt x="1115340" y="1143554"/>
                  </a:lnTo>
                  <a:lnTo>
                    <a:pt x="1137218" y="1122367"/>
                  </a:lnTo>
                  <a:lnTo>
                    <a:pt x="1157693" y="1099821"/>
                  </a:lnTo>
                  <a:lnTo>
                    <a:pt x="1176682" y="1076009"/>
                  </a:lnTo>
                  <a:lnTo>
                    <a:pt x="1194107" y="1051030"/>
                  </a:lnTo>
                  <a:lnTo>
                    <a:pt x="1209895" y="1024986"/>
                  </a:lnTo>
                  <a:lnTo>
                    <a:pt x="1223982" y="997984"/>
                  </a:lnTo>
                  <a:lnTo>
                    <a:pt x="1236310" y="970135"/>
                  </a:lnTo>
                  <a:lnTo>
                    <a:pt x="1246828" y="941553"/>
                  </a:lnTo>
                  <a:lnTo>
                    <a:pt x="1255494" y="912356"/>
                  </a:lnTo>
                  <a:lnTo>
                    <a:pt x="1262271" y="882664"/>
                  </a:lnTo>
                  <a:lnTo>
                    <a:pt x="1267131" y="852599"/>
                  </a:lnTo>
                  <a:lnTo>
                    <a:pt x="1270056" y="822284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304251" y="1117147"/>
              <a:ext cx="1271032" cy="1900425"/>
            </a:xfrm>
            <a:custGeom>
              <a:avLst/>
              <a:pathLst>
                <a:path w="1271032" h="1900425">
                  <a:moveTo>
                    <a:pt x="795926" y="0"/>
                  </a:moveTo>
                  <a:lnTo>
                    <a:pt x="825770" y="32259"/>
                  </a:lnTo>
                  <a:lnTo>
                    <a:pt x="853083" y="65593"/>
                  </a:lnTo>
                  <a:lnTo>
                    <a:pt x="877828" y="99851"/>
                  </a:lnTo>
                  <a:lnTo>
                    <a:pt x="899978" y="134884"/>
                  </a:lnTo>
                  <a:lnTo>
                    <a:pt x="919511" y="170540"/>
                  </a:lnTo>
                  <a:lnTo>
                    <a:pt x="936413" y="206670"/>
                  </a:lnTo>
                  <a:lnTo>
                    <a:pt x="950681" y="243121"/>
                  </a:lnTo>
                  <a:lnTo>
                    <a:pt x="962317" y="279743"/>
                  </a:lnTo>
                  <a:lnTo>
                    <a:pt x="971331" y="316387"/>
                  </a:lnTo>
                  <a:lnTo>
                    <a:pt x="977741" y="352902"/>
                  </a:lnTo>
                  <a:lnTo>
                    <a:pt x="981573" y="389143"/>
                  </a:lnTo>
                  <a:lnTo>
                    <a:pt x="982860" y="424964"/>
                  </a:lnTo>
                  <a:lnTo>
                    <a:pt x="981643" y="460221"/>
                  </a:lnTo>
                  <a:lnTo>
                    <a:pt x="977970" y="494774"/>
                  </a:lnTo>
                  <a:lnTo>
                    <a:pt x="971896" y="528486"/>
                  </a:lnTo>
                  <a:lnTo>
                    <a:pt x="963482" y="561222"/>
                  </a:lnTo>
                  <a:lnTo>
                    <a:pt x="952798" y="592852"/>
                  </a:lnTo>
                  <a:lnTo>
                    <a:pt x="939919" y="623249"/>
                  </a:lnTo>
                  <a:lnTo>
                    <a:pt x="924927" y="652291"/>
                  </a:lnTo>
                  <a:lnTo>
                    <a:pt x="907909" y="679860"/>
                  </a:lnTo>
                  <a:lnTo>
                    <a:pt x="934838" y="670020"/>
                  </a:lnTo>
                  <a:lnTo>
                    <a:pt x="963449" y="663298"/>
                  </a:lnTo>
                  <a:lnTo>
                    <a:pt x="993444" y="659866"/>
                  </a:lnTo>
                  <a:lnTo>
                    <a:pt x="1024511" y="659869"/>
                  </a:lnTo>
                  <a:lnTo>
                    <a:pt x="1056326" y="663428"/>
                  </a:lnTo>
                  <a:lnTo>
                    <a:pt x="1088553" y="670633"/>
                  </a:lnTo>
                  <a:lnTo>
                    <a:pt x="1120848" y="681547"/>
                  </a:lnTo>
                  <a:lnTo>
                    <a:pt x="1152861" y="696203"/>
                  </a:lnTo>
                  <a:lnTo>
                    <a:pt x="1184240" y="714603"/>
                  </a:lnTo>
                  <a:lnTo>
                    <a:pt x="1214629" y="736720"/>
                  </a:lnTo>
                  <a:lnTo>
                    <a:pt x="1243676" y="762496"/>
                  </a:lnTo>
                  <a:lnTo>
                    <a:pt x="1271032" y="791843"/>
                  </a:lnTo>
                  <a:lnTo>
                    <a:pt x="1255461" y="824710"/>
                  </a:lnTo>
                  <a:lnTo>
                    <a:pt x="1237695" y="855360"/>
                  </a:lnTo>
                  <a:lnTo>
                    <a:pt x="1217970" y="883653"/>
                  </a:lnTo>
                  <a:lnTo>
                    <a:pt x="1196531" y="909472"/>
                  </a:lnTo>
                  <a:lnTo>
                    <a:pt x="1173629" y="932720"/>
                  </a:lnTo>
                  <a:lnTo>
                    <a:pt x="1149521" y="953325"/>
                  </a:lnTo>
                  <a:lnTo>
                    <a:pt x="1124464" y="971239"/>
                  </a:lnTo>
                  <a:lnTo>
                    <a:pt x="1098717" y="986436"/>
                  </a:lnTo>
                  <a:lnTo>
                    <a:pt x="1072538" y="998913"/>
                  </a:lnTo>
                  <a:lnTo>
                    <a:pt x="1046181" y="1008690"/>
                  </a:lnTo>
                  <a:lnTo>
                    <a:pt x="1019893" y="1015811"/>
                  </a:lnTo>
                  <a:lnTo>
                    <a:pt x="1034999" y="1047099"/>
                  </a:lnTo>
                  <a:lnTo>
                    <a:pt x="1048273" y="1079591"/>
                  </a:lnTo>
                  <a:lnTo>
                    <a:pt x="1059654" y="1113198"/>
                  </a:lnTo>
                  <a:lnTo>
                    <a:pt x="1069084" y="1147830"/>
                  </a:lnTo>
                  <a:lnTo>
                    <a:pt x="1076508" y="1183396"/>
                  </a:lnTo>
                  <a:lnTo>
                    <a:pt x="1081877" y="1219800"/>
                  </a:lnTo>
                  <a:lnTo>
                    <a:pt x="1085144" y="1256945"/>
                  </a:lnTo>
                  <a:lnTo>
                    <a:pt x="1086268" y="1294732"/>
                  </a:lnTo>
                  <a:lnTo>
                    <a:pt x="1085212" y="1333060"/>
                  </a:lnTo>
                  <a:lnTo>
                    <a:pt x="1081942" y="1371826"/>
                  </a:lnTo>
                  <a:lnTo>
                    <a:pt x="1076429" y="1410926"/>
                  </a:lnTo>
                  <a:lnTo>
                    <a:pt x="1068649" y="1450255"/>
                  </a:lnTo>
                  <a:lnTo>
                    <a:pt x="1058582" y="1489704"/>
                  </a:lnTo>
                  <a:lnTo>
                    <a:pt x="1046213" y="1529167"/>
                  </a:lnTo>
                  <a:lnTo>
                    <a:pt x="1031532" y="1568534"/>
                  </a:lnTo>
                  <a:lnTo>
                    <a:pt x="1014533" y="1607697"/>
                  </a:lnTo>
                  <a:lnTo>
                    <a:pt x="995214" y="1646544"/>
                  </a:lnTo>
                  <a:lnTo>
                    <a:pt x="973579" y="1684966"/>
                  </a:lnTo>
                  <a:lnTo>
                    <a:pt x="949636" y="1722854"/>
                  </a:lnTo>
                  <a:lnTo>
                    <a:pt x="923398" y="1760096"/>
                  </a:lnTo>
                  <a:lnTo>
                    <a:pt x="894884" y="1796583"/>
                  </a:lnTo>
                  <a:lnTo>
                    <a:pt x="864115" y="1832205"/>
                  </a:lnTo>
                  <a:lnTo>
                    <a:pt x="831118" y="1866855"/>
                  </a:lnTo>
                  <a:lnTo>
                    <a:pt x="795926" y="1900425"/>
                  </a:lnTo>
                  <a:lnTo>
                    <a:pt x="758077" y="1899778"/>
                  </a:lnTo>
                  <a:lnTo>
                    <a:pt x="720273" y="1897840"/>
                  </a:lnTo>
                  <a:lnTo>
                    <a:pt x="682558" y="1894613"/>
                  </a:lnTo>
                  <a:lnTo>
                    <a:pt x="644974" y="1890099"/>
                  </a:lnTo>
                  <a:lnTo>
                    <a:pt x="607566" y="1884305"/>
                  </a:lnTo>
                  <a:lnTo>
                    <a:pt x="570378" y="1877238"/>
                  </a:lnTo>
                  <a:lnTo>
                    <a:pt x="533453" y="1868905"/>
                  </a:lnTo>
                  <a:lnTo>
                    <a:pt x="496834" y="1859316"/>
                  </a:lnTo>
                  <a:lnTo>
                    <a:pt x="460564" y="1848482"/>
                  </a:lnTo>
                  <a:lnTo>
                    <a:pt x="424684" y="1836416"/>
                  </a:lnTo>
                  <a:lnTo>
                    <a:pt x="389238" y="1823133"/>
                  </a:lnTo>
                  <a:lnTo>
                    <a:pt x="354266" y="1808647"/>
                  </a:lnTo>
                  <a:lnTo>
                    <a:pt x="319808" y="1792975"/>
                  </a:lnTo>
                  <a:lnTo>
                    <a:pt x="285906" y="1776136"/>
                  </a:lnTo>
                  <a:lnTo>
                    <a:pt x="252599" y="1758150"/>
                  </a:lnTo>
                  <a:lnTo>
                    <a:pt x="219925" y="1739037"/>
                  </a:lnTo>
                  <a:lnTo>
                    <a:pt x="187922" y="1718819"/>
                  </a:lnTo>
                  <a:lnTo>
                    <a:pt x="156629" y="1697521"/>
                  </a:lnTo>
                  <a:lnTo>
                    <a:pt x="126080" y="1675167"/>
                  </a:lnTo>
                  <a:lnTo>
                    <a:pt x="96313" y="1651782"/>
                  </a:lnTo>
                  <a:lnTo>
                    <a:pt x="67362" y="1627396"/>
                  </a:lnTo>
                  <a:lnTo>
                    <a:pt x="39260" y="1602034"/>
                  </a:lnTo>
                  <a:lnTo>
                    <a:pt x="12040" y="1575729"/>
                  </a:lnTo>
                  <a:lnTo>
                    <a:pt x="5635" y="1527630"/>
                  </a:lnTo>
                  <a:lnTo>
                    <a:pt x="1638" y="1480097"/>
                  </a:lnTo>
                  <a:lnTo>
                    <a:pt x="0" y="1433241"/>
                  </a:lnTo>
                  <a:lnTo>
                    <a:pt x="665" y="1387168"/>
                  </a:lnTo>
                  <a:lnTo>
                    <a:pt x="3575" y="1341982"/>
                  </a:lnTo>
                  <a:lnTo>
                    <a:pt x="8668" y="1297783"/>
                  </a:lnTo>
                  <a:lnTo>
                    <a:pt x="15875" y="1254669"/>
                  </a:lnTo>
                  <a:lnTo>
                    <a:pt x="25124" y="1212733"/>
                  </a:lnTo>
                  <a:lnTo>
                    <a:pt x="36342" y="1172064"/>
                  </a:lnTo>
                  <a:lnTo>
                    <a:pt x="49447" y="1132749"/>
                  </a:lnTo>
                  <a:lnTo>
                    <a:pt x="64357" y="1094869"/>
                  </a:lnTo>
                  <a:lnTo>
                    <a:pt x="80987" y="1058502"/>
                  </a:lnTo>
                  <a:lnTo>
                    <a:pt x="99245" y="1023721"/>
                  </a:lnTo>
                  <a:lnTo>
                    <a:pt x="119041" y="990595"/>
                  </a:lnTo>
                  <a:lnTo>
                    <a:pt x="140278" y="959187"/>
                  </a:lnTo>
                  <a:lnTo>
                    <a:pt x="162859" y="929558"/>
                  </a:lnTo>
                  <a:lnTo>
                    <a:pt x="186684" y="901763"/>
                  </a:lnTo>
                  <a:lnTo>
                    <a:pt x="211650" y="875849"/>
                  </a:lnTo>
                  <a:lnTo>
                    <a:pt x="237654" y="851864"/>
                  </a:lnTo>
                  <a:lnTo>
                    <a:pt x="264588" y="829845"/>
                  </a:lnTo>
                  <a:lnTo>
                    <a:pt x="292346" y="809829"/>
                  </a:lnTo>
                  <a:lnTo>
                    <a:pt x="320819" y="791843"/>
                  </a:lnTo>
                  <a:lnTo>
                    <a:pt x="348175" y="762496"/>
                  </a:lnTo>
                  <a:lnTo>
                    <a:pt x="377222" y="736720"/>
                  </a:lnTo>
                  <a:lnTo>
                    <a:pt x="407611" y="714603"/>
                  </a:lnTo>
                  <a:lnTo>
                    <a:pt x="438990" y="696203"/>
                  </a:lnTo>
                  <a:lnTo>
                    <a:pt x="471003" y="681547"/>
                  </a:lnTo>
                  <a:lnTo>
                    <a:pt x="503298" y="670633"/>
                  </a:lnTo>
                  <a:lnTo>
                    <a:pt x="535525" y="663428"/>
                  </a:lnTo>
                  <a:lnTo>
                    <a:pt x="567340" y="659869"/>
                  </a:lnTo>
                  <a:lnTo>
                    <a:pt x="598407" y="659866"/>
                  </a:lnTo>
                  <a:lnTo>
                    <a:pt x="628402" y="663298"/>
                  </a:lnTo>
                  <a:lnTo>
                    <a:pt x="657013" y="670020"/>
                  </a:lnTo>
                  <a:lnTo>
                    <a:pt x="683942" y="679860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543683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068576" y="108554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180560" y="176540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956593" y="176540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068576" y="298597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292543" y="210135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284691" y="2661275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93470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100177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100177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100177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100177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100177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316292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991596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316292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4968138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747916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239249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738818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959040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966115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730951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975213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473878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424409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6583680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583680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911679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7573719" y="224458"/>
              <a:ext cx="156700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 (n=19)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6971496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357223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357223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357223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357223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357223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475352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110069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475352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803002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248781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110226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7700222" y="800410"/>
              <a:ext cx="1052838" cy="1584673"/>
            </a:xfrm>
            <a:custGeom>
              <a:avLst/>
              <a:pathLst>
                <a:path w="1052838" h="1584673">
                  <a:moveTo>
                    <a:pt x="657001" y="1108581"/>
                  </a:moveTo>
                  <a:lnTo>
                    <a:pt x="685403" y="1107436"/>
                  </a:lnTo>
                  <a:lnTo>
                    <a:pt x="713667" y="1104006"/>
                  </a:lnTo>
                  <a:lnTo>
                    <a:pt x="741655" y="1098302"/>
                  </a:lnTo>
                  <a:lnTo>
                    <a:pt x="769229" y="1090342"/>
                  </a:lnTo>
                  <a:lnTo>
                    <a:pt x="796254" y="1080152"/>
                  </a:lnTo>
                  <a:lnTo>
                    <a:pt x="822596" y="1067765"/>
                  </a:lnTo>
                  <a:lnTo>
                    <a:pt x="848121" y="1053222"/>
                  </a:lnTo>
                  <a:lnTo>
                    <a:pt x="872699" y="1036570"/>
                  </a:lnTo>
                  <a:lnTo>
                    <a:pt x="896203" y="1017864"/>
                  </a:lnTo>
                  <a:lnTo>
                    <a:pt x="918506" y="997164"/>
                  </a:lnTo>
                  <a:lnTo>
                    <a:pt x="939489" y="974539"/>
                  </a:lnTo>
                  <a:lnTo>
                    <a:pt x="959032" y="950063"/>
                  </a:lnTo>
                  <a:lnTo>
                    <a:pt x="977021" y="923817"/>
                  </a:lnTo>
                  <a:lnTo>
                    <a:pt x="993346" y="895889"/>
                  </a:lnTo>
                  <a:lnTo>
                    <a:pt x="1007903" y="866371"/>
                  </a:lnTo>
                  <a:lnTo>
                    <a:pt x="1020589" y="835362"/>
                  </a:lnTo>
                  <a:lnTo>
                    <a:pt x="1031311" y="802966"/>
                  </a:lnTo>
                  <a:lnTo>
                    <a:pt x="1039979" y="769292"/>
                  </a:lnTo>
                  <a:lnTo>
                    <a:pt x="1046506" y="734456"/>
                  </a:lnTo>
                  <a:lnTo>
                    <a:pt x="1050817" y="698575"/>
                  </a:lnTo>
                  <a:lnTo>
                    <a:pt x="1052838" y="661774"/>
                  </a:lnTo>
                  <a:lnTo>
                    <a:pt x="1052503" y="624179"/>
                  </a:lnTo>
                  <a:lnTo>
                    <a:pt x="1049753" y="585922"/>
                  </a:lnTo>
                  <a:lnTo>
                    <a:pt x="1044537" y="547138"/>
                  </a:lnTo>
                  <a:lnTo>
                    <a:pt x="1036808" y="507964"/>
                  </a:lnTo>
                  <a:lnTo>
                    <a:pt x="1026528" y="468541"/>
                  </a:lnTo>
                  <a:lnTo>
                    <a:pt x="1013666" y="429012"/>
                  </a:lnTo>
                  <a:lnTo>
                    <a:pt x="998199" y="389521"/>
                  </a:lnTo>
                  <a:lnTo>
                    <a:pt x="980111" y="350214"/>
                  </a:lnTo>
                  <a:lnTo>
                    <a:pt x="959392" y="311241"/>
                  </a:lnTo>
                  <a:lnTo>
                    <a:pt x="936042" y="272749"/>
                  </a:lnTo>
                  <a:lnTo>
                    <a:pt x="910069" y="234889"/>
                  </a:lnTo>
                  <a:lnTo>
                    <a:pt x="881486" y="197808"/>
                  </a:lnTo>
                  <a:lnTo>
                    <a:pt x="850317" y="161657"/>
                  </a:lnTo>
                  <a:lnTo>
                    <a:pt x="816591" y="126584"/>
                  </a:lnTo>
                  <a:lnTo>
                    <a:pt x="780347" y="92736"/>
                  </a:lnTo>
                  <a:lnTo>
                    <a:pt x="741630" y="60260"/>
                  </a:lnTo>
                  <a:lnTo>
                    <a:pt x="700494" y="29301"/>
                  </a:lnTo>
                  <a:lnTo>
                    <a:pt x="657001" y="0"/>
                  </a:lnTo>
                  <a:lnTo>
                    <a:pt x="689410" y="36020"/>
                  </a:lnTo>
                  <a:lnTo>
                    <a:pt x="719645" y="72955"/>
                  </a:lnTo>
                  <a:lnTo>
                    <a:pt x="747679" y="110705"/>
                  </a:lnTo>
                  <a:lnTo>
                    <a:pt x="773494" y="149172"/>
                  </a:lnTo>
                  <a:lnTo>
                    <a:pt x="797072" y="188255"/>
                  </a:lnTo>
                  <a:lnTo>
                    <a:pt x="818400" y="227855"/>
                  </a:lnTo>
                  <a:lnTo>
                    <a:pt x="837469" y="267871"/>
                  </a:lnTo>
                  <a:lnTo>
                    <a:pt x="854276" y="308205"/>
                  </a:lnTo>
                  <a:lnTo>
                    <a:pt x="868818" y="348755"/>
                  </a:lnTo>
                  <a:lnTo>
                    <a:pt x="881100" y="389421"/>
                  </a:lnTo>
                  <a:lnTo>
                    <a:pt x="891128" y="430106"/>
                  </a:lnTo>
                  <a:lnTo>
                    <a:pt x="898914" y="470709"/>
                  </a:lnTo>
                  <a:lnTo>
                    <a:pt x="904472" y="511133"/>
                  </a:lnTo>
                  <a:lnTo>
                    <a:pt x="907821" y="551281"/>
                  </a:lnTo>
                  <a:lnTo>
                    <a:pt x="908984" y="591057"/>
                  </a:lnTo>
                  <a:lnTo>
                    <a:pt x="907988" y="630365"/>
                  </a:lnTo>
                  <a:lnTo>
                    <a:pt x="904862" y="669113"/>
                  </a:lnTo>
                  <a:lnTo>
                    <a:pt x="899640" y="707206"/>
                  </a:lnTo>
                  <a:lnTo>
                    <a:pt x="892360" y="744556"/>
                  </a:lnTo>
                  <a:lnTo>
                    <a:pt x="883063" y="781073"/>
                  </a:lnTo>
                  <a:lnTo>
                    <a:pt x="871794" y="816669"/>
                  </a:lnTo>
                  <a:lnTo>
                    <a:pt x="858600" y="851259"/>
                  </a:lnTo>
                  <a:lnTo>
                    <a:pt x="843532" y="884760"/>
                  </a:lnTo>
                  <a:lnTo>
                    <a:pt x="826645" y="917092"/>
                  </a:lnTo>
                  <a:lnTo>
                    <a:pt x="807997" y="948175"/>
                  </a:lnTo>
                  <a:lnTo>
                    <a:pt x="787648" y="977933"/>
                  </a:lnTo>
                  <a:lnTo>
                    <a:pt x="801900" y="981744"/>
                  </a:lnTo>
                  <a:lnTo>
                    <a:pt x="816195" y="986892"/>
                  </a:lnTo>
                  <a:lnTo>
                    <a:pt x="830419" y="993399"/>
                  </a:lnTo>
                  <a:lnTo>
                    <a:pt x="844452" y="1001276"/>
                  </a:lnTo>
                  <a:lnTo>
                    <a:pt x="858173" y="1010524"/>
                  </a:lnTo>
                  <a:lnTo>
                    <a:pt x="871463" y="1021134"/>
                  </a:lnTo>
                  <a:lnTo>
                    <a:pt x="884199" y="1033089"/>
                  </a:lnTo>
                  <a:lnTo>
                    <a:pt x="896261" y="1046359"/>
                  </a:lnTo>
                  <a:lnTo>
                    <a:pt x="907530" y="1060905"/>
                  </a:lnTo>
                  <a:lnTo>
                    <a:pt x="917890" y="1076678"/>
                  </a:lnTo>
                  <a:lnTo>
                    <a:pt x="927227" y="1093620"/>
                  </a:lnTo>
                  <a:lnTo>
                    <a:pt x="935430" y="1111661"/>
                  </a:lnTo>
                  <a:lnTo>
                    <a:pt x="942396" y="1130724"/>
                  </a:lnTo>
                  <a:lnTo>
                    <a:pt x="948026" y="1150723"/>
                  </a:lnTo>
                  <a:lnTo>
                    <a:pt x="952225" y="1171560"/>
                  </a:lnTo>
                  <a:lnTo>
                    <a:pt x="954908" y="1193133"/>
                  </a:lnTo>
                  <a:lnTo>
                    <a:pt x="955997" y="1215330"/>
                  </a:lnTo>
                  <a:lnTo>
                    <a:pt x="955421" y="1238032"/>
                  </a:lnTo>
                  <a:lnTo>
                    <a:pt x="953118" y="1261115"/>
                  </a:lnTo>
                  <a:lnTo>
                    <a:pt x="949038" y="1284446"/>
                  </a:lnTo>
                  <a:lnTo>
                    <a:pt x="943137" y="1307889"/>
                  </a:lnTo>
                  <a:lnTo>
                    <a:pt x="935384" y="1331305"/>
                  </a:lnTo>
                  <a:lnTo>
                    <a:pt x="925759" y="1354548"/>
                  </a:lnTo>
                  <a:lnTo>
                    <a:pt x="914251" y="1377473"/>
                  </a:lnTo>
                  <a:lnTo>
                    <a:pt x="900861" y="1399929"/>
                  </a:lnTo>
                  <a:lnTo>
                    <a:pt x="885604" y="1421767"/>
                  </a:lnTo>
                  <a:lnTo>
                    <a:pt x="868504" y="1442836"/>
                  </a:lnTo>
                  <a:lnTo>
                    <a:pt x="849597" y="1462987"/>
                  </a:lnTo>
                  <a:lnTo>
                    <a:pt x="828932" y="1482072"/>
                  </a:lnTo>
                  <a:lnTo>
                    <a:pt x="806569" y="1499945"/>
                  </a:lnTo>
                  <a:lnTo>
                    <a:pt x="782581" y="1516464"/>
                  </a:lnTo>
                  <a:lnTo>
                    <a:pt x="757050" y="1531492"/>
                  </a:lnTo>
                  <a:lnTo>
                    <a:pt x="730070" y="1544896"/>
                  </a:lnTo>
                  <a:lnTo>
                    <a:pt x="701747" y="1556550"/>
                  </a:lnTo>
                  <a:lnTo>
                    <a:pt x="672197" y="1566334"/>
                  </a:lnTo>
                  <a:lnTo>
                    <a:pt x="641545" y="1574137"/>
                  </a:lnTo>
                  <a:lnTo>
                    <a:pt x="609926" y="1579855"/>
                  </a:lnTo>
                  <a:lnTo>
                    <a:pt x="577484" y="1583395"/>
                  </a:lnTo>
                  <a:lnTo>
                    <a:pt x="544371" y="1584673"/>
                  </a:lnTo>
                  <a:lnTo>
                    <a:pt x="510746" y="1583616"/>
                  </a:lnTo>
                  <a:lnTo>
                    <a:pt x="476775" y="1580162"/>
                  </a:lnTo>
                  <a:lnTo>
                    <a:pt x="442631" y="1574263"/>
                  </a:lnTo>
                  <a:lnTo>
                    <a:pt x="408490" y="1565879"/>
                  </a:lnTo>
                  <a:lnTo>
                    <a:pt x="374533" y="1554987"/>
                  </a:lnTo>
                  <a:lnTo>
                    <a:pt x="340945" y="1541576"/>
                  </a:lnTo>
                  <a:lnTo>
                    <a:pt x="307913" y="1525648"/>
                  </a:lnTo>
                  <a:lnTo>
                    <a:pt x="275624" y="1507218"/>
                  </a:lnTo>
                  <a:lnTo>
                    <a:pt x="244265" y="1486317"/>
                  </a:lnTo>
                  <a:lnTo>
                    <a:pt x="214026" y="1462988"/>
                  </a:lnTo>
                  <a:lnTo>
                    <a:pt x="185090" y="1437291"/>
                  </a:lnTo>
                  <a:lnTo>
                    <a:pt x="157640" y="1409296"/>
                  </a:lnTo>
                  <a:lnTo>
                    <a:pt x="131855" y="1379090"/>
                  </a:lnTo>
                  <a:lnTo>
                    <a:pt x="107908" y="1346772"/>
                  </a:lnTo>
                  <a:lnTo>
                    <a:pt x="85967" y="1312455"/>
                  </a:lnTo>
                  <a:lnTo>
                    <a:pt x="66192" y="1276265"/>
                  </a:lnTo>
                  <a:lnTo>
                    <a:pt x="48737" y="1238340"/>
                  </a:lnTo>
                  <a:lnTo>
                    <a:pt x="33744" y="1198832"/>
                  </a:lnTo>
                  <a:lnTo>
                    <a:pt x="21347" y="1157900"/>
                  </a:lnTo>
                  <a:lnTo>
                    <a:pt x="11669" y="1115720"/>
                  </a:lnTo>
                  <a:lnTo>
                    <a:pt x="4821" y="1072472"/>
                  </a:lnTo>
                  <a:lnTo>
                    <a:pt x="903" y="1028350"/>
                  </a:lnTo>
                  <a:lnTo>
                    <a:pt x="0" y="983552"/>
                  </a:lnTo>
                  <a:lnTo>
                    <a:pt x="2183" y="938289"/>
                  </a:lnTo>
                  <a:lnTo>
                    <a:pt x="7510" y="892772"/>
                  </a:lnTo>
                  <a:lnTo>
                    <a:pt x="16024" y="847224"/>
                  </a:lnTo>
                  <a:lnTo>
                    <a:pt x="27752" y="801867"/>
                  </a:lnTo>
                  <a:lnTo>
                    <a:pt x="42704" y="756930"/>
                  </a:lnTo>
                  <a:lnTo>
                    <a:pt x="60876" y="712643"/>
                  </a:lnTo>
                  <a:lnTo>
                    <a:pt x="82246" y="669237"/>
                  </a:lnTo>
                  <a:lnTo>
                    <a:pt x="106776" y="626943"/>
                  </a:lnTo>
                  <a:lnTo>
                    <a:pt x="134411" y="585991"/>
                  </a:lnTo>
                  <a:lnTo>
                    <a:pt x="111986" y="622866"/>
                  </a:lnTo>
                  <a:lnTo>
                    <a:pt x="92050" y="660571"/>
                  </a:lnTo>
                  <a:lnTo>
                    <a:pt x="74622" y="698945"/>
                  </a:lnTo>
                  <a:lnTo>
                    <a:pt x="59713" y="737824"/>
                  </a:lnTo>
                  <a:lnTo>
                    <a:pt x="47322" y="777048"/>
                  </a:lnTo>
                  <a:lnTo>
                    <a:pt x="37439" y="816457"/>
                  </a:lnTo>
                  <a:lnTo>
                    <a:pt x="30042" y="855894"/>
                  </a:lnTo>
                  <a:lnTo>
                    <a:pt x="25103" y="895205"/>
                  </a:lnTo>
                  <a:lnTo>
                    <a:pt x="22581" y="934239"/>
                  </a:lnTo>
                  <a:lnTo>
                    <a:pt x="22429" y="972851"/>
                  </a:lnTo>
                  <a:lnTo>
                    <a:pt x="24587" y="1010899"/>
                  </a:lnTo>
                  <a:lnTo>
                    <a:pt x="28993" y="1048245"/>
                  </a:lnTo>
                  <a:lnTo>
                    <a:pt x="35570" y="1084761"/>
                  </a:lnTo>
                  <a:lnTo>
                    <a:pt x="44239" y="1120320"/>
                  </a:lnTo>
                  <a:lnTo>
                    <a:pt x="54911" y="1154806"/>
                  </a:lnTo>
                  <a:lnTo>
                    <a:pt x="67492" y="1188107"/>
                  </a:lnTo>
                  <a:lnTo>
                    <a:pt x="81881" y="1220119"/>
                  </a:lnTo>
                  <a:lnTo>
                    <a:pt x="97972" y="1250746"/>
                  </a:lnTo>
                  <a:lnTo>
                    <a:pt x="115653" y="1279901"/>
                  </a:lnTo>
                  <a:lnTo>
                    <a:pt x="134809" y="1307503"/>
                  </a:lnTo>
                  <a:lnTo>
                    <a:pt x="155321" y="1333480"/>
                  </a:lnTo>
                  <a:lnTo>
                    <a:pt x="177065" y="1357771"/>
                  </a:lnTo>
                  <a:lnTo>
                    <a:pt x="199917" y="1380319"/>
                  </a:lnTo>
                  <a:lnTo>
                    <a:pt x="223749" y="1401081"/>
                  </a:lnTo>
                  <a:lnTo>
                    <a:pt x="248433" y="1420019"/>
                  </a:lnTo>
                  <a:lnTo>
                    <a:pt x="273837" y="1437105"/>
                  </a:lnTo>
                  <a:lnTo>
                    <a:pt x="299833" y="1452320"/>
                  </a:lnTo>
                  <a:lnTo>
                    <a:pt x="326290" y="1465655"/>
                  </a:lnTo>
                  <a:lnTo>
                    <a:pt x="353080" y="1477107"/>
                  </a:lnTo>
                  <a:lnTo>
                    <a:pt x="380074" y="1486684"/>
                  </a:lnTo>
                  <a:lnTo>
                    <a:pt x="407147" y="1494400"/>
                  </a:lnTo>
                  <a:lnTo>
                    <a:pt x="434176" y="1500280"/>
                  </a:lnTo>
                  <a:lnTo>
                    <a:pt x="461041" y="1504354"/>
                  </a:lnTo>
                  <a:lnTo>
                    <a:pt x="487625" y="1506663"/>
                  </a:lnTo>
                  <a:lnTo>
                    <a:pt x="513815" y="1507252"/>
                  </a:lnTo>
                  <a:lnTo>
                    <a:pt x="539504" y="1506174"/>
                  </a:lnTo>
                  <a:lnTo>
                    <a:pt x="564588" y="1503491"/>
                  </a:lnTo>
                  <a:lnTo>
                    <a:pt x="588969" y="1499268"/>
                  </a:lnTo>
                  <a:lnTo>
                    <a:pt x="612555" y="1493577"/>
                  </a:lnTo>
                  <a:lnTo>
                    <a:pt x="635259" y="1486496"/>
                  </a:lnTo>
                  <a:lnTo>
                    <a:pt x="657001" y="1478108"/>
                  </a:lnTo>
                  <a:lnTo>
                    <a:pt x="682176" y="1492681"/>
                  </a:lnTo>
                  <a:lnTo>
                    <a:pt x="709253" y="1505477"/>
                  </a:lnTo>
                  <a:lnTo>
                    <a:pt x="738103" y="1516311"/>
                  </a:lnTo>
                  <a:lnTo>
                    <a:pt x="768582" y="1525006"/>
                  </a:lnTo>
                  <a:lnTo>
                    <a:pt x="800527" y="1531396"/>
                  </a:lnTo>
                  <a:lnTo>
                    <a:pt x="833766" y="1535329"/>
                  </a:lnTo>
                  <a:lnTo>
                    <a:pt x="868108" y="1536664"/>
                  </a:lnTo>
                  <a:lnTo>
                    <a:pt x="903352" y="1535274"/>
                  </a:lnTo>
                  <a:lnTo>
                    <a:pt x="939286" y="1531050"/>
                  </a:lnTo>
                  <a:lnTo>
                    <a:pt x="975685" y="1523899"/>
                  </a:lnTo>
                  <a:lnTo>
                    <a:pt x="1012318" y="1513743"/>
                  </a:lnTo>
                  <a:lnTo>
                    <a:pt x="1048943" y="1500524"/>
                  </a:lnTo>
                  <a:lnTo>
                    <a:pt x="1017394" y="1519531"/>
                  </a:lnTo>
                  <a:lnTo>
                    <a:pt x="985059" y="1536114"/>
                  </a:lnTo>
                  <a:lnTo>
                    <a:pt x="952117" y="1550254"/>
                  </a:lnTo>
                  <a:lnTo>
                    <a:pt x="918749" y="1561942"/>
                  </a:lnTo>
                  <a:lnTo>
                    <a:pt x="885133" y="1571186"/>
                  </a:lnTo>
                  <a:lnTo>
                    <a:pt x="851442" y="1578004"/>
                  </a:lnTo>
                  <a:lnTo>
                    <a:pt x="817850" y="1582426"/>
                  </a:lnTo>
                  <a:lnTo>
                    <a:pt x="784522" y="1584495"/>
                  </a:lnTo>
                  <a:lnTo>
                    <a:pt x="751620" y="1584266"/>
                  </a:lnTo>
                  <a:lnTo>
                    <a:pt x="719302" y="1581803"/>
                  </a:lnTo>
                  <a:lnTo>
                    <a:pt x="687715" y="1577183"/>
                  </a:lnTo>
                  <a:lnTo>
                    <a:pt x="657001" y="1570490"/>
                  </a:lnTo>
                  <a:lnTo>
                    <a:pt x="627294" y="1561819"/>
                  </a:lnTo>
                  <a:lnTo>
                    <a:pt x="598719" y="1551273"/>
                  </a:lnTo>
                  <a:lnTo>
                    <a:pt x="571393" y="1538963"/>
                  </a:lnTo>
                  <a:lnTo>
                    <a:pt x="545420" y="1525006"/>
                  </a:lnTo>
                  <a:lnTo>
                    <a:pt x="520898" y="1509527"/>
                  </a:lnTo>
                  <a:lnTo>
                    <a:pt x="497912" y="1492654"/>
                  </a:lnTo>
                  <a:lnTo>
                    <a:pt x="476538" y="1474522"/>
                  </a:lnTo>
                  <a:lnTo>
                    <a:pt x="456840" y="1455269"/>
                  </a:lnTo>
                  <a:lnTo>
                    <a:pt x="438871" y="1435035"/>
                  </a:lnTo>
                  <a:lnTo>
                    <a:pt x="422674" y="1413962"/>
                  </a:lnTo>
                  <a:lnTo>
                    <a:pt x="408279" y="1392194"/>
                  </a:lnTo>
                  <a:lnTo>
                    <a:pt x="395706" y="1369876"/>
                  </a:lnTo>
                  <a:lnTo>
                    <a:pt x="389653" y="1332912"/>
                  </a:lnTo>
                  <a:lnTo>
                    <a:pt x="387935" y="1296983"/>
                  </a:lnTo>
                  <a:lnTo>
                    <a:pt x="390318" y="1262551"/>
                  </a:lnTo>
                  <a:lnTo>
                    <a:pt x="396519" y="1230046"/>
                  </a:lnTo>
                  <a:lnTo>
                    <a:pt x="406215" y="1199859"/>
                  </a:lnTo>
                  <a:lnTo>
                    <a:pt x="419044" y="1172341"/>
                  </a:lnTo>
                  <a:lnTo>
                    <a:pt x="434609" y="1147794"/>
                  </a:lnTo>
                  <a:lnTo>
                    <a:pt x="452489" y="1126473"/>
                  </a:lnTo>
                  <a:lnTo>
                    <a:pt x="472237" y="1108581"/>
                  </a:lnTo>
                  <a:lnTo>
                    <a:pt x="489736" y="1146758"/>
                  </a:lnTo>
                  <a:lnTo>
                    <a:pt x="514315" y="1177295"/>
                  </a:lnTo>
                  <a:lnTo>
                    <a:pt x="543501" y="1199094"/>
                  </a:lnTo>
                  <a:lnTo>
                    <a:pt x="574716" y="1211762"/>
                  </a:lnTo>
                  <a:lnTo>
                    <a:pt x="605466" y="1215595"/>
                  </a:lnTo>
                  <a:lnTo>
                    <a:pt x="633507" y="1211513"/>
                  </a:lnTo>
                  <a:lnTo>
                    <a:pt x="657001" y="1200963"/>
                  </a:lnTo>
                  <a:lnTo>
                    <a:pt x="674621" y="1185780"/>
                  </a:lnTo>
                  <a:lnTo>
                    <a:pt x="685631" y="1168033"/>
                  </a:lnTo>
                  <a:lnTo>
                    <a:pt x="689915" y="1149853"/>
                  </a:lnTo>
                  <a:lnTo>
                    <a:pt x="687955" y="1133266"/>
                  </a:lnTo>
                  <a:lnTo>
                    <a:pt x="680782" y="1120033"/>
                  </a:lnTo>
                  <a:lnTo>
                    <a:pt x="669867" y="1111518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834633" y="800410"/>
              <a:ext cx="914532" cy="1536664"/>
            </a:xfrm>
            <a:custGeom>
              <a:avLst/>
              <a:pathLst>
                <a:path w="914532" h="1536664">
                  <a:moveTo>
                    <a:pt x="522590" y="0"/>
                  </a:moveTo>
                  <a:lnTo>
                    <a:pt x="554999" y="36020"/>
                  </a:lnTo>
                  <a:lnTo>
                    <a:pt x="585234" y="72955"/>
                  </a:lnTo>
                  <a:lnTo>
                    <a:pt x="613268" y="110705"/>
                  </a:lnTo>
                  <a:lnTo>
                    <a:pt x="639083" y="149172"/>
                  </a:lnTo>
                  <a:lnTo>
                    <a:pt x="662661" y="188255"/>
                  </a:lnTo>
                  <a:lnTo>
                    <a:pt x="683989" y="227855"/>
                  </a:lnTo>
                  <a:lnTo>
                    <a:pt x="703058" y="267871"/>
                  </a:lnTo>
                  <a:lnTo>
                    <a:pt x="719865" y="308205"/>
                  </a:lnTo>
                  <a:lnTo>
                    <a:pt x="734407" y="348755"/>
                  </a:lnTo>
                  <a:lnTo>
                    <a:pt x="746689" y="389421"/>
                  </a:lnTo>
                  <a:lnTo>
                    <a:pt x="756717" y="430106"/>
                  </a:lnTo>
                  <a:lnTo>
                    <a:pt x="764503" y="470709"/>
                  </a:lnTo>
                  <a:lnTo>
                    <a:pt x="770061" y="511133"/>
                  </a:lnTo>
                  <a:lnTo>
                    <a:pt x="773410" y="551281"/>
                  </a:lnTo>
                  <a:lnTo>
                    <a:pt x="774573" y="591057"/>
                  </a:lnTo>
                  <a:lnTo>
                    <a:pt x="773577" y="630365"/>
                  </a:lnTo>
                  <a:lnTo>
                    <a:pt x="770451" y="669113"/>
                  </a:lnTo>
                  <a:lnTo>
                    <a:pt x="765229" y="707206"/>
                  </a:lnTo>
                  <a:lnTo>
                    <a:pt x="757949" y="744556"/>
                  </a:lnTo>
                  <a:lnTo>
                    <a:pt x="748652" y="781073"/>
                  </a:lnTo>
                  <a:lnTo>
                    <a:pt x="737383" y="816669"/>
                  </a:lnTo>
                  <a:lnTo>
                    <a:pt x="724189" y="851259"/>
                  </a:lnTo>
                  <a:lnTo>
                    <a:pt x="709121" y="884760"/>
                  </a:lnTo>
                  <a:lnTo>
                    <a:pt x="692234" y="917092"/>
                  </a:lnTo>
                  <a:lnTo>
                    <a:pt x="673586" y="948175"/>
                  </a:lnTo>
                  <a:lnTo>
                    <a:pt x="653237" y="977933"/>
                  </a:lnTo>
                  <a:lnTo>
                    <a:pt x="647561" y="1006020"/>
                  </a:lnTo>
                  <a:lnTo>
                    <a:pt x="637809" y="1031594"/>
                  </a:lnTo>
                  <a:lnTo>
                    <a:pt x="624432" y="1054145"/>
                  </a:lnTo>
                  <a:lnTo>
                    <a:pt x="607939" y="1073228"/>
                  </a:lnTo>
                  <a:lnTo>
                    <a:pt x="588893" y="1088468"/>
                  </a:lnTo>
                  <a:lnTo>
                    <a:pt x="567893" y="1099569"/>
                  </a:lnTo>
                  <a:lnTo>
                    <a:pt x="545574" y="1106317"/>
                  </a:lnTo>
                  <a:lnTo>
                    <a:pt x="522590" y="1108581"/>
                  </a:lnTo>
                  <a:lnTo>
                    <a:pt x="551738" y="1109786"/>
                  </a:lnTo>
                  <a:lnTo>
                    <a:pt x="580737" y="1113399"/>
                  </a:lnTo>
                  <a:lnTo>
                    <a:pt x="609437" y="1119406"/>
                  </a:lnTo>
                  <a:lnTo>
                    <a:pt x="637691" y="1127788"/>
                  </a:lnTo>
                  <a:lnTo>
                    <a:pt x="665351" y="1138515"/>
                  </a:lnTo>
                  <a:lnTo>
                    <a:pt x="692273" y="1151550"/>
                  </a:lnTo>
                  <a:lnTo>
                    <a:pt x="718313" y="1166850"/>
                  </a:lnTo>
                  <a:lnTo>
                    <a:pt x="743330" y="1184361"/>
                  </a:lnTo>
                  <a:lnTo>
                    <a:pt x="767187" y="1204023"/>
                  </a:lnTo>
                  <a:lnTo>
                    <a:pt x="789750" y="1225768"/>
                  </a:lnTo>
                  <a:lnTo>
                    <a:pt x="810888" y="1249521"/>
                  </a:lnTo>
                  <a:lnTo>
                    <a:pt x="830474" y="1275200"/>
                  </a:lnTo>
                  <a:lnTo>
                    <a:pt x="848387" y="1302714"/>
                  </a:lnTo>
                  <a:lnTo>
                    <a:pt x="864509" y="1331968"/>
                  </a:lnTo>
                  <a:lnTo>
                    <a:pt x="878728" y="1362859"/>
                  </a:lnTo>
                  <a:lnTo>
                    <a:pt x="890938" y="1395278"/>
                  </a:lnTo>
                  <a:lnTo>
                    <a:pt x="901037" y="1429109"/>
                  </a:lnTo>
                  <a:lnTo>
                    <a:pt x="908931" y="1464233"/>
                  </a:lnTo>
                  <a:lnTo>
                    <a:pt x="914532" y="1500524"/>
                  </a:lnTo>
                  <a:lnTo>
                    <a:pt x="877907" y="1513743"/>
                  </a:lnTo>
                  <a:lnTo>
                    <a:pt x="841274" y="1523899"/>
                  </a:lnTo>
                  <a:lnTo>
                    <a:pt x="804875" y="1531050"/>
                  </a:lnTo>
                  <a:lnTo>
                    <a:pt x="768941" y="1535274"/>
                  </a:lnTo>
                  <a:lnTo>
                    <a:pt x="733697" y="1536664"/>
                  </a:lnTo>
                  <a:lnTo>
                    <a:pt x="699355" y="1535329"/>
                  </a:lnTo>
                  <a:lnTo>
                    <a:pt x="666116" y="1531396"/>
                  </a:lnTo>
                  <a:lnTo>
                    <a:pt x="634171" y="1525006"/>
                  </a:lnTo>
                  <a:lnTo>
                    <a:pt x="603692" y="1516311"/>
                  </a:lnTo>
                  <a:lnTo>
                    <a:pt x="574842" y="1505477"/>
                  </a:lnTo>
                  <a:lnTo>
                    <a:pt x="547765" y="1492681"/>
                  </a:lnTo>
                  <a:lnTo>
                    <a:pt x="522590" y="1478108"/>
                  </a:lnTo>
                  <a:lnTo>
                    <a:pt x="493597" y="1476969"/>
                  </a:lnTo>
                  <a:lnTo>
                    <a:pt x="464783" y="1473559"/>
                  </a:lnTo>
                  <a:lnTo>
                    <a:pt x="436325" y="1467898"/>
                  </a:lnTo>
                  <a:lnTo>
                    <a:pt x="408400" y="1460022"/>
                  </a:lnTo>
                  <a:lnTo>
                    <a:pt x="381178" y="1449979"/>
                  </a:lnTo>
                  <a:lnTo>
                    <a:pt x="354828" y="1437832"/>
                  </a:lnTo>
                  <a:lnTo>
                    <a:pt x="329512" y="1423655"/>
                  </a:lnTo>
                  <a:lnTo>
                    <a:pt x="305387" y="1407535"/>
                  </a:lnTo>
                  <a:lnTo>
                    <a:pt x="282601" y="1389572"/>
                  </a:lnTo>
                  <a:lnTo>
                    <a:pt x="261295" y="1369876"/>
                  </a:lnTo>
                  <a:lnTo>
                    <a:pt x="255242" y="1332912"/>
                  </a:lnTo>
                  <a:lnTo>
                    <a:pt x="253524" y="1296983"/>
                  </a:lnTo>
                  <a:lnTo>
                    <a:pt x="255907" y="1262551"/>
                  </a:lnTo>
                  <a:lnTo>
                    <a:pt x="262108" y="1230046"/>
                  </a:lnTo>
                  <a:lnTo>
                    <a:pt x="271804" y="1199859"/>
                  </a:lnTo>
                  <a:lnTo>
                    <a:pt x="284633" y="1172341"/>
                  </a:lnTo>
                  <a:lnTo>
                    <a:pt x="300198" y="1147794"/>
                  </a:lnTo>
                  <a:lnTo>
                    <a:pt x="318078" y="1126473"/>
                  </a:lnTo>
                  <a:lnTo>
                    <a:pt x="337826" y="1108581"/>
                  </a:lnTo>
                  <a:lnTo>
                    <a:pt x="307237" y="1099178"/>
                  </a:lnTo>
                  <a:lnTo>
                    <a:pt x="277176" y="1087110"/>
                  </a:lnTo>
                  <a:lnTo>
                    <a:pt x="247815" y="1072406"/>
                  </a:lnTo>
                  <a:lnTo>
                    <a:pt x="219329" y="1055108"/>
                  </a:lnTo>
                  <a:lnTo>
                    <a:pt x="191886" y="1035266"/>
                  </a:lnTo>
                  <a:lnTo>
                    <a:pt x="165654" y="1012940"/>
                  </a:lnTo>
                  <a:lnTo>
                    <a:pt x="140797" y="988202"/>
                  </a:lnTo>
                  <a:lnTo>
                    <a:pt x="117474" y="961131"/>
                  </a:lnTo>
                  <a:lnTo>
                    <a:pt x="95842" y="931816"/>
                  </a:lnTo>
                  <a:lnTo>
                    <a:pt x="76049" y="900356"/>
                  </a:lnTo>
                  <a:lnTo>
                    <a:pt x="58242" y="866857"/>
                  </a:lnTo>
                  <a:lnTo>
                    <a:pt x="42560" y="831436"/>
                  </a:lnTo>
                  <a:lnTo>
                    <a:pt x="29134" y="794215"/>
                  </a:lnTo>
                  <a:lnTo>
                    <a:pt x="18092" y="755327"/>
                  </a:lnTo>
                  <a:lnTo>
                    <a:pt x="9550" y="714912"/>
                  </a:lnTo>
                  <a:lnTo>
                    <a:pt x="3620" y="673114"/>
                  </a:lnTo>
                  <a:lnTo>
                    <a:pt x="405" y="630087"/>
                  </a:lnTo>
                  <a:lnTo>
                    <a:pt x="0" y="585991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325622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325622" y="768808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456269" y="1746742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7803031" y="135479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325622" y="2246917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717564" y="2269332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064327" y="213868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140858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357223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357223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357223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357223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357223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573338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248642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573338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8225184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9004962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9496295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95864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216085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223160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98799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232259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30924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681455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9840725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9840725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10168724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10896556" y="224458"/>
              <a:ext cx="143542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 (n=14)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10228542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1614268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1614268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1614268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1614268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1614268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10732397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0367114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0732397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1060048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0505827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0367271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0758156" y="1169937"/>
              <a:ext cx="1639997" cy="1847635"/>
            </a:xfrm>
            <a:custGeom>
              <a:avLst/>
              <a:pathLst>
                <a:path w="1639997" h="1847635">
                  <a:moveTo>
                    <a:pt x="1225639" y="739054"/>
                  </a:moveTo>
                  <a:lnTo>
                    <a:pt x="1238234" y="717594"/>
                  </a:lnTo>
                  <a:lnTo>
                    <a:pt x="1249544" y="694725"/>
                  </a:lnTo>
                  <a:lnTo>
                    <a:pt x="1259450" y="670524"/>
                  </a:lnTo>
                  <a:lnTo>
                    <a:pt x="1267840" y="645079"/>
                  </a:lnTo>
                  <a:lnTo>
                    <a:pt x="1274605" y="618488"/>
                  </a:lnTo>
                  <a:lnTo>
                    <a:pt x="1279643" y="590854"/>
                  </a:lnTo>
                  <a:lnTo>
                    <a:pt x="1282860" y="562289"/>
                  </a:lnTo>
                  <a:lnTo>
                    <a:pt x="1284167" y="532913"/>
                  </a:lnTo>
                  <a:lnTo>
                    <a:pt x="1283486" y="502852"/>
                  </a:lnTo>
                  <a:lnTo>
                    <a:pt x="1280745" y="472239"/>
                  </a:lnTo>
                  <a:lnTo>
                    <a:pt x="1275879" y="441213"/>
                  </a:lnTo>
                  <a:lnTo>
                    <a:pt x="1268837" y="409916"/>
                  </a:lnTo>
                  <a:lnTo>
                    <a:pt x="1259573" y="378498"/>
                  </a:lnTo>
                  <a:lnTo>
                    <a:pt x="1248054" y="347111"/>
                  </a:lnTo>
                  <a:lnTo>
                    <a:pt x="1234255" y="315911"/>
                  </a:lnTo>
                  <a:lnTo>
                    <a:pt x="1218163" y="285056"/>
                  </a:lnTo>
                  <a:lnTo>
                    <a:pt x="1199774" y="254706"/>
                  </a:lnTo>
                  <a:lnTo>
                    <a:pt x="1179098" y="225024"/>
                  </a:lnTo>
                  <a:lnTo>
                    <a:pt x="1156152" y="196172"/>
                  </a:lnTo>
                  <a:lnTo>
                    <a:pt x="1130966" y="168312"/>
                  </a:lnTo>
                  <a:lnTo>
                    <a:pt x="1103582" y="141606"/>
                  </a:lnTo>
                  <a:lnTo>
                    <a:pt x="1074053" y="116214"/>
                  </a:lnTo>
                  <a:lnTo>
                    <a:pt x="1042440" y="92292"/>
                  </a:lnTo>
                  <a:lnTo>
                    <a:pt x="1008820" y="69995"/>
                  </a:lnTo>
                  <a:lnTo>
                    <a:pt x="973276" y="49474"/>
                  </a:lnTo>
                  <a:lnTo>
                    <a:pt x="935904" y="30875"/>
                  </a:lnTo>
                  <a:lnTo>
                    <a:pt x="896811" y="14339"/>
                  </a:lnTo>
                  <a:lnTo>
                    <a:pt x="856111" y="0"/>
                  </a:lnTo>
                  <a:lnTo>
                    <a:pt x="891242" y="23957"/>
                  </a:lnTo>
                  <a:lnTo>
                    <a:pt x="924024" y="49527"/>
                  </a:lnTo>
                  <a:lnTo>
                    <a:pt x="954387" y="76535"/>
                  </a:lnTo>
                  <a:lnTo>
                    <a:pt x="982271" y="104807"/>
                  </a:lnTo>
                  <a:lnTo>
                    <a:pt x="1007628" y="134165"/>
                  </a:lnTo>
                  <a:lnTo>
                    <a:pt x="1030422" y="164429"/>
                  </a:lnTo>
                  <a:lnTo>
                    <a:pt x="1050627" y="195419"/>
                  </a:lnTo>
                  <a:lnTo>
                    <a:pt x="1068229" y="226956"/>
                  </a:lnTo>
                  <a:lnTo>
                    <a:pt x="1083227" y="258859"/>
                  </a:lnTo>
                  <a:lnTo>
                    <a:pt x="1095628" y="290950"/>
                  </a:lnTo>
                  <a:lnTo>
                    <a:pt x="1105454" y="323052"/>
                  </a:lnTo>
                  <a:lnTo>
                    <a:pt x="1112734" y="354991"/>
                  </a:lnTo>
                  <a:lnTo>
                    <a:pt x="1117512" y="386595"/>
                  </a:lnTo>
                  <a:lnTo>
                    <a:pt x="1119840" y="417699"/>
                  </a:lnTo>
                  <a:lnTo>
                    <a:pt x="1119781" y="448140"/>
                  </a:lnTo>
                  <a:lnTo>
                    <a:pt x="1117407" y="477759"/>
                  </a:lnTo>
                  <a:lnTo>
                    <a:pt x="1142327" y="522914"/>
                  </a:lnTo>
                  <a:lnTo>
                    <a:pt x="1159949" y="569817"/>
                  </a:lnTo>
                  <a:lnTo>
                    <a:pt x="1170282" y="617344"/>
                  </a:lnTo>
                  <a:lnTo>
                    <a:pt x="1173504" y="664404"/>
                  </a:lnTo>
                  <a:lnTo>
                    <a:pt x="1169952" y="709972"/>
                  </a:lnTo>
                  <a:lnTo>
                    <a:pt x="1160103" y="753108"/>
                  </a:lnTo>
                  <a:lnTo>
                    <a:pt x="1144563" y="792975"/>
                  </a:lnTo>
                  <a:lnTo>
                    <a:pt x="1124042" y="828855"/>
                  </a:lnTo>
                  <a:lnTo>
                    <a:pt x="1099337" y="860166"/>
                  </a:lnTo>
                  <a:lnTo>
                    <a:pt x="1071306" y="886465"/>
                  </a:lnTo>
                  <a:lnTo>
                    <a:pt x="1040845" y="907460"/>
                  </a:lnTo>
                  <a:lnTo>
                    <a:pt x="1008863" y="923006"/>
                  </a:lnTo>
                  <a:lnTo>
                    <a:pt x="976263" y="933105"/>
                  </a:lnTo>
                  <a:lnTo>
                    <a:pt x="943911" y="937901"/>
                  </a:lnTo>
                  <a:lnTo>
                    <a:pt x="912623" y="937671"/>
                  </a:lnTo>
                  <a:lnTo>
                    <a:pt x="883139" y="932810"/>
                  </a:lnTo>
                  <a:lnTo>
                    <a:pt x="856111" y="923817"/>
                  </a:lnTo>
                  <a:lnTo>
                    <a:pt x="832087" y="911281"/>
                  </a:lnTo>
                  <a:lnTo>
                    <a:pt x="811497" y="895857"/>
                  </a:lnTo>
                  <a:lnTo>
                    <a:pt x="794652" y="878247"/>
                  </a:lnTo>
                  <a:lnTo>
                    <a:pt x="781732" y="859181"/>
                  </a:lnTo>
                  <a:lnTo>
                    <a:pt x="772792" y="839391"/>
                  </a:lnTo>
                  <a:lnTo>
                    <a:pt x="767761" y="819596"/>
                  </a:lnTo>
                  <a:lnTo>
                    <a:pt x="766447" y="800475"/>
                  </a:lnTo>
                  <a:lnTo>
                    <a:pt x="768550" y="782654"/>
                  </a:lnTo>
                  <a:lnTo>
                    <a:pt x="773671" y="766685"/>
                  </a:lnTo>
                  <a:lnTo>
                    <a:pt x="781328" y="753033"/>
                  </a:lnTo>
                  <a:lnTo>
                    <a:pt x="790970" y="742065"/>
                  </a:lnTo>
                  <a:lnTo>
                    <a:pt x="802001" y="734040"/>
                  </a:lnTo>
                  <a:lnTo>
                    <a:pt x="813792" y="729100"/>
                  </a:lnTo>
                  <a:lnTo>
                    <a:pt x="825708" y="727275"/>
                  </a:lnTo>
                  <a:lnTo>
                    <a:pt x="837122" y="728476"/>
                  </a:lnTo>
                  <a:lnTo>
                    <a:pt x="847438" y="732504"/>
                  </a:lnTo>
                  <a:lnTo>
                    <a:pt x="856111" y="739054"/>
                  </a:lnTo>
                  <a:lnTo>
                    <a:pt x="840210" y="725161"/>
                  </a:lnTo>
                  <a:lnTo>
                    <a:pt x="822511" y="713470"/>
                  </a:lnTo>
                  <a:lnTo>
                    <a:pt x="803243" y="704156"/>
                  </a:lnTo>
                  <a:lnTo>
                    <a:pt x="782650" y="697370"/>
                  </a:lnTo>
                  <a:lnTo>
                    <a:pt x="760988" y="693245"/>
                  </a:lnTo>
                  <a:lnTo>
                    <a:pt x="738524" y="691886"/>
                  </a:lnTo>
                  <a:lnTo>
                    <a:pt x="715535" y="693378"/>
                  </a:lnTo>
                  <a:lnTo>
                    <a:pt x="692305" y="697778"/>
                  </a:lnTo>
                  <a:lnTo>
                    <a:pt x="669123" y="705120"/>
                  </a:lnTo>
                  <a:lnTo>
                    <a:pt x="646281" y="715412"/>
                  </a:lnTo>
                  <a:lnTo>
                    <a:pt x="624071" y="728633"/>
                  </a:lnTo>
                  <a:lnTo>
                    <a:pt x="602785" y="744739"/>
                  </a:lnTo>
                  <a:lnTo>
                    <a:pt x="582711" y="763660"/>
                  </a:lnTo>
                  <a:lnTo>
                    <a:pt x="564129" y="785299"/>
                  </a:lnTo>
                  <a:lnTo>
                    <a:pt x="547315" y="809534"/>
                  </a:lnTo>
                  <a:lnTo>
                    <a:pt x="532532" y="836220"/>
                  </a:lnTo>
                  <a:lnTo>
                    <a:pt x="520032" y="865186"/>
                  </a:lnTo>
                  <a:lnTo>
                    <a:pt x="510053" y="896241"/>
                  </a:lnTo>
                  <a:lnTo>
                    <a:pt x="502816" y="929170"/>
                  </a:lnTo>
                  <a:lnTo>
                    <a:pt x="498526" y="963740"/>
                  </a:lnTo>
                  <a:lnTo>
                    <a:pt x="497367" y="999697"/>
                  </a:lnTo>
                  <a:lnTo>
                    <a:pt x="499503" y="1036771"/>
                  </a:lnTo>
                  <a:lnTo>
                    <a:pt x="505076" y="1074678"/>
                  </a:lnTo>
                  <a:lnTo>
                    <a:pt x="514202" y="1113118"/>
                  </a:lnTo>
                  <a:lnTo>
                    <a:pt x="526974" y="1151779"/>
                  </a:lnTo>
                  <a:lnTo>
                    <a:pt x="543458" y="1190343"/>
                  </a:lnTo>
                  <a:lnTo>
                    <a:pt x="563693" y="1228479"/>
                  </a:lnTo>
                  <a:lnTo>
                    <a:pt x="587693" y="1265855"/>
                  </a:lnTo>
                  <a:lnTo>
                    <a:pt x="615439" y="1302135"/>
                  </a:lnTo>
                  <a:lnTo>
                    <a:pt x="646888" y="1336980"/>
                  </a:lnTo>
                  <a:lnTo>
                    <a:pt x="681966" y="1370055"/>
                  </a:lnTo>
                  <a:lnTo>
                    <a:pt x="720572" y="1401027"/>
                  </a:lnTo>
                  <a:lnTo>
                    <a:pt x="762575" y="1429570"/>
                  </a:lnTo>
                  <a:lnTo>
                    <a:pt x="807816" y="1455366"/>
                  </a:lnTo>
                  <a:lnTo>
                    <a:pt x="856111" y="1478108"/>
                  </a:lnTo>
                  <a:lnTo>
                    <a:pt x="884404" y="1495175"/>
                  </a:lnTo>
                  <a:lnTo>
                    <a:pt x="913971" y="1511136"/>
                  </a:lnTo>
                  <a:lnTo>
                    <a:pt x="944770" y="1525919"/>
                  </a:lnTo>
                  <a:lnTo>
                    <a:pt x="976752" y="1539453"/>
                  </a:lnTo>
                  <a:lnTo>
                    <a:pt x="1009867" y="1551672"/>
                  </a:lnTo>
                  <a:lnTo>
                    <a:pt x="1044060" y="1562510"/>
                  </a:lnTo>
                  <a:lnTo>
                    <a:pt x="1079273" y="1571904"/>
                  </a:lnTo>
                  <a:lnTo>
                    <a:pt x="1115445" y="1579792"/>
                  </a:lnTo>
                  <a:lnTo>
                    <a:pt x="1152512" y="1586116"/>
                  </a:lnTo>
                  <a:lnTo>
                    <a:pt x="1190406" y="1590821"/>
                  </a:lnTo>
                  <a:lnTo>
                    <a:pt x="1229057" y="1593854"/>
                  </a:lnTo>
                  <a:lnTo>
                    <a:pt x="1268393" y="1595166"/>
                  </a:lnTo>
                  <a:lnTo>
                    <a:pt x="1308338" y="1594709"/>
                  </a:lnTo>
                  <a:lnTo>
                    <a:pt x="1348814" y="1592440"/>
                  </a:lnTo>
                  <a:lnTo>
                    <a:pt x="1389741" y="1588320"/>
                  </a:lnTo>
                  <a:lnTo>
                    <a:pt x="1431035" y="1582312"/>
                  </a:lnTo>
                  <a:lnTo>
                    <a:pt x="1472613" y="1574383"/>
                  </a:lnTo>
                  <a:lnTo>
                    <a:pt x="1514387" y="1564505"/>
                  </a:lnTo>
                  <a:lnTo>
                    <a:pt x="1556269" y="1552652"/>
                  </a:lnTo>
                  <a:lnTo>
                    <a:pt x="1598170" y="1538802"/>
                  </a:lnTo>
                  <a:lnTo>
                    <a:pt x="1639997" y="1522939"/>
                  </a:lnTo>
                  <a:lnTo>
                    <a:pt x="1612777" y="1549245"/>
                  </a:lnTo>
                  <a:lnTo>
                    <a:pt x="1584675" y="1574606"/>
                  </a:lnTo>
                  <a:lnTo>
                    <a:pt x="1555724" y="1598993"/>
                  </a:lnTo>
                  <a:lnTo>
                    <a:pt x="1525957" y="1622377"/>
                  </a:lnTo>
                  <a:lnTo>
                    <a:pt x="1495409" y="1644731"/>
                  </a:lnTo>
                  <a:lnTo>
                    <a:pt x="1464115" y="1666030"/>
                  </a:lnTo>
                  <a:lnTo>
                    <a:pt x="1432113" y="1686247"/>
                  </a:lnTo>
                  <a:lnTo>
                    <a:pt x="1399439" y="1705360"/>
                  </a:lnTo>
                  <a:lnTo>
                    <a:pt x="1366131" y="1723347"/>
                  </a:lnTo>
                  <a:lnTo>
                    <a:pt x="1332229" y="1740186"/>
                  </a:lnTo>
                  <a:lnTo>
                    <a:pt x="1297772" y="1755857"/>
                  </a:lnTo>
                  <a:lnTo>
                    <a:pt x="1262799" y="1770343"/>
                  </a:lnTo>
                  <a:lnTo>
                    <a:pt x="1227353" y="1783627"/>
                  </a:lnTo>
                  <a:lnTo>
                    <a:pt x="1191473" y="1795692"/>
                  </a:lnTo>
                  <a:lnTo>
                    <a:pt x="1155203" y="1806526"/>
                  </a:lnTo>
                  <a:lnTo>
                    <a:pt x="1118584" y="1816115"/>
                  </a:lnTo>
                  <a:lnTo>
                    <a:pt x="1081659" y="1824448"/>
                  </a:lnTo>
                  <a:lnTo>
                    <a:pt x="1044471" y="1831516"/>
                  </a:lnTo>
                  <a:lnTo>
                    <a:pt x="1007063" y="1837310"/>
                  </a:lnTo>
                  <a:lnTo>
                    <a:pt x="969480" y="1841823"/>
                  </a:lnTo>
                  <a:lnTo>
                    <a:pt x="931764" y="1845051"/>
                  </a:lnTo>
                  <a:lnTo>
                    <a:pt x="893960" y="1846989"/>
                  </a:lnTo>
                  <a:lnTo>
                    <a:pt x="856111" y="1847635"/>
                  </a:lnTo>
                  <a:lnTo>
                    <a:pt x="818263" y="1846989"/>
                  </a:lnTo>
                  <a:lnTo>
                    <a:pt x="780459" y="1845051"/>
                  </a:lnTo>
                  <a:lnTo>
                    <a:pt x="742743" y="1841823"/>
                  </a:lnTo>
                  <a:lnTo>
                    <a:pt x="705160" y="1837310"/>
                  </a:lnTo>
                  <a:lnTo>
                    <a:pt x="667752" y="1831516"/>
                  </a:lnTo>
                  <a:lnTo>
                    <a:pt x="630564" y="1824448"/>
                  </a:lnTo>
                  <a:lnTo>
                    <a:pt x="593639" y="1816115"/>
                  </a:lnTo>
                  <a:lnTo>
                    <a:pt x="557020" y="1806526"/>
                  </a:lnTo>
                  <a:lnTo>
                    <a:pt x="520749" y="1795692"/>
                  </a:lnTo>
                  <a:lnTo>
                    <a:pt x="484870" y="1783627"/>
                  </a:lnTo>
                  <a:lnTo>
                    <a:pt x="449424" y="1770343"/>
                  </a:lnTo>
                  <a:lnTo>
                    <a:pt x="414451" y="1755857"/>
                  </a:lnTo>
                  <a:lnTo>
                    <a:pt x="379994" y="1740186"/>
                  </a:lnTo>
                  <a:lnTo>
                    <a:pt x="346092" y="1723347"/>
                  </a:lnTo>
                  <a:lnTo>
                    <a:pt x="312784" y="1705360"/>
                  </a:lnTo>
                  <a:lnTo>
                    <a:pt x="280110" y="1686247"/>
                  </a:lnTo>
                  <a:lnTo>
                    <a:pt x="248108" y="1666030"/>
                  </a:lnTo>
                  <a:lnTo>
                    <a:pt x="216814" y="1644731"/>
                  </a:lnTo>
                  <a:lnTo>
                    <a:pt x="186266" y="1622377"/>
                  </a:lnTo>
                  <a:lnTo>
                    <a:pt x="156499" y="1598993"/>
                  </a:lnTo>
                  <a:lnTo>
                    <a:pt x="127548" y="1574606"/>
                  </a:lnTo>
                  <a:lnTo>
                    <a:pt x="99446" y="1549245"/>
                  </a:lnTo>
                  <a:lnTo>
                    <a:pt x="72226" y="1522939"/>
                  </a:lnTo>
                  <a:lnTo>
                    <a:pt x="56363" y="1481112"/>
                  </a:lnTo>
                  <a:lnTo>
                    <a:pt x="42513" y="1439211"/>
                  </a:lnTo>
                  <a:lnTo>
                    <a:pt x="30660" y="1397329"/>
                  </a:lnTo>
                  <a:lnTo>
                    <a:pt x="20782" y="1355555"/>
                  </a:lnTo>
                  <a:lnTo>
                    <a:pt x="12853" y="1313977"/>
                  </a:lnTo>
                  <a:lnTo>
                    <a:pt x="6845" y="1272683"/>
                  </a:lnTo>
                  <a:lnTo>
                    <a:pt x="2725" y="1231757"/>
                  </a:lnTo>
                  <a:lnTo>
                    <a:pt x="457" y="1191281"/>
                  </a:lnTo>
                  <a:lnTo>
                    <a:pt x="0" y="1151336"/>
                  </a:lnTo>
                  <a:lnTo>
                    <a:pt x="1311" y="1111999"/>
                  </a:lnTo>
                  <a:lnTo>
                    <a:pt x="4344" y="1073348"/>
                  </a:lnTo>
                  <a:lnTo>
                    <a:pt x="9049" y="1035454"/>
                  </a:lnTo>
                  <a:lnTo>
                    <a:pt x="15373" y="998387"/>
                  </a:lnTo>
                  <a:lnTo>
                    <a:pt x="23261" y="962215"/>
                  </a:lnTo>
                  <a:lnTo>
                    <a:pt x="32655" y="927002"/>
                  </a:lnTo>
                  <a:lnTo>
                    <a:pt x="43493" y="892810"/>
                  </a:lnTo>
                  <a:lnTo>
                    <a:pt x="55712" y="859695"/>
                  </a:lnTo>
                  <a:lnTo>
                    <a:pt x="69247" y="827712"/>
                  </a:lnTo>
                  <a:lnTo>
                    <a:pt x="84029" y="796913"/>
                  </a:lnTo>
                  <a:lnTo>
                    <a:pt x="99990" y="767346"/>
                  </a:lnTo>
                  <a:lnTo>
                    <a:pt x="117057" y="739054"/>
                  </a:lnTo>
                  <a:lnTo>
                    <a:pt x="124970" y="780862"/>
                  </a:lnTo>
                  <a:lnTo>
                    <a:pt x="135224" y="821768"/>
                  </a:lnTo>
                  <a:lnTo>
                    <a:pt x="147742" y="861642"/>
                  </a:lnTo>
                  <a:lnTo>
                    <a:pt x="162440" y="900360"/>
                  </a:lnTo>
                  <a:lnTo>
                    <a:pt x="179227" y="937805"/>
                  </a:lnTo>
                  <a:lnTo>
                    <a:pt x="198005" y="973866"/>
                  </a:lnTo>
                  <a:lnTo>
                    <a:pt x="218672" y="1008438"/>
                  </a:lnTo>
                  <a:lnTo>
                    <a:pt x="241120" y="1041425"/>
                  </a:lnTo>
                  <a:lnTo>
                    <a:pt x="265235" y="1072737"/>
                  </a:lnTo>
                  <a:lnTo>
                    <a:pt x="290901" y="1102293"/>
                  </a:lnTo>
                  <a:lnTo>
                    <a:pt x="317995" y="1130018"/>
                  </a:lnTo>
                  <a:lnTo>
                    <a:pt x="346393" y="1155848"/>
                  </a:lnTo>
                  <a:lnTo>
                    <a:pt x="375969" y="1179725"/>
                  </a:lnTo>
                  <a:lnTo>
                    <a:pt x="406592" y="1201599"/>
                  </a:lnTo>
                  <a:lnTo>
                    <a:pt x="438131" y="1221429"/>
                  </a:lnTo>
                  <a:lnTo>
                    <a:pt x="470453" y="1239184"/>
                  </a:lnTo>
                  <a:lnTo>
                    <a:pt x="503427" y="1254839"/>
                  </a:lnTo>
                  <a:lnTo>
                    <a:pt x="536917" y="1268379"/>
                  </a:lnTo>
                  <a:lnTo>
                    <a:pt x="570791" y="1279796"/>
                  </a:lnTo>
                  <a:lnTo>
                    <a:pt x="604918" y="1289091"/>
                  </a:lnTo>
                  <a:lnTo>
                    <a:pt x="639166" y="1296273"/>
                  </a:lnTo>
                  <a:lnTo>
                    <a:pt x="673407" y="1301360"/>
                  </a:lnTo>
                  <a:lnTo>
                    <a:pt x="707515" y="1304375"/>
                  </a:lnTo>
                  <a:lnTo>
                    <a:pt x="741365" y="1305351"/>
                  </a:lnTo>
                  <a:lnTo>
                    <a:pt x="774837" y="1304328"/>
                  </a:lnTo>
                  <a:lnTo>
                    <a:pt x="807816" y="1301352"/>
                  </a:lnTo>
                  <a:lnTo>
                    <a:pt x="840187" y="1296476"/>
                  </a:lnTo>
                  <a:lnTo>
                    <a:pt x="871844" y="1289760"/>
                  </a:lnTo>
                  <a:lnTo>
                    <a:pt x="902682" y="1281270"/>
                  </a:lnTo>
                  <a:lnTo>
                    <a:pt x="932605" y="1271077"/>
                  </a:lnTo>
                  <a:lnTo>
                    <a:pt x="961518" y="1259257"/>
                  </a:lnTo>
                  <a:lnTo>
                    <a:pt x="989336" y="1245893"/>
                  </a:lnTo>
                  <a:lnTo>
                    <a:pt x="1015978" y="1231071"/>
                  </a:lnTo>
                  <a:lnTo>
                    <a:pt x="1041368" y="1214882"/>
                  </a:lnTo>
                  <a:lnTo>
                    <a:pt x="1065439" y="1197418"/>
                  </a:lnTo>
                  <a:lnTo>
                    <a:pt x="1088130" y="1178778"/>
                  </a:lnTo>
                  <a:lnTo>
                    <a:pt x="1109385" y="1159062"/>
                  </a:lnTo>
                  <a:lnTo>
                    <a:pt x="1129158" y="1138371"/>
                  </a:lnTo>
                  <a:lnTo>
                    <a:pt x="1147406" y="1116812"/>
                  </a:lnTo>
                  <a:lnTo>
                    <a:pt x="1164097" y="1094488"/>
                  </a:lnTo>
                  <a:lnTo>
                    <a:pt x="1179204" y="1071508"/>
                  </a:lnTo>
                  <a:lnTo>
                    <a:pt x="1192706" y="1047978"/>
                  </a:lnTo>
                  <a:lnTo>
                    <a:pt x="1204592" y="1024005"/>
                  </a:lnTo>
                  <a:lnTo>
                    <a:pt x="1214856" y="999697"/>
                  </a:lnTo>
                  <a:lnTo>
                    <a:pt x="1223499" y="975159"/>
                  </a:lnTo>
                  <a:lnTo>
                    <a:pt x="1230528" y="950497"/>
                  </a:lnTo>
                  <a:lnTo>
                    <a:pt x="1235959" y="925812"/>
                  </a:lnTo>
                  <a:lnTo>
                    <a:pt x="1239813" y="901207"/>
                  </a:lnTo>
                  <a:lnTo>
                    <a:pt x="1242116" y="876780"/>
                  </a:lnTo>
                  <a:lnTo>
                    <a:pt x="1242903" y="852626"/>
                  </a:lnTo>
                  <a:lnTo>
                    <a:pt x="1242212" y="828837"/>
                  </a:lnTo>
                  <a:lnTo>
                    <a:pt x="1240087" y="805503"/>
                  </a:lnTo>
                  <a:lnTo>
                    <a:pt x="1236580" y="782708"/>
                  </a:lnTo>
                  <a:lnTo>
                    <a:pt x="1231744" y="760533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0758156" y="1169937"/>
              <a:ext cx="1643226" cy="1595166"/>
            </a:xfrm>
            <a:custGeom>
              <a:avLst/>
              <a:pathLst>
                <a:path w="1643226" h="1595166">
                  <a:moveTo>
                    <a:pt x="856111" y="0"/>
                  </a:moveTo>
                  <a:lnTo>
                    <a:pt x="891242" y="23957"/>
                  </a:lnTo>
                  <a:lnTo>
                    <a:pt x="924024" y="49527"/>
                  </a:lnTo>
                  <a:lnTo>
                    <a:pt x="954387" y="76535"/>
                  </a:lnTo>
                  <a:lnTo>
                    <a:pt x="982271" y="104807"/>
                  </a:lnTo>
                  <a:lnTo>
                    <a:pt x="1007628" y="134165"/>
                  </a:lnTo>
                  <a:lnTo>
                    <a:pt x="1030422" y="164429"/>
                  </a:lnTo>
                  <a:lnTo>
                    <a:pt x="1050627" y="195419"/>
                  </a:lnTo>
                  <a:lnTo>
                    <a:pt x="1068229" y="226956"/>
                  </a:lnTo>
                  <a:lnTo>
                    <a:pt x="1083227" y="258859"/>
                  </a:lnTo>
                  <a:lnTo>
                    <a:pt x="1095628" y="290950"/>
                  </a:lnTo>
                  <a:lnTo>
                    <a:pt x="1105454" y="323052"/>
                  </a:lnTo>
                  <a:lnTo>
                    <a:pt x="1112734" y="354991"/>
                  </a:lnTo>
                  <a:lnTo>
                    <a:pt x="1117512" y="386595"/>
                  </a:lnTo>
                  <a:lnTo>
                    <a:pt x="1119840" y="417699"/>
                  </a:lnTo>
                  <a:lnTo>
                    <a:pt x="1119781" y="448140"/>
                  </a:lnTo>
                  <a:lnTo>
                    <a:pt x="1117407" y="477759"/>
                  </a:lnTo>
                  <a:lnTo>
                    <a:pt x="1137102" y="499065"/>
                  </a:lnTo>
                  <a:lnTo>
                    <a:pt x="1155065" y="521851"/>
                  </a:lnTo>
                  <a:lnTo>
                    <a:pt x="1171185" y="545976"/>
                  </a:lnTo>
                  <a:lnTo>
                    <a:pt x="1185363" y="571292"/>
                  </a:lnTo>
                  <a:lnTo>
                    <a:pt x="1197510" y="597642"/>
                  </a:lnTo>
                  <a:lnTo>
                    <a:pt x="1207553" y="624864"/>
                  </a:lnTo>
                  <a:lnTo>
                    <a:pt x="1215429" y="652789"/>
                  </a:lnTo>
                  <a:lnTo>
                    <a:pt x="1221089" y="681247"/>
                  </a:lnTo>
                  <a:lnTo>
                    <a:pt x="1224499" y="710061"/>
                  </a:lnTo>
                  <a:lnTo>
                    <a:pt x="1225639" y="739054"/>
                  </a:lnTo>
                  <a:lnTo>
                    <a:pt x="1257537" y="752767"/>
                  </a:lnTo>
                  <a:lnTo>
                    <a:pt x="1288893" y="768657"/>
                  </a:lnTo>
                  <a:lnTo>
                    <a:pt x="1319594" y="786701"/>
                  </a:lnTo>
                  <a:lnTo>
                    <a:pt x="1349531" y="806873"/>
                  </a:lnTo>
                  <a:lnTo>
                    <a:pt x="1378593" y="829139"/>
                  </a:lnTo>
                  <a:lnTo>
                    <a:pt x="1406674" y="853462"/>
                  </a:lnTo>
                  <a:lnTo>
                    <a:pt x="1433666" y="879800"/>
                  </a:lnTo>
                  <a:lnTo>
                    <a:pt x="1459465" y="908106"/>
                  </a:lnTo>
                  <a:lnTo>
                    <a:pt x="1483969" y="938327"/>
                  </a:lnTo>
                  <a:lnTo>
                    <a:pt x="1507077" y="970407"/>
                  </a:lnTo>
                  <a:lnTo>
                    <a:pt x="1528691" y="1004285"/>
                  </a:lnTo>
                  <a:lnTo>
                    <a:pt x="1548717" y="1039895"/>
                  </a:lnTo>
                  <a:lnTo>
                    <a:pt x="1567060" y="1077166"/>
                  </a:lnTo>
                  <a:lnTo>
                    <a:pt x="1583632" y="1116025"/>
                  </a:lnTo>
                  <a:lnTo>
                    <a:pt x="1598347" y="1156392"/>
                  </a:lnTo>
                  <a:lnTo>
                    <a:pt x="1611121" y="1198185"/>
                  </a:lnTo>
                  <a:lnTo>
                    <a:pt x="1621874" y="1241318"/>
                  </a:lnTo>
                  <a:lnTo>
                    <a:pt x="1630531" y="1285699"/>
                  </a:lnTo>
                  <a:lnTo>
                    <a:pt x="1637020" y="1331236"/>
                  </a:lnTo>
                  <a:lnTo>
                    <a:pt x="1641273" y="1377830"/>
                  </a:lnTo>
                  <a:lnTo>
                    <a:pt x="1643226" y="1425382"/>
                  </a:lnTo>
                  <a:lnTo>
                    <a:pt x="1642819" y="1473787"/>
                  </a:lnTo>
                  <a:lnTo>
                    <a:pt x="1639997" y="1522939"/>
                  </a:lnTo>
                  <a:lnTo>
                    <a:pt x="1598170" y="1538802"/>
                  </a:lnTo>
                  <a:lnTo>
                    <a:pt x="1556269" y="1552652"/>
                  </a:lnTo>
                  <a:lnTo>
                    <a:pt x="1514387" y="1564505"/>
                  </a:lnTo>
                  <a:lnTo>
                    <a:pt x="1472613" y="1574383"/>
                  </a:lnTo>
                  <a:lnTo>
                    <a:pt x="1431035" y="1582312"/>
                  </a:lnTo>
                  <a:lnTo>
                    <a:pt x="1389741" y="1588320"/>
                  </a:lnTo>
                  <a:lnTo>
                    <a:pt x="1348814" y="1592440"/>
                  </a:lnTo>
                  <a:lnTo>
                    <a:pt x="1308338" y="1594709"/>
                  </a:lnTo>
                  <a:lnTo>
                    <a:pt x="1268393" y="1595166"/>
                  </a:lnTo>
                  <a:lnTo>
                    <a:pt x="1229057" y="1593854"/>
                  </a:lnTo>
                  <a:lnTo>
                    <a:pt x="1190406" y="1590821"/>
                  </a:lnTo>
                  <a:lnTo>
                    <a:pt x="1152512" y="1586116"/>
                  </a:lnTo>
                  <a:lnTo>
                    <a:pt x="1115445" y="1579792"/>
                  </a:lnTo>
                  <a:lnTo>
                    <a:pt x="1079273" y="1571904"/>
                  </a:lnTo>
                  <a:lnTo>
                    <a:pt x="1044060" y="1562510"/>
                  </a:lnTo>
                  <a:lnTo>
                    <a:pt x="1009867" y="1551672"/>
                  </a:lnTo>
                  <a:lnTo>
                    <a:pt x="976752" y="1539453"/>
                  </a:lnTo>
                  <a:lnTo>
                    <a:pt x="944770" y="1525919"/>
                  </a:lnTo>
                  <a:lnTo>
                    <a:pt x="913971" y="1511136"/>
                  </a:lnTo>
                  <a:lnTo>
                    <a:pt x="884404" y="1495175"/>
                  </a:lnTo>
                  <a:lnTo>
                    <a:pt x="856111" y="1478108"/>
                  </a:lnTo>
                  <a:lnTo>
                    <a:pt x="827819" y="1495175"/>
                  </a:lnTo>
                  <a:lnTo>
                    <a:pt x="798252" y="1511136"/>
                  </a:lnTo>
                  <a:lnTo>
                    <a:pt x="767453" y="1525919"/>
                  </a:lnTo>
                  <a:lnTo>
                    <a:pt x="735471" y="1539453"/>
                  </a:lnTo>
                  <a:lnTo>
                    <a:pt x="702356" y="1551672"/>
                  </a:lnTo>
                  <a:lnTo>
                    <a:pt x="668163" y="1562510"/>
                  </a:lnTo>
                  <a:lnTo>
                    <a:pt x="632950" y="1571904"/>
                  </a:lnTo>
                  <a:lnTo>
                    <a:pt x="596778" y="1579792"/>
                  </a:lnTo>
                  <a:lnTo>
                    <a:pt x="559711" y="1586116"/>
                  </a:lnTo>
                  <a:lnTo>
                    <a:pt x="521817" y="1590821"/>
                  </a:lnTo>
                  <a:lnTo>
                    <a:pt x="483166" y="1593854"/>
                  </a:lnTo>
                  <a:lnTo>
                    <a:pt x="443830" y="1595166"/>
                  </a:lnTo>
                  <a:lnTo>
                    <a:pt x="403885" y="1594709"/>
                  </a:lnTo>
                  <a:lnTo>
                    <a:pt x="363409" y="1592440"/>
                  </a:lnTo>
                  <a:lnTo>
                    <a:pt x="322482" y="1588320"/>
                  </a:lnTo>
                  <a:lnTo>
                    <a:pt x="281188" y="1582312"/>
                  </a:lnTo>
                  <a:lnTo>
                    <a:pt x="239610" y="1574383"/>
                  </a:lnTo>
                  <a:lnTo>
                    <a:pt x="197836" y="1564505"/>
                  </a:lnTo>
                  <a:lnTo>
                    <a:pt x="155954" y="1552652"/>
                  </a:lnTo>
                  <a:lnTo>
                    <a:pt x="114053" y="1538802"/>
                  </a:lnTo>
                  <a:lnTo>
                    <a:pt x="72226" y="1522939"/>
                  </a:lnTo>
                  <a:lnTo>
                    <a:pt x="56363" y="1481112"/>
                  </a:lnTo>
                  <a:lnTo>
                    <a:pt x="42513" y="1439211"/>
                  </a:lnTo>
                  <a:lnTo>
                    <a:pt x="30660" y="1397329"/>
                  </a:lnTo>
                  <a:lnTo>
                    <a:pt x="20782" y="1355555"/>
                  </a:lnTo>
                  <a:lnTo>
                    <a:pt x="12853" y="1313977"/>
                  </a:lnTo>
                  <a:lnTo>
                    <a:pt x="6845" y="1272683"/>
                  </a:lnTo>
                  <a:lnTo>
                    <a:pt x="2725" y="1231757"/>
                  </a:lnTo>
                  <a:lnTo>
                    <a:pt x="457" y="1191281"/>
                  </a:lnTo>
                  <a:lnTo>
                    <a:pt x="0" y="1151336"/>
                  </a:lnTo>
                  <a:lnTo>
                    <a:pt x="1311" y="1111999"/>
                  </a:lnTo>
                  <a:lnTo>
                    <a:pt x="4344" y="1073348"/>
                  </a:lnTo>
                  <a:lnTo>
                    <a:pt x="9049" y="1035454"/>
                  </a:lnTo>
                  <a:lnTo>
                    <a:pt x="15373" y="998387"/>
                  </a:lnTo>
                  <a:lnTo>
                    <a:pt x="23261" y="962215"/>
                  </a:lnTo>
                  <a:lnTo>
                    <a:pt x="32655" y="927002"/>
                  </a:lnTo>
                  <a:lnTo>
                    <a:pt x="43493" y="892810"/>
                  </a:lnTo>
                  <a:lnTo>
                    <a:pt x="55712" y="859695"/>
                  </a:lnTo>
                  <a:lnTo>
                    <a:pt x="69247" y="827712"/>
                  </a:lnTo>
                  <a:lnTo>
                    <a:pt x="84029" y="796913"/>
                  </a:lnTo>
                  <a:lnTo>
                    <a:pt x="99990" y="767346"/>
                  </a:lnTo>
                  <a:lnTo>
                    <a:pt x="117057" y="739054"/>
                  </a:lnTo>
                  <a:lnTo>
                    <a:pt x="149602" y="714919"/>
                  </a:lnTo>
                  <a:lnTo>
                    <a:pt x="182896" y="693005"/>
                  </a:lnTo>
                  <a:lnTo>
                    <a:pt x="216825" y="673333"/>
                  </a:lnTo>
                  <a:lnTo>
                    <a:pt x="251275" y="655921"/>
                  </a:lnTo>
                  <a:lnTo>
                    <a:pt x="286131" y="640779"/>
                  </a:lnTo>
                  <a:lnTo>
                    <a:pt x="321279" y="627914"/>
                  </a:lnTo>
                  <a:lnTo>
                    <a:pt x="356605" y="617327"/>
                  </a:lnTo>
                  <a:lnTo>
                    <a:pt x="391993" y="609014"/>
                  </a:lnTo>
                  <a:lnTo>
                    <a:pt x="427331" y="602965"/>
                  </a:lnTo>
                  <a:lnTo>
                    <a:pt x="462504" y="599166"/>
                  </a:lnTo>
                  <a:lnTo>
                    <a:pt x="497402" y="597597"/>
                  </a:lnTo>
                  <a:lnTo>
                    <a:pt x="531913" y="598235"/>
                  </a:lnTo>
                  <a:lnTo>
                    <a:pt x="565928" y="601049"/>
                  </a:lnTo>
                  <a:lnTo>
                    <a:pt x="599339" y="606005"/>
                  </a:lnTo>
                  <a:lnTo>
                    <a:pt x="632040" y="613065"/>
                  </a:lnTo>
                  <a:lnTo>
                    <a:pt x="663927" y="622184"/>
                  </a:lnTo>
                  <a:lnTo>
                    <a:pt x="694898" y="633314"/>
                  </a:lnTo>
                  <a:lnTo>
                    <a:pt x="724854" y="646402"/>
                  </a:lnTo>
                  <a:lnTo>
                    <a:pt x="753697" y="661391"/>
                  </a:lnTo>
                  <a:lnTo>
                    <a:pt x="781334" y="678218"/>
                  </a:lnTo>
                  <a:lnTo>
                    <a:pt x="807674" y="696818"/>
                  </a:lnTo>
                  <a:lnTo>
                    <a:pt x="832628" y="717121"/>
                  </a:lnTo>
                  <a:lnTo>
                    <a:pt x="856111" y="739054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1952194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1582667" y="1138335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1843962" y="1616095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158266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1582667" y="2616444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2366553" y="2661275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0798782" y="2661275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0843613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1614268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1614268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1614268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1614268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1614268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0830383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505687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830383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11482229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2262007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2753340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252909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1473131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0480206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245042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489304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9987969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9938500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9589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69589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97588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1166567" y="3572944"/>
              <a:ext cx="135312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Strigiformes (n=12)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457405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843132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843132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843132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843132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843132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61261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95978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61261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288911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34690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96135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585287" y="4148895"/>
              <a:ext cx="653681" cy="1478108"/>
            </a:xfrm>
            <a:custGeom>
              <a:avLst/>
              <a:pathLst>
                <a:path w="653681" h="1478108">
                  <a:moveTo>
                    <a:pt x="257844" y="1108581"/>
                  </a:moveTo>
                  <a:lnTo>
                    <a:pt x="286246" y="1107436"/>
                  </a:lnTo>
                  <a:lnTo>
                    <a:pt x="314510" y="1104006"/>
                  </a:lnTo>
                  <a:lnTo>
                    <a:pt x="342498" y="1098302"/>
                  </a:lnTo>
                  <a:lnTo>
                    <a:pt x="370072" y="1090342"/>
                  </a:lnTo>
                  <a:lnTo>
                    <a:pt x="397098" y="1080152"/>
                  </a:lnTo>
                  <a:lnTo>
                    <a:pt x="423439" y="1067765"/>
                  </a:lnTo>
                  <a:lnTo>
                    <a:pt x="448964" y="1053222"/>
                  </a:lnTo>
                  <a:lnTo>
                    <a:pt x="473542" y="1036570"/>
                  </a:lnTo>
                  <a:lnTo>
                    <a:pt x="497046" y="1017864"/>
                  </a:lnTo>
                  <a:lnTo>
                    <a:pt x="519350" y="997164"/>
                  </a:lnTo>
                  <a:lnTo>
                    <a:pt x="540332" y="974539"/>
                  </a:lnTo>
                  <a:lnTo>
                    <a:pt x="559875" y="950063"/>
                  </a:lnTo>
                  <a:lnTo>
                    <a:pt x="577864" y="923817"/>
                  </a:lnTo>
                  <a:lnTo>
                    <a:pt x="594189" y="895889"/>
                  </a:lnTo>
                  <a:lnTo>
                    <a:pt x="608746" y="866371"/>
                  </a:lnTo>
                  <a:lnTo>
                    <a:pt x="621433" y="835362"/>
                  </a:lnTo>
                  <a:lnTo>
                    <a:pt x="632155" y="802966"/>
                  </a:lnTo>
                  <a:lnTo>
                    <a:pt x="640822" y="769292"/>
                  </a:lnTo>
                  <a:lnTo>
                    <a:pt x="647350" y="734456"/>
                  </a:lnTo>
                  <a:lnTo>
                    <a:pt x="651660" y="698575"/>
                  </a:lnTo>
                  <a:lnTo>
                    <a:pt x="653681" y="661774"/>
                  </a:lnTo>
                  <a:lnTo>
                    <a:pt x="653346" y="624179"/>
                  </a:lnTo>
                  <a:lnTo>
                    <a:pt x="650597" y="585922"/>
                  </a:lnTo>
                  <a:lnTo>
                    <a:pt x="645380" y="547138"/>
                  </a:lnTo>
                  <a:lnTo>
                    <a:pt x="637651" y="507964"/>
                  </a:lnTo>
                  <a:lnTo>
                    <a:pt x="627371" y="468541"/>
                  </a:lnTo>
                  <a:lnTo>
                    <a:pt x="614510" y="429012"/>
                  </a:lnTo>
                  <a:lnTo>
                    <a:pt x="599042" y="389521"/>
                  </a:lnTo>
                  <a:lnTo>
                    <a:pt x="580954" y="350214"/>
                  </a:lnTo>
                  <a:lnTo>
                    <a:pt x="560235" y="311241"/>
                  </a:lnTo>
                  <a:lnTo>
                    <a:pt x="536886" y="272749"/>
                  </a:lnTo>
                  <a:lnTo>
                    <a:pt x="510912" y="234889"/>
                  </a:lnTo>
                  <a:lnTo>
                    <a:pt x="482329" y="197808"/>
                  </a:lnTo>
                  <a:lnTo>
                    <a:pt x="451160" y="161657"/>
                  </a:lnTo>
                  <a:lnTo>
                    <a:pt x="417434" y="126584"/>
                  </a:lnTo>
                  <a:lnTo>
                    <a:pt x="381190" y="92736"/>
                  </a:lnTo>
                  <a:lnTo>
                    <a:pt x="342473" y="60260"/>
                  </a:lnTo>
                  <a:lnTo>
                    <a:pt x="301338" y="29301"/>
                  </a:lnTo>
                  <a:lnTo>
                    <a:pt x="257844" y="0"/>
                  </a:lnTo>
                  <a:lnTo>
                    <a:pt x="290253" y="36020"/>
                  </a:lnTo>
                  <a:lnTo>
                    <a:pt x="320488" y="72955"/>
                  </a:lnTo>
                  <a:lnTo>
                    <a:pt x="348523" y="110705"/>
                  </a:lnTo>
                  <a:lnTo>
                    <a:pt x="374337" y="149172"/>
                  </a:lnTo>
                  <a:lnTo>
                    <a:pt x="397915" y="188255"/>
                  </a:lnTo>
                  <a:lnTo>
                    <a:pt x="419243" y="227855"/>
                  </a:lnTo>
                  <a:lnTo>
                    <a:pt x="438313" y="267871"/>
                  </a:lnTo>
                  <a:lnTo>
                    <a:pt x="455119" y="308205"/>
                  </a:lnTo>
                  <a:lnTo>
                    <a:pt x="469662" y="348755"/>
                  </a:lnTo>
                  <a:lnTo>
                    <a:pt x="481943" y="389421"/>
                  </a:lnTo>
                  <a:lnTo>
                    <a:pt x="491971" y="430106"/>
                  </a:lnTo>
                  <a:lnTo>
                    <a:pt x="499757" y="470709"/>
                  </a:lnTo>
                  <a:lnTo>
                    <a:pt x="505315" y="511133"/>
                  </a:lnTo>
                  <a:lnTo>
                    <a:pt x="508664" y="551281"/>
                  </a:lnTo>
                  <a:lnTo>
                    <a:pt x="509827" y="591057"/>
                  </a:lnTo>
                  <a:lnTo>
                    <a:pt x="508831" y="630365"/>
                  </a:lnTo>
                  <a:lnTo>
                    <a:pt x="505705" y="669113"/>
                  </a:lnTo>
                  <a:lnTo>
                    <a:pt x="500483" y="707206"/>
                  </a:lnTo>
                  <a:lnTo>
                    <a:pt x="493204" y="744556"/>
                  </a:lnTo>
                  <a:lnTo>
                    <a:pt x="483907" y="781073"/>
                  </a:lnTo>
                  <a:lnTo>
                    <a:pt x="472637" y="816669"/>
                  </a:lnTo>
                  <a:lnTo>
                    <a:pt x="459443" y="851259"/>
                  </a:lnTo>
                  <a:lnTo>
                    <a:pt x="444375" y="884760"/>
                  </a:lnTo>
                  <a:lnTo>
                    <a:pt x="427488" y="917092"/>
                  </a:lnTo>
                  <a:lnTo>
                    <a:pt x="408840" y="948175"/>
                  </a:lnTo>
                  <a:lnTo>
                    <a:pt x="388492" y="977933"/>
                  </a:lnTo>
                  <a:lnTo>
                    <a:pt x="404427" y="996104"/>
                  </a:lnTo>
                  <a:lnTo>
                    <a:pt x="417854" y="1016199"/>
                  </a:lnTo>
                  <a:lnTo>
                    <a:pt x="428543" y="1037875"/>
                  </a:lnTo>
                  <a:lnTo>
                    <a:pt x="436312" y="1060761"/>
                  </a:lnTo>
                  <a:lnTo>
                    <a:pt x="441027" y="1084464"/>
                  </a:lnTo>
                  <a:lnTo>
                    <a:pt x="442608" y="1108581"/>
                  </a:lnTo>
                  <a:lnTo>
                    <a:pt x="441027" y="1132697"/>
                  </a:lnTo>
                  <a:lnTo>
                    <a:pt x="436312" y="1156401"/>
                  </a:lnTo>
                  <a:lnTo>
                    <a:pt x="428543" y="1179287"/>
                  </a:lnTo>
                  <a:lnTo>
                    <a:pt x="417854" y="1200963"/>
                  </a:lnTo>
                  <a:lnTo>
                    <a:pt x="404427" y="1221058"/>
                  </a:lnTo>
                  <a:lnTo>
                    <a:pt x="388492" y="1239228"/>
                  </a:lnTo>
                  <a:lnTo>
                    <a:pt x="370321" y="1255164"/>
                  </a:lnTo>
                  <a:lnTo>
                    <a:pt x="350226" y="1268591"/>
                  </a:lnTo>
                  <a:lnTo>
                    <a:pt x="328550" y="1279280"/>
                  </a:lnTo>
                  <a:lnTo>
                    <a:pt x="305664" y="1287049"/>
                  </a:lnTo>
                  <a:lnTo>
                    <a:pt x="281961" y="1291764"/>
                  </a:lnTo>
                  <a:lnTo>
                    <a:pt x="257844" y="1293344"/>
                  </a:lnTo>
                  <a:lnTo>
                    <a:pt x="233728" y="1291764"/>
                  </a:lnTo>
                  <a:lnTo>
                    <a:pt x="210024" y="1287049"/>
                  </a:lnTo>
                  <a:lnTo>
                    <a:pt x="187138" y="1279280"/>
                  </a:lnTo>
                  <a:lnTo>
                    <a:pt x="165462" y="1268591"/>
                  </a:lnTo>
                  <a:lnTo>
                    <a:pt x="145367" y="1255164"/>
                  </a:lnTo>
                  <a:lnTo>
                    <a:pt x="127197" y="1239228"/>
                  </a:lnTo>
                  <a:lnTo>
                    <a:pt x="111261" y="1221058"/>
                  </a:lnTo>
                  <a:lnTo>
                    <a:pt x="97834" y="1200963"/>
                  </a:lnTo>
                  <a:lnTo>
                    <a:pt x="87145" y="1179287"/>
                  </a:lnTo>
                  <a:lnTo>
                    <a:pt x="79376" y="1156401"/>
                  </a:lnTo>
                  <a:lnTo>
                    <a:pt x="74661" y="1132697"/>
                  </a:lnTo>
                  <a:lnTo>
                    <a:pt x="73081" y="1108581"/>
                  </a:lnTo>
                  <a:lnTo>
                    <a:pt x="74661" y="1084464"/>
                  </a:lnTo>
                  <a:lnTo>
                    <a:pt x="79376" y="1060761"/>
                  </a:lnTo>
                  <a:lnTo>
                    <a:pt x="87145" y="1037875"/>
                  </a:lnTo>
                  <a:lnTo>
                    <a:pt x="97834" y="1016199"/>
                  </a:lnTo>
                  <a:lnTo>
                    <a:pt x="111261" y="996104"/>
                  </a:lnTo>
                  <a:lnTo>
                    <a:pt x="127197" y="977933"/>
                  </a:lnTo>
                  <a:lnTo>
                    <a:pt x="109069" y="986484"/>
                  </a:lnTo>
                  <a:lnTo>
                    <a:pt x="91417" y="997378"/>
                  </a:lnTo>
                  <a:lnTo>
                    <a:pt x="74529" y="1010597"/>
                  </a:lnTo>
                  <a:lnTo>
                    <a:pt x="58695" y="1026091"/>
                  </a:lnTo>
                  <a:lnTo>
                    <a:pt x="44201" y="1043773"/>
                  </a:lnTo>
                  <a:lnTo>
                    <a:pt x="31327" y="1063524"/>
                  </a:lnTo>
                  <a:lnTo>
                    <a:pt x="20340" y="1085189"/>
                  </a:lnTo>
                  <a:lnTo>
                    <a:pt x="11493" y="1108581"/>
                  </a:lnTo>
                  <a:lnTo>
                    <a:pt x="5017" y="1133482"/>
                  </a:lnTo>
                  <a:lnTo>
                    <a:pt x="1125" y="1159645"/>
                  </a:lnTo>
                  <a:lnTo>
                    <a:pt x="0" y="1186797"/>
                  </a:lnTo>
                  <a:lnTo>
                    <a:pt x="1795" y="1214640"/>
                  </a:lnTo>
                  <a:lnTo>
                    <a:pt x="6634" y="1242855"/>
                  </a:lnTo>
                  <a:lnTo>
                    <a:pt x="14604" y="1271109"/>
                  </a:lnTo>
                  <a:lnTo>
                    <a:pt x="25755" y="1299052"/>
                  </a:lnTo>
                  <a:lnTo>
                    <a:pt x="40098" y="1326327"/>
                  </a:lnTo>
                  <a:lnTo>
                    <a:pt x="57606" y="1352572"/>
                  </a:lnTo>
                  <a:lnTo>
                    <a:pt x="78208" y="1377425"/>
                  </a:lnTo>
                  <a:lnTo>
                    <a:pt x="101795" y="1400527"/>
                  </a:lnTo>
                  <a:lnTo>
                    <a:pt x="128216" y="1421530"/>
                  </a:lnTo>
                  <a:lnTo>
                    <a:pt x="157280" y="1440095"/>
                  </a:lnTo>
                  <a:lnTo>
                    <a:pt x="188757" y="1455907"/>
                  </a:lnTo>
                  <a:lnTo>
                    <a:pt x="222379" y="1468667"/>
                  </a:lnTo>
                  <a:lnTo>
                    <a:pt x="257844" y="1478108"/>
                  </a:lnTo>
                  <a:lnTo>
                    <a:pt x="286837" y="1476969"/>
                  </a:lnTo>
                  <a:lnTo>
                    <a:pt x="315651" y="1473559"/>
                  </a:lnTo>
                  <a:lnTo>
                    <a:pt x="344108" y="1467898"/>
                  </a:lnTo>
                  <a:lnTo>
                    <a:pt x="372034" y="1460022"/>
                  </a:lnTo>
                  <a:lnTo>
                    <a:pt x="399256" y="1449979"/>
                  </a:lnTo>
                  <a:lnTo>
                    <a:pt x="425606" y="1437832"/>
                  </a:lnTo>
                  <a:lnTo>
                    <a:pt x="450921" y="1423655"/>
                  </a:lnTo>
                  <a:lnTo>
                    <a:pt x="475047" y="1407535"/>
                  </a:lnTo>
                  <a:lnTo>
                    <a:pt x="497833" y="1389572"/>
                  </a:lnTo>
                  <a:lnTo>
                    <a:pt x="519139" y="1369876"/>
                  </a:lnTo>
                  <a:lnTo>
                    <a:pt x="480029" y="1376148"/>
                  </a:lnTo>
                  <a:lnTo>
                    <a:pt x="442109" y="1377574"/>
                  </a:lnTo>
                  <a:lnTo>
                    <a:pt x="405926" y="1374439"/>
                  </a:lnTo>
                  <a:lnTo>
                    <a:pt x="371984" y="1367083"/>
                  </a:lnTo>
                  <a:lnTo>
                    <a:pt x="340738" y="1355902"/>
                  </a:lnTo>
                  <a:lnTo>
                    <a:pt x="312587" y="1341336"/>
                  </a:lnTo>
                  <a:lnTo>
                    <a:pt x="287875" y="1323865"/>
                  </a:lnTo>
                  <a:lnTo>
                    <a:pt x="266879" y="1304004"/>
                  </a:lnTo>
                  <a:lnTo>
                    <a:pt x="249813" y="1282290"/>
                  </a:lnTo>
                  <a:lnTo>
                    <a:pt x="236822" y="1259280"/>
                  </a:lnTo>
                  <a:lnTo>
                    <a:pt x="227984" y="1235538"/>
                  </a:lnTo>
                  <a:lnTo>
                    <a:pt x="223305" y="1211631"/>
                  </a:lnTo>
                  <a:lnTo>
                    <a:pt x="222724" y="1188120"/>
                  </a:lnTo>
                  <a:lnTo>
                    <a:pt x="226112" y="1165550"/>
                  </a:lnTo>
                  <a:lnTo>
                    <a:pt x="233275" y="1144447"/>
                  </a:lnTo>
                  <a:lnTo>
                    <a:pt x="243958" y="1125304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712484" y="4148895"/>
              <a:ext cx="391942" cy="1478108"/>
            </a:xfrm>
            <a:custGeom>
              <a:avLst/>
              <a:pathLst>
                <a:path w="391942" h="1478108">
                  <a:moveTo>
                    <a:pt x="130647" y="0"/>
                  </a:moveTo>
                  <a:lnTo>
                    <a:pt x="163056" y="36020"/>
                  </a:lnTo>
                  <a:lnTo>
                    <a:pt x="193291" y="72955"/>
                  </a:lnTo>
                  <a:lnTo>
                    <a:pt x="221326" y="110705"/>
                  </a:lnTo>
                  <a:lnTo>
                    <a:pt x="247140" y="149172"/>
                  </a:lnTo>
                  <a:lnTo>
                    <a:pt x="270718" y="188255"/>
                  </a:lnTo>
                  <a:lnTo>
                    <a:pt x="292046" y="227855"/>
                  </a:lnTo>
                  <a:lnTo>
                    <a:pt x="311116" y="267871"/>
                  </a:lnTo>
                  <a:lnTo>
                    <a:pt x="327922" y="308205"/>
                  </a:lnTo>
                  <a:lnTo>
                    <a:pt x="342465" y="348755"/>
                  </a:lnTo>
                  <a:lnTo>
                    <a:pt x="354746" y="389421"/>
                  </a:lnTo>
                  <a:lnTo>
                    <a:pt x="364774" y="430106"/>
                  </a:lnTo>
                  <a:lnTo>
                    <a:pt x="372560" y="470709"/>
                  </a:lnTo>
                  <a:lnTo>
                    <a:pt x="378118" y="511133"/>
                  </a:lnTo>
                  <a:lnTo>
                    <a:pt x="381467" y="551281"/>
                  </a:lnTo>
                  <a:lnTo>
                    <a:pt x="382630" y="591057"/>
                  </a:lnTo>
                  <a:lnTo>
                    <a:pt x="381634" y="630365"/>
                  </a:lnTo>
                  <a:lnTo>
                    <a:pt x="378508" y="669113"/>
                  </a:lnTo>
                  <a:lnTo>
                    <a:pt x="373286" y="707206"/>
                  </a:lnTo>
                  <a:lnTo>
                    <a:pt x="366007" y="744556"/>
                  </a:lnTo>
                  <a:lnTo>
                    <a:pt x="356710" y="781073"/>
                  </a:lnTo>
                  <a:lnTo>
                    <a:pt x="345440" y="816669"/>
                  </a:lnTo>
                  <a:lnTo>
                    <a:pt x="332246" y="851259"/>
                  </a:lnTo>
                  <a:lnTo>
                    <a:pt x="317178" y="884760"/>
                  </a:lnTo>
                  <a:lnTo>
                    <a:pt x="300291" y="917092"/>
                  </a:lnTo>
                  <a:lnTo>
                    <a:pt x="281643" y="948175"/>
                  </a:lnTo>
                  <a:lnTo>
                    <a:pt x="261295" y="977933"/>
                  </a:lnTo>
                  <a:lnTo>
                    <a:pt x="255618" y="1006020"/>
                  </a:lnTo>
                  <a:lnTo>
                    <a:pt x="245866" y="1031594"/>
                  </a:lnTo>
                  <a:lnTo>
                    <a:pt x="232489" y="1054145"/>
                  </a:lnTo>
                  <a:lnTo>
                    <a:pt x="215997" y="1073228"/>
                  </a:lnTo>
                  <a:lnTo>
                    <a:pt x="196950" y="1088468"/>
                  </a:lnTo>
                  <a:lnTo>
                    <a:pt x="175950" y="1099569"/>
                  </a:lnTo>
                  <a:lnTo>
                    <a:pt x="153631" y="1106317"/>
                  </a:lnTo>
                  <a:lnTo>
                    <a:pt x="130647" y="1108581"/>
                  </a:lnTo>
                  <a:lnTo>
                    <a:pt x="157000" y="1110061"/>
                  </a:lnTo>
                  <a:lnTo>
                    <a:pt x="183105" y="1114491"/>
                  </a:lnTo>
                  <a:lnTo>
                    <a:pt x="208713" y="1121845"/>
                  </a:lnTo>
                  <a:lnTo>
                    <a:pt x="233579" y="1132074"/>
                  </a:lnTo>
                  <a:lnTo>
                    <a:pt x="257463" y="1145116"/>
                  </a:lnTo>
                  <a:lnTo>
                    <a:pt x="280129" y="1160887"/>
                  </a:lnTo>
                  <a:lnTo>
                    <a:pt x="301346" y="1179287"/>
                  </a:lnTo>
                  <a:lnTo>
                    <a:pt x="320894" y="1200199"/>
                  </a:lnTo>
                  <a:lnTo>
                    <a:pt x="338559" y="1223490"/>
                  </a:lnTo>
                  <a:lnTo>
                    <a:pt x="354138" y="1249010"/>
                  </a:lnTo>
                  <a:lnTo>
                    <a:pt x="367439" y="1276594"/>
                  </a:lnTo>
                  <a:lnTo>
                    <a:pt x="378282" y="1306064"/>
                  </a:lnTo>
                  <a:lnTo>
                    <a:pt x="386501" y="1337226"/>
                  </a:lnTo>
                  <a:lnTo>
                    <a:pt x="391942" y="1369876"/>
                  </a:lnTo>
                  <a:lnTo>
                    <a:pt x="370636" y="1389572"/>
                  </a:lnTo>
                  <a:lnTo>
                    <a:pt x="347850" y="1407535"/>
                  </a:lnTo>
                  <a:lnTo>
                    <a:pt x="323724" y="1423655"/>
                  </a:lnTo>
                  <a:lnTo>
                    <a:pt x="298409" y="1437832"/>
                  </a:lnTo>
                  <a:lnTo>
                    <a:pt x="272059" y="1449979"/>
                  </a:lnTo>
                  <a:lnTo>
                    <a:pt x="244837" y="1460022"/>
                  </a:lnTo>
                  <a:lnTo>
                    <a:pt x="216911" y="1467898"/>
                  </a:lnTo>
                  <a:lnTo>
                    <a:pt x="188454" y="1473559"/>
                  </a:lnTo>
                  <a:lnTo>
                    <a:pt x="159640" y="1476969"/>
                  </a:lnTo>
                  <a:lnTo>
                    <a:pt x="130647" y="1478108"/>
                  </a:lnTo>
                  <a:lnTo>
                    <a:pt x="111407" y="1451173"/>
                  </a:lnTo>
                  <a:lnTo>
                    <a:pt x="95184" y="1423327"/>
                  </a:lnTo>
                  <a:lnTo>
                    <a:pt x="82013" y="1394821"/>
                  </a:lnTo>
                  <a:lnTo>
                    <a:pt x="71913" y="1365911"/>
                  </a:lnTo>
                  <a:lnTo>
                    <a:pt x="64884" y="1336850"/>
                  </a:lnTo>
                  <a:lnTo>
                    <a:pt x="60906" y="1307890"/>
                  </a:lnTo>
                  <a:lnTo>
                    <a:pt x="59941" y="1279280"/>
                  </a:lnTo>
                  <a:lnTo>
                    <a:pt x="61933" y="1251266"/>
                  </a:lnTo>
                  <a:lnTo>
                    <a:pt x="66809" y="1224088"/>
                  </a:lnTo>
                  <a:lnTo>
                    <a:pt x="74476" y="1197977"/>
                  </a:lnTo>
                  <a:lnTo>
                    <a:pt x="84825" y="1173161"/>
                  </a:lnTo>
                  <a:lnTo>
                    <a:pt x="97733" y="1149853"/>
                  </a:lnTo>
                  <a:lnTo>
                    <a:pt x="113059" y="1128262"/>
                  </a:lnTo>
                  <a:lnTo>
                    <a:pt x="130647" y="1108581"/>
                  </a:lnTo>
                  <a:lnTo>
                    <a:pt x="130647" y="1108581"/>
                  </a:lnTo>
                  <a:lnTo>
                    <a:pt x="107663" y="1106317"/>
                  </a:lnTo>
                  <a:lnTo>
                    <a:pt x="85344" y="1099569"/>
                  </a:lnTo>
                  <a:lnTo>
                    <a:pt x="64344" y="1088468"/>
                  </a:lnTo>
                  <a:lnTo>
                    <a:pt x="45297" y="1073228"/>
                  </a:lnTo>
                  <a:lnTo>
                    <a:pt x="28805" y="1054145"/>
                  </a:lnTo>
                  <a:lnTo>
                    <a:pt x="15428" y="1031594"/>
                  </a:lnTo>
                  <a:lnTo>
                    <a:pt x="5676" y="1006020"/>
                  </a:lnTo>
                  <a:lnTo>
                    <a:pt x="0" y="977933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811531" y="4117294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942178" y="5095228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680883" y="5095228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811531" y="5595402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072826" y="548717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843132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843132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843132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843132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843132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059247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34551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059247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1711093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2490871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2982204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2481773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701994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709069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7390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718168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6833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67364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3326634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326634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654633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4464715" y="3572944"/>
              <a:ext cx="127092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 (n=11)</a:t>
              </a:r>
            </a:p>
          </p:txBody>
        </p:sp>
        <p:sp>
          <p:nvSpPr>
            <p:cNvPr id="229" name="rc229"/>
            <p:cNvSpPr/>
            <p:nvPr/>
          </p:nvSpPr>
          <p:spPr>
            <a:xfrm>
              <a:off x="3714451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100177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100177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100177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100177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100177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218306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853023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218306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545957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991736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853180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6292" y="4719514"/>
              <a:ext cx="1522939" cy="1394033"/>
            </a:xfrm>
            <a:custGeom>
              <a:avLst/>
              <a:pathLst>
                <a:path w="1522939" h="1394033">
                  <a:moveTo>
                    <a:pt x="1522939" y="537962"/>
                  </a:moveTo>
                  <a:lnTo>
                    <a:pt x="1508600" y="497263"/>
                  </a:lnTo>
                  <a:lnTo>
                    <a:pt x="1492063" y="458170"/>
                  </a:lnTo>
                  <a:lnTo>
                    <a:pt x="1473464" y="420798"/>
                  </a:lnTo>
                  <a:lnTo>
                    <a:pt x="1452943" y="385254"/>
                  </a:lnTo>
                  <a:lnTo>
                    <a:pt x="1430647" y="351633"/>
                  </a:lnTo>
                  <a:lnTo>
                    <a:pt x="1406725" y="320021"/>
                  </a:lnTo>
                  <a:lnTo>
                    <a:pt x="1381332" y="290491"/>
                  </a:lnTo>
                  <a:lnTo>
                    <a:pt x="1354626" y="263108"/>
                  </a:lnTo>
                  <a:lnTo>
                    <a:pt x="1326766" y="237922"/>
                  </a:lnTo>
                  <a:lnTo>
                    <a:pt x="1297914" y="214976"/>
                  </a:lnTo>
                  <a:lnTo>
                    <a:pt x="1268233" y="194299"/>
                  </a:lnTo>
                  <a:lnTo>
                    <a:pt x="1237883" y="175911"/>
                  </a:lnTo>
                  <a:lnTo>
                    <a:pt x="1207028" y="159818"/>
                  </a:lnTo>
                  <a:lnTo>
                    <a:pt x="1175828" y="146019"/>
                  </a:lnTo>
                  <a:lnTo>
                    <a:pt x="1144441" y="134500"/>
                  </a:lnTo>
                  <a:lnTo>
                    <a:pt x="1113023" y="125237"/>
                  </a:lnTo>
                  <a:lnTo>
                    <a:pt x="1081726" y="118194"/>
                  </a:lnTo>
                  <a:lnTo>
                    <a:pt x="1050700" y="113329"/>
                  </a:lnTo>
                  <a:lnTo>
                    <a:pt x="1020087" y="110587"/>
                  </a:lnTo>
                  <a:lnTo>
                    <a:pt x="990026" y="109906"/>
                  </a:lnTo>
                  <a:lnTo>
                    <a:pt x="960650" y="111214"/>
                  </a:lnTo>
                  <a:lnTo>
                    <a:pt x="932085" y="114431"/>
                  </a:lnTo>
                  <a:lnTo>
                    <a:pt x="904451" y="119469"/>
                  </a:lnTo>
                  <a:lnTo>
                    <a:pt x="877859" y="126234"/>
                  </a:lnTo>
                  <a:lnTo>
                    <a:pt x="852415" y="134623"/>
                  </a:lnTo>
                  <a:lnTo>
                    <a:pt x="828214" y="144530"/>
                  </a:lnTo>
                  <a:lnTo>
                    <a:pt x="805344" y="155840"/>
                  </a:lnTo>
                  <a:lnTo>
                    <a:pt x="783885" y="168435"/>
                  </a:lnTo>
                  <a:lnTo>
                    <a:pt x="803150" y="145812"/>
                  </a:lnTo>
                  <a:lnTo>
                    <a:pt x="824632" y="124246"/>
                  </a:lnTo>
                  <a:lnTo>
                    <a:pt x="848272" y="103898"/>
                  </a:lnTo>
                  <a:lnTo>
                    <a:pt x="873999" y="84929"/>
                  </a:lnTo>
                  <a:lnTo>
                    <a:pt x="901731" y="67493"/>
                  </a:lnTo>
                  <a:lnTo>
                    <a:pt x="931378" y="51741"/>
                  </a:lnTo>
                  <a:lnTo>
                    <a:pt x="962839" y="37818"/>
                  </a:lnTo>
                  <a:lnTo>
                    <a:pt x="996003" y="25864"/>
                  </a:lnTo>
                  <a:lnTo>
                    <a:pt x="1030749" y="16011"/>
                  </a:lnTo>
                  <a:lnTo>
                    <a:pt x="1066950" y="8385"/>
                  </a:lnTo>
                  <a:lnTo>
                    <a:pt x="1104468" y="3102"/>
                  </a:lnTo>
                  <a:lnTo>
                    <a:pt x="1143157" y="274"/>
                  </a:lnTo>
                  <a:lnTo>
                    <a:pt x="1182865" y="0"/>
                  </a:lnTo>
                  <a:lnTo>
                    <a:pt x="1223433" y="2372"/>
                  </a:lnTo>
                  <a:lnTo>
                    <a:pt x="1264693" y="7472"/>
                  </a:lnTo>
                  <a:lnTo>
                    <a:pt x="1306475" y="15372"/>
                  </a:lnTo>
                  <a:lnTo>
                    <a:pt x="1332264" y="49249"/>
                  </a:lnTo>
                  <a:lnTo>
                    <a:pt x="1355898" y="84352"/>
                  </a:lnTo>
                  <a:lnTo>
                    <a:pt x="1377321" y="120548"/>
                  </a:lnTo>
                  <a:lnTo>
                    <a:pt x="1396488" y="157699"/>
                  </a:lnTo>
                  <a:lnTo>
                    <a:pt x="1413358" y="195665"/>
                  </a:lnTo>
                  <a:lnTo>
                    <a:pt x="1427903" y="234307"/>
                  </a:lnTo>
                  <a:lnTo>
                    <a:pt x="1440101" y="273483"/>
                  </a:lnTo>
                  <a:lnTo>
                    <a:pt x="1449939" y="313052"/>
                  </a:lnTo>
                  <a:lnTo>
                    <a:pt x="1457413" y="352874"/>
                  </a:lnTo>
                  <a:lnTo>
                    <a:pt x="1462525" y="392807"/>
                  </a:lnTo>
                  <a:lnTo>
                    <a:pt x="1465288" y="432713"/>
                  </a:lnTo>
                  <a:lnTo>
                    <a:pt x="1465722" y="472455"/>
                  </a:lnTo>
                  <a:lnTo>
                    <a:pt x="1463856" y="511898"/>
                  </a:lnTo>
                  <a:lnTo>
                    <a:pt x="1459725" y="550910"/>
                  </a:lnTo>
                  <a:lnTo>
                    <a:pt x="1453373" y="589362"/>
                  </a:lnTo>
                  <a:lnTo>
                    <a:pt x="1444849" y="627127"/>
                  </a:lnTo>
                  <a:lnTo>
                    <a:pt x="1434213" y="664086"/>
                  </a:lnTo>
                  <a:lnTo>
                    <a:pt x="1421528" y="700119"/>
                  </a:lnTo>
                  <a:lnTo>
                    <a:pt x="1406865" y="735116"/>
                  </a:lnTo>
                  <a:lnTo>
                    <a:pt x="1390301" y="768968"/>
                  </a:lnTo>
                  <a:lnTo>
                    <a:pt x="1371920" y="801574"/>
                  </a:lnTo>
                  <a:lnTo>
                    <a:pt x="1351809" y="832837"/>
                  </a:lnTo>
                  <a:lnTo>
                    <a:pt x="1330061" y="862667"/>
                  </a:lnTo>
                  <a:lnTo>
                    <a:pt x="1306774" y="890980"/>
                  </a:lnTo>
                  <a:lnTo>
                    <a:pt x="1282051" y="917698"/>
                  </a:lnTo>
                  <a:lnTo>
                    <a:pt x="1255997" y="942751"/>
                  </a:lnTo>
                  <a:lnTo>
                    <a:pt x="1228721" y="966074"/>
                  </a:lnTo>
                  <a:lnTo>
                    <a:pt x="1200335" y="987611"/>
                  </a:lnTo>
                  <a:lnTo>
                    <a:pt x="1170954" y="1007311"/>
                  </a:lnTo>
                  <a:lnTo>
                    <a:pt x="1140695" y="1025133"/>
                  </a:lnTo>
                  <a:lnTo>
                    <a:pt x="1109675" y="1041040"/>
                  </a:lnTo>
                  <a:lnTo>
                    <a:pt x="1078014" y="1055005"/>
                  </a:lnTo>
                  <a:lnTo>
                    <a:pt x="1045831" y="1067006"/>
                  </a:lnTo>
                  <a:lnTo>
                    <a:pt x="1013248" y="1077032"/>
                  </a:lnTo>
                  <a:lnTo>
                    <a:pt x="980384" y="1085074"/>
                  </a:lnTo>
                  <a:lnTo>
                    <a:pt x="947358" y="1091136"/>
                  </a:lnTo>
                  <a:lnTo>
                    <a:pt x="914289" y="1095224"/>
                  </a:lnTo>
                  <a:lnTo>
                    <a:pt x="881294" y="1097354"/>
                  </a:lnTo>
                  <a:lnTo>
                    <a:pt x="848486" y="1097549"/>
                  </a:lnTo>
                  <a:lnTo>
                    <a:pt x="815980" y="1095837"/>
                  </a:lnTo>
                  <a:lnTo>
                    <a:pt x="783885" y="1092253"/>
                  </a:lnTo>
                  <a:lnTo>
                    <a:pt x="752307" y="1086839"/>
                  </a:lnTo>
                  <a:lnTo>
                    <a:pt x="721351" y="1079642"/>
                  </a:lnTo>
                  <a:lnTo>
                    <a:pt x="691115" y="1070717"/>
                  </a:lnTo>
                  <a:lnTo>
                    <a:pt x="661695" y="1060121"/>
                  </a:lnTo>
                  <a:lnTo>
                    <a:pt x="633183" y="1047919"/>
                  </a:lnTo>
                  <a:lnTo>
                    <a:pt x="605665" y="1034180"/>
                  </a:lnTo>
                  <a:lnTo>
                    <a:pt x="579222" y="1018978"/>
                  </a:lnTo>
                  <a:lnTo>
                    <a:pt x="553932" y="1002390"/>
                  </a:lnTo>
                  <a:lnTo>
                    <a:pt x="529865" y="984499"/>
                  </a:lnTo>
                  <a:lnTo>
                    <a:pt x="507086" y="965389"/>
                  </a:lnTo>
                  <a:lnTo>
                    <a:pt x="485656" y="945150"/>
                  </a:lnTo>
                  <a:lnTo>
                    <a:pt x="465628" y="923871"/>
                  </a:lnTo>
                  <a:lnTo>
                    <a:pt x="447050" y="901649"/>
                  </a:lnTo>
                  <a:lnTo>
                    <a:pt x="429964" y="878577"/>
                  </a:lnTo>
                  <a:lnTo>
                    <a:pt x="414406" y="854753"/>
                  </a:lnTo>
                  <a:lnTo>
                    <a:pt x="400404" y="830277"/>
                  </a:lnTo>
                  <a:lnTo>
                    <a:pt x="387983" y="805247"/>
                  </a:lnTo>
                  <a:lnTo>
                    <a:pt x="377158" y="779763"/>
                  </a:lnTo>
                  <a:lnTo>
                    <a:pt x="367941" y="753927"/>
                  </a:lnTo>
                  <a:lnTo>
                    <a:pt x="360335" y="727836"/>
                  </a:lnTo>
                  <a:lnTo>
                    <a:pt x="354340" y="701591"/>
                  </a:lnTo>
                  <a:lnTo>
                    <a:pt x="349947" y="675290"/>
                  </a:lnTo>
                  <a:lnTo>
                    <a:pt x="347143" y="649029"/>
                  </a:lnTo>
                  <a:lnTo>
                    <a:pt x="345909" y="622903"/>
                  </a:lnTo>
                  <a:lnTo>
                    <a:pt x="346219" y="597004"/>
                  </a:lnTo>
                  <a:lnTo>
                    <a:pt x="348044" y="571424"/>
                  </a:lnTo>
                  <a:lnTo>
                    <a:pt x="351347" y="546249"/>
                  </a:lnTo>
                  <a:lnTo>
                    <a:pt x="356088" y="521564"/>
                  </a:lnTo>
                  <a:lnTo>
                    <a:pt x="362222" y="497451"/>
                  </a:lnTo>
                  <a:lnTo>
                    <a:pt x="369699" y="473987"/>
                  </a:lnTo>
                  <a:lnTo>
                    <a:pt x="378464" y="451246"/>
                  </a:lnTo>
                  <a:lnTo>
                    <a:pt x="388459" y="429297"/>
                  </a:lnTo>
                  <a:lnTo>
                    <a:pt x="399623" y="408206"/>
                  </a:lnTo>
                  <a:lnTo>
                    <a:pt x="411890" y="388035"/>
                  </a:lnTo>
                  <a:lnTo>
                    <a:pt x="425191" y="368838"/>
                  </a:lnTo>
                  <a:lnTo>
                    <a:pt x="439456" y="350668"/>
                  </a:lnTo>
                  <a:lnTo>
                    <a:pt x="454611" y="333571"/>
                  </a:lnTo>
                  <a:lnTo>
                    <a:pt x="470580" y="317588"/>
                  </a:lnTo>
                  <a:lnTo>
                    <a:pt x="487286" y="302757"/>
                  </a:lnTo>
                  <a:lnTo>
                    <a:pt x="504649" y="289108"/>
                  </a:lnTo>
                  <a:lnTo>
                    <a:pt x="522590" y="276667"/>
                  </a:lnTo>
                  <a:lnTo>
                    <a:pt x="502894" y="297973"/>
                  </a:lnTo>
                  <a:lnTo>
                    <a:pt x="484931" y="320760"/>
                  </a:lnTo>
                  <a:lnTo>
                    <a:pt x="468811" y="344885"/>
                  </a:lnTo>
                  <a:lnTo>
                    <a:pt x="454634" y="370200"/>
                  </a:lnTo>
                  <a:lnTo>
                    <a:pt x="442486" y="396550"/>
                  </a:lnTo>
                  <a:lnTo>
                    <a:pt x="432444" y="423772"/>
                  </a:lnTo>
                  <a:lnTo>
                    <a:pt x="424568" y="451698"/>
                  </a:lnTo>
                  <a:lnTo>
                    <a:pt x="418907" y="480155"/>
                  </a:lnTo>
                  <a:lnTo>
                    <a:pt x="415497" y="508969"/>
                  </a:lnTo>
                  <a:lnTo>
                    <a:pt x="414358" y="537962"/>
                  </a:lnTo>
                  <a:lnTo>
                    <a:pt x="415497" y="566955"/>
                  </a:lnTo>
                  <a:lnTo>
                    <a:pt x="418907" y="595769"/>
                  </a:lnTo>
                  <a:lnTo>
                    <a:pt x="424568" y="624227"/>
                  </a:lnTo>
                  <a:lnTo>
                    <a:pt x="432444" y="652152"/>
                  </a:lnTo>
                  <a:lnTo>
                    <a:pt x="442486" y="679374"/>
                  </a:lnTo>
                  <a:lnTo>
                    <a:pt x="454634" y="705724"/>
                  </a:lnTo>
                  <a:lnTo>
                    <a:pt x="468811" y="731040"/>
                  </a:lnTo>
                  <a:lnTo>
                    <a:pt x="484931" y="755165"/>
                  </a:lnTo>
                  <a:lnTo>
                    <a:pt x="502894" y="777951"/>
                  </a:lnTo>
                  <a:lnTo>
                    <a:pt x="522590" y="799257"/>
                  </a:lnTo>
                  <a:lnTo>
                    <a:pt x="543896" y="818953"/>
                  </a:lnTo>
                  <a:lnTo>
                    <a:pt x="566682" y="836916"/>
                  </a:lnTo>
                  <a:lnTo>
                    <a:pt x="590808" y="853036"/>
                  </a:lnTo>
                  <a:lnTo>
                    <a:pt x="616123" y="867213"/>
                  </a:lnTo>
                  <a:lnTo>
                    <a:pt x="642473" y="879361"/>
                  </a:lnTo>
                  <a:lnTo>
                    <a:pt x="669695" y="889403"/>
                  </a:lnTo>
                  <a:lnTo>
                    <a:pt x="697621" y="897279"/>
                  </a:lnTo>
                  <a:lnTo>
                    <a:pt x="726078" y="902940"/>
                  </a:lnTo>
                  <a:lnTo>
                    <a:pt x="754892" y="906350"/>
                  </a:lnTo>
                  <a:lnTo>
                    <a:pt x="783885" y="907489"/>
                  </a:lnTo>
                  <a:lnTo>
                    <a:pt x="812878" y="906350"/>
                  </a:lnTo>
                  <a:lnTo>
                    <a:pt x="841692" y="902940"/>
                  </a:lnTo>
                  <a:lnTo>
                    <a:pt x="870149" y="897279"/>
                  </a:lnTo>
                  <a:lnTo>
                    <a:pt x="898075" y="889403"/>
                  </a:lnTo>
                  <a:lnTo>
                    <a:pt x="925297" y="879361"/>
                  </a:lnTo>
                  <a:lnTo>
                    <a:pt x="951647" y="867213"/>
                  </a:lnTo>
                  <a:lnTo>
                    <a:pt x="976962" y="853036"/>
                  </a:lnTo>
                  <a:lnTo>
                    <a:pt x="1001088" y="836916"/>
                  </a:lnTo>
                  <a:lnTo>
                    <a:pt x="1023874" y="818953"/>
                  </a:lnTo>
                  <a:lnTo>
                    <a:pt x="1045180" y="799257"/>
                  </a:lnTo>
                  <a:lnTo>
                    <a:pt x="1047367" y="824822"/>
                  </a:lnTo>
                  <a:lnTo>
                    <a:pt x="1047830" y="851017"/>
                  </a:lnTo>
                  <a:lnTo>
                    <a:pt x="1046521" y="877741"/>
                  </a:lnTo>
                  <a:lnTo>
                    <a:pt x="1043398" y="904889"/>
                  </a:lnTo>
                  <a:lnTo>
                    <a:pt x="1038423" y="932356"/>
                  </a:lnTo>
                  <a:lnTo>
                    <a:pt x="1031564" y="960030"/>
                  </a:lnTo>
                  <a:lnTo>
                    <a:pt x="1022797" y="987803"/>
                  </a:lnTo>
                  <a:lnTo>
                    <a:pt x="1012102" y="1015560"/>
                  </a:lnTo>
                  <a:lnTo>
                    <a:pt x="999466" y="1043187"/>
                  </a:lnTo>
                  <a:lnTo>
                    <a:pt x="984882" y="1070569"/>
                  </a:lnTo>
                  <a:lnTo>
                    <a:pt x="968349" y="1097590"/>
                  </a:lnTo>
                  <a:lnTo>
                    <a:pt x="949874" y="1124134"/>
                  </a:lnTo>
                  <a:lnTo>
                    <a:pt x="929469" y="1150083"/>
                  </a:lnTo>
                  <a:lnTo>
                    <a:pt x="907151" y="1175321"/>
                  </a:lnTo>
                  <a:lnTo>
                    <a:pt x="882947" y="1199733"/>
                  </a:lnTo>
                  <a:lnTo>
                    <a:pt x="856887" y="1223203"/>
                  </a:lnTo>
                  <a:lnTo>
                    <a:pt x="829010" y="1245617"/>
                  </a:lnTo>
                  <a:lnTo>
                    <a:pt x="799360" y="1266865"/>
                  </a:lnTo>
                  <a:lnTo>
                    <a:pt x="767986" y="1286835"/>
                  </a:lnTo>
                  <a:lnTo>
                    <a:pt x="734946" y="1305419"/>
                  </a:lnTo>
                  <a:lnTo>
                    <a:pt x="700303" y="1322513"/>
                  </a:lnTo>
                  <a:lnTo>
                    <a:pt x="664124" y="1338013"/>
                  </a:lnTo>
                  <a:lnTo>
                    <a:pt x="626484" y="1351820"/>
                  </a:lnTo>
                  <a:lnTo>
                    <a:pt x="587463" y="1363839"/>
                  </a:lnTo>
                  <a:lnTo>
                    <a:pt x="547146" y="1373977"/>
                  </a:lnTo>
                  <a:lnTo>
                    <a:pt x="505625" y="1382147"/>
                  </a:lnTo>
                  <a:lnTo>
                    <a:pt x="462995" y="1388265"/>
                  </a:lnTo>
                  <a:lnTo>
                    <a:pt x="419357" y="1392251"/>
                  </a:lnTo>
                  <a:lnTo>
                    <a:pt x="374816" y="1394033"/>
                  </a:lnTo>
                  <a:lnTo>
                    <a:pt x="329483" y="1393541"/>
                  </a:lnTo>
                  <a:lnTo>
                    <a:pt x="283471" y="1390712"/>
                  </a:lnTo>
                  <a:lnTo>
                    <a:pt x="236899" y="1385488"/>
                  </a:lnTo>
                  <a:lnTo>
                    <a:pt x="189888" y="1377818"/>
                  </a:lnTo>
                  <a:lnTo>
                    <a:pt x="142563" y="1367655"/>
                  </a:lnTo>
                  <a:lnTo>
                    <a:pt x="95052" y="1354960"/>
                  </a:lnTo>
                  <a:lnTo>
                    <a:pt x="47487" y="1339700"/>
                  </a:lnTo>
                  <a:lnTo>
                    <a:pt x="0" y="1321848"/>
                  </a:lnTo>
                  <a:lnTo>
                    <a:pt x="6088" y="1278486"/>
                  </a:lnTo>
                  <a:lnTo>
                    <a:pt x="13818" y="1235910"/>
                  </a:lnTo>
                  <a:lnTo>
                    <a:pt x="23154" y="1194173"/>
                  </a:lnTo>
                  <a:lnTo>
                    <a:pt x="34058" y="1153329"/>
                  </a:lnTo>
                  <a:lnTo>
                    <a:pt x="46493" y="1113429"/>
                  </a:lnTo>
                  <a:lnTo>
                    <a:pt x="60418" y="1074522"/>
                  </a:lnTo>
                  <a:lnTo>
                    <a:pt x="75792" y="1036658"/>
                  </a:lnTo>
                  <a:lnTo>
                    <a:pt x="92571" y="999883"/>
                  </a:lnTo>
                  <a:lnTo>
                    <a:pt x="110712" y="964244"/>
                  </a:lnTo>
                  <a:lnTo>
                    <a:pt x="130167" y="929785"/>
                  </a:lnTo>
                  <a:lnTo>
                    <a:pt x="150891" y="896549"/>
                  </a:lnTo>
                  <a:lnTo>
                    <a:pt x="172834" y="864576"/>
                  </a:lnTo>
                  <a:lnTo>
                    <a:pt x="195947" y="833905"/>
                  </a:lnTo>
                  <a:lnTo>
                    <a:pt x="220178" y="804576"/>
                  </a:lnTo>
                  <a:lnTo>
                    <a:pt x="245476" y="776622"/>
                  </a:lnTo>
                  <a:lnTo>
                    <a:pt x="271787" y="750080"/>
                  </a:lnTo>
                  <a:lnTo>
                    <a:pt x="299058" y="724981"/>
                  </a:lnTo>
                  <a:lnTo>
                    <a:pt x="327232" y="701355"/>
                  </a:lnTo>
                  <a:lnTo>
                    <a:pt x="356254" y="679232"/>
                  </a:lnTo>
                  <a:lnTo>
                    <a:pt x="386068" y="658639"/>
                  </a:lnTo>
                  <a:lnTo>
                    <a:pt x="416614" y="639600"/>
                  </a:lnTo>
                  <a:lnTo>
                    <a:pt x="447835" y="622138"/>
                  </a:lnTo>
                  <a:lnTo>
                    <a:pt x="479672" y="606275"/>
                  </a:lnTo>
                  <a:lnTo>
                    <a:pt x="512065" y="592031"/>
                  </a:lnTo>
                  <a:lnTo>
                    <a:pt x="544953" y="579421"/>
                  </a:lnTo>
                  <a:lnTo>
                    <a:pt x="578276" y="568461"/>
                  </a:lnTo>
                  <a:lnTo>
                    <a:pt x="611972" y="559166"/>
                  </a:lnTo>
                  <a:lnTo>
                    <a:pt x="645980" y="551545"/>
                  </a:lnTo>
                  <a:lnTo>
                    <a:pt x="680237" y="545608"/>
                  </a:lnTo>
                  <a:lnTo>
                    <a:pt x="714682" y="541362"/>
                  </a:lnTo>
                  <a:lnTo>
                    <a:pt x="749252" y="538812"/>
                  </a:lnTo>
                  <a:lnTo>
                    <a:pt x="783885" y="537962"/>
                  </a:lnTo>
                  <a:lnTo>
                    <a:pt x="766338" y="539277"/>
                  </a:lnTo>
                  <a:lnTo>
                    <a:pt x="749085" y="543207"/>
                  </a:lnTo>
                  <a:lnTo>
                    <a:pt x="732419" y="549709"/>
                  </a:lnTo>
                  <a:lnTo>
                    <a:pt x="716626" y="558709"/>
                  </a:lnTo>
                  <a:lnTo>
                    <a:pt x="701984" y="570106"/>
                  </a:lnTo>
                  <a:lnTo>
                    <a:pt x="688761" y="583771"/>
                  </a:lnTo>
                  <a:lnTo>
                    <a:pt x="677212" y="599550"/>
                  </a:lnTo>
                  <a:lnTo>
                    <a:pt x="667573" y="617262"/>
                  </a:lnTo>
                  <a:lnTo>
                    <a:pt x="660067" y="636703"/>
                  </a:lnTo>
                  <a:lnTo>
                    <a:pt x="654893" y="657649"/>
                  </a:lnTo>
                  <a:lnTo>
                    <a:pt x="652229" y="679853"/>
                  </a:lnTo>
                  <a:lnTo>
                    <a:pt x="652230" y="703052"/>
                  </a:lnTo>
                  <a:lnTo>
                    <a:pt x="655023" y="726968"/>
                  </a:lnTo>
                  <a:lnTo>
                    <a:pt x="660709" y="751309"/>
                  </a:lnTo>
                  <a:lnTo>
                    <a:pt x="669362" y="775771"/>
                  </a:lnTo>
                  <a:lnTo>
                    <a:pt x="681025" y="800044"/>
                  </a:lnTo>
                  <a:lnTo>
                    <a:pt x="695712" y="823813"/>
                  </a:lnTo>
                  <a:lnTo>
                    <a:pt x="713404" y="846758"/>
                  </a:lnTo>
                  <a:lnTo>
                    <a:pt x="734055" y="868562"/>
                  </a:lnTo>
                  <a:lnTo>
                    <a:pt x="757585" y="888909"/>
                  </a:lnTo>
                  <a:lnTo>
                    <a:pt x="783885" y="907489"/>
                  </a:lnTo>
                  <a:lnTo>
                    <a:pt x="812815" y="924003"/>
                  </a:lnTo>
                  <a:lnTo>
                    <a:pt x="844205" y="938162"/>
                  </a:lnTo>
                  <a:lnTo>
                    <a:pt x="877859" y="949690"/>
                  </a:lnTo>
                  <a:lnTo>
                    <a:pt x="913552" y="958331"/>
                  </a:lnTo>
                  <a:lnTo>
                    <a:pt x="951032" y="963846"/>
                  </a:lnTo>
                  <a:lnTo>
                    <a:pt x="990026" y="966018"/>
                  </a:lnTo>
                  <a:lnTo>
                    <a:pt x="1030236" y="964655"/>
                  </a:lnTo>
                  <a:lnTo>
                    <a:pt x="1071347" y="959591"/>
                  </a:lnTo>
                  <a:lnTo>
                    <a:pt x="1113023" y="950688"/>
                  </a:lnTo>
                  <a:lnTo>
                    <a:pt x="1154914" y="937836"/>
                  </a:lnTo>
                  <a:lnTo>
                    <a:pt x="1196658" y="920960"/>
                  </a:lnTo>
                  <a:lnTo>
                    <a:pt x="1237883" y="900014"/>
                  </a:lnTo>
                  <a:lnTo>
                    <a:pt x="1278209" y="874986"/>
                  </a:lnTo>
                  <a:lnTo>
                    <a:pt x="1317251" y="845901"/>
                  </a:lnTo>
                  <a:lnTo>
                    <a:pt x="1354626" y="812817"/>
                  </a:lnTo>
                  <a:lnTo>
                    <a:pt x="1389950" y="775825"/>
                  </a:lnTo>
                  <a:lnTo>
                    <a:pt x="1422846" y="735056"/>
                  </a:lnTo>
                  <a:lnTo>
                    <a:pt x="1452943" y="690670"/>
                  </a:lnTo>
                  <a:lnTo>
                    <a:pt x="1479885" y="642867"/>
                  </a:lnTo>
                  <a:lnTo>
                    <a:pt x="1503325" y="591877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316292" y="4719514"/>
              <a:ext cx="1522939" cy="1325077"/>
            </a:xfrm>
            <a:custGeom>
              <a:avLst/>
              <a:pathLst>
                <a:path w="1522939" h="1325077">
                  <a:moveTo>
                    <a:pt x="783885" y="168435"/>
                  </a:moveTo>
                  <a:lnTo>
                    <a:pt x="803150" y="145812"/>
                  </a:lnTo>
                  <a:lnTo>
                    <a:pt x="824632" y="124246"/>
                  </a:lnTo>
                  <a:lnTo>
                    <a:pt x="848272" y="103898"/>
                  </a:lnTo>
                  <a:lnTo>
                    <a:pt x="873999" y="84929"/>
                  </a:lnTo>
                  <a:lnTo>
                    <a:pt x="901731" y="67493"/>
                  </a:lnTo>
                  <a:lnTo>
                    <a:pt x="931378" y="51741"/>
                  </a:lnTo>
                  <a:lnTo>
                    <a:pt x="962839" y="37818"/>
                  </a:lnTo>
                  <a:lnTo>
                    <a:pt x="996003" y="25864"/>
                  </a:lnTo>
                  <a:lnTo>
                    <a:pt x="1030749" y="16011"/>
                  </a:lnTo>
                  <a:lnTo>
                    <a:pt x="1066950" y="8385"/>
                  </a:lnTo>
                  <a:lnTo>
                    <a:pt x="1104468" y="3102"/>
                  </a:lnTo>
                  <a:lnTo>
                    <a:pt x="1143157" y="274"/>
                  </a:lnTo>
                  <a:lnTo>
                    <a:pt x="1182865" y="0"/>
                  </a:lnTo>
                  <a:lnTo>
                    <a:pt x="1223433" y="2372"/>
                  </a:lnTo>
                  <a:lnTo>
                    <a:pt x="1264693" y="7472"/>
                  </a:lnTo>
                  <a:lnTo>
                    <a:pt x="1306475" y="15372"/>
                  </a:lnTo>
                  <a:lnTo>
                    <a:pt x="1330053" y="40065"/>
                  </a:lnTo>
                  <a:lnTo>
                    <a:pt x="1352464" y="65820"/>
                  </a:lnTo>
                  <a:lnTo>
                    <a:pt x="1373663" y="92582"/>
                  </a:lnTo>
                  <a:lnTo>
                    <a:pt x="1393603" y="120296"/>
                  </a:lnTo>
                  <a:lnTo>
                    <a:pt x="1412242" y="148900"/>
                  </a:lnTo>
                  <a:lnTo>
                    <a:pt x="1429539" y="178335"/>
                  </a:lnTo>
                  <a:lnTo>
                    <a:pt x="1445459" y="208537"/>
                  </a:lnTo>
                  <a:lnTo>
                    <a:pt x="1459967" y="239443"/>
                  </a:lnTo>
                  <a:lnTo>
                    <a:pt x="1473032" y="270985"/>
                  </a:lnTo>
                  <a:lnTo>
                    <a:pt x="1484627" y="303097"/>
                  </a:lnTo>
                  <a:lnTo>
                    <a:pt x="1494726" y="335710"/>
                  </a:lnTo>
                  <a:lnTo>
                    <a:pt x="1503308" y="368755"/>
                  </a:lnTo>
                  <a:lnTo>
                    <a:pt x="1510355" y="402161"/>
                  </a:lnTo>
                  <a:lnTo>
                    <a:pt x="1515852" y="435857"/>
                  </a:lnTo>
                  <a:lnTo>
                    <a:pt x="1519786" y="469771"/>
                  </a:lnTo>
                  <a:lnTo>
                    <a:pt x="1522151" y="503830"/>
                  </a:lnTo>
                  <a:lnTo>
                    <a:pt x="1522939" y="537962"/>
                  </a:lnTo>
                  <a:lnTo>
                    <a:pt x="1498981" y="573093"/>
                  </a:lnTo>
                  <a:lnTo>
                    <a:pt x="1473412" y="605875"/>
                  </a:lnTo>
                  <a:lnTo>
                    <a:pt x="1446404" y="636237"/>
                  </a:lnTo>
                  <a:lnTo>
                    <a:pt x="1418132" y="664122"/>
                  </a:lnTo>
                  <a:lnTo>
                    <a:pt x="1388774" y="689479"/>
                  </a:lnTo>
                  <a:lnTo>
                    <a:pt x="1358510" y="712273"/>
                  </a:lnTo>
                  <a:lnTo>
                    <a:pt x="1327519" y="732478"/>
                  </a:lnTo>
                  <a:lnTo>
                    <a:pt x="1295983" y="750080"/>
                  </a:lnTo>
                  <a:lnTo>
                    <a:pt x="1264080" y="765077"/>
                  </a:lnTo>
                  <a:lnTo>
                    <a:pt x="1231989" y="777479"/>
                  </a:lnTo>
                  <a:lnTo>
                    <a:pt x="1199887" y="787304"/>
                  </a:lnTo>
                  <a:lnTo>
                    <a:pt x="1167948" y="794585"/>
                  </a:lnTo>
                  <a:lnTo>
                    <a:pt x="1136343" y="799363"/>
                  </a:lnTo>
                  <a:lnTo>
                    <a:pt x="1105239" y="801691"/>
                  </a:lnTo>
                  <a:lnTo>
                    <a:pt x="1074799" y="801631"/>
                  </a:lnTo>
                  <a:lnTo>
                    <a:pt x="1045180" y="799257"/>
                  </a:lnTo>
                  <a:lnTo>
                    <a:pt x="1023874" y="818953"/>
                  </a:lnTo>
                  <a:lnTo>
                    <a:pt x="1001088" y="836916"/>
                  </a:lnTo>
                  <a:lnTo>
                    <a:pt x="976962" y="853036"/>
                  </a:lnTo>
                  <a:lnTo>
                    <a:pt x="951647" y="867213"/>
                  </a:lnTo>
                  <a:lnTo>
                    <a:pt x="925297" y="879361"/>
                  </a:lnTo>
                  <a:lnTo>
                    <a:pt x="898075" y="889403"/>
                  </a:lnTo>
                  <a:lnTo>
                    <a:pt x="870149" y="897279"/>
                  </a:lnTo>
                  <a:lnTo>
                    <a:pt x="841692" y="902940"/>
                  </a:lnTo>
                  <a:lnTo>
                    <a:pt x="812878" y="906350"/>
                  </a:lnTo>
                  <a:lnTo>
                    <a:pt x="783885" y="907489"/>
                  </a:lnTo>
                  <a:lnTo>
                    <a:pt x="770172" y="939388"/>
                  </a:lnTo>
                  <a:lnTo>
                    <a:pt x="754282" y="970744"/>
                  </a:lnTo>
                  <a:lnTo>
                    <a:pt x="736237" y="1001445"/>
                  </a:lnTo>
                  <a:lnTo>
                    <a:pt x="716066" y="1031381"/>
                  </a:lnTo>
                  <a:lnTo>
                    <a:pt x="693800" y="1060444"/>
                  </a:lnTo>
                  <a:lnTo>
                    <a:pt x="669477" y="1088525"/>
                  </a:lnTo>
                  <a:lnTo>
                    <a:pt x="643139" y="1115517"/>
                  </a:lnTo>
                  <a:lnTo>
                    <a:pt x="614833" y="1141316"/>
                  </a:lnTo>
                  <a:lnTo>
                    <a:pt x="584612" y="1165820"/>
                  </a:lnTo>
                  <a:lnTo>
                    <a:pt x="552532" y="1188928"/>
                  </a:lnTo>
                  <a:lnTo>
                    <a:pt x="518654" y="1210542"/>
                  </a:lnTo>
                  <a:lnTo>
                    <a:pt x="483044" y="1230567"/>
                  </a:lnTo>
                  <a:lnTo>
                    <a:pt x="445773" y="1248911"/>
                  </a:lnTo>
                  <a:lnTo>
                    <a:pt x="406914" y="1265483"/>
                  </a:lnTo>
                  <a:lnTo>
                    <a:pt x="366547" y="1280198"/>
                  </a:lnTo>
                  <a:lnTo>
                    <a:pt x="324754" y="1292971"/>
                  </a:lnTo>
                  <a:lnTo>
                    <a:pt x="281621" y="1303725"/>
                  </a:lnTo>
                  <a:lnTo>
                    <a:pt x="237240" y="1312382"/>
                  </a:lnTo>
                  <a:lnTo>
                    <a:pt x="191703" y="1318871"/>
                  </a:lnTo>
                  <a:lnTo>
                    <a:pt x="145108" y="1323124"/>
                  </a:lnTo>
                  <a:lnTo>
                    <a:pt x="97557" y="1325077"/>
                  </a:lnTo>
                  <a:lnTo>
                    <a:pt x="49152" y="1324669"/>
                  </a:lnTo>
                  <a:lnTo>
                    <a:pt x="0" y="1321848"/>
                  </a:lnTo>
                  <a:lnTo>
                    <a:pt x="6088" y="1278486"/>
                  </a:lnTo>
                  <a:lnTo>
                    <a:pt x="13818" y="1235910"/>
                  </a:lnTo>
                  <a:lnTo>
                    <a:pt x="23154" y="1194173"/>
                  </a:lnTo>
                  <a:lnTo>
                    <a:pt x="34058" y="1153329"/>
                  </a:lnTo>
                  <a:lnTo>
                    <a:pt x="46493" y="1113429"/>
                  </a:lnTo>
                  <a:lnTo>
                    <a:pt x="60418" y="1074522"/>
                  </a:lnTo>
                  <a:lnTo>
                    <a:pt x="75792" y="1036658"/>
                  </a:lnTo>
                  <a:lnTo>
                    <a:pt x="92571" y="999883"/>
                  </a:lnTo>
                  <a:lnTo>
                    <a:pt x="110712" y="964244"/>
                  </a:lnTo>
                  <a:lnTo>
                    <a:pt x="130167" y="929785"/>
                  </a:lnTo>
                  <a:lnTo>
                    <a:pt x="150891" y="896549"/>
                  </a:lnTo>
                  <a:lnTo>
                    <a:pt x="172834" y="864576"/>
                  </a:lnTo>
                  <a:lnTo>
                    <a:pt x="195947" y="833905"/>
                  </a:lnTo>
                  <a:lnTo>
                    <a:pt x="220178" y="804576"/>
                  </a:lnTo>
                  <a:lnTo>
                    <a:pt x="245476" y="776622"/>
                  </a:lnTo>
                  <a:lnTo>
                    <a:pt x="271787" y="750080"/>
                  </a:lnTo>
                  <a:lnTo>
                    <a:pt x="299058" y="724981"/>
                  </a:lnTo>
                  <a:lnTo>
                    <a:pt x="327232" y="701355"/>
                  </a:lnTo>
                  <a:lnTo>
                    <a:pt x="356254" y="679232"/>
                  </a:lnTo>
                  <a:lnTo>
                    <a:pt x="386068" y="658639"/>
                  </a:lnTo>
                  <a:lnTo>
                    <a:pt x="416614" y="639600"/>
                  </a:lnTo>
                  <a:lnTo>
                    <a:pt x="447835" y="622138"/>
                  </a:lnTo>
                  <a:lnTo>
                    <a:pt x="479672" y="606275"/>
                  </a:lnTo>
                  <a:lnTo>
                    <a:pt x="512065" y="592031"/>
                  </a:lnTo>
                  <a:lnTo>
                    <a:pt x="544953" y="579421"/>
                  </a:lnTo>
                  <a:lnTo>
                    <a:pt x="578276" y="568461"/>
                  </a:lnTo>
                  <a:lnTo>
                    <a:pt x="611972" y="559166"/>
                  </a:lnTo>
                  <a:lnTo>
                    <a:pt x="645980" y="551545"/>
                  </a:lnTo>
                  <a:lnTo>
                    <a:pt x="680237" y="545608"/>
                  </a:lnTo>
                  <a:lnTo>
                    <a:pt x="714682" y="541362"/>
                  </a:lnTo>
                  <a:lnTo>
                    <a:pt x="749252" y="538812"/>
                  </a:lnTo>
                  <a:lnTo>
                    <a:pt x="783885" y="537962"/>
                  </a:lnTo>
                  <a:lnTo>
                    <a:pt x="757532" y="536482"/>
                  </a:lnTo>
                  <a:lnTo>
                    <a:pt x="731427" y="532052"/>
                  </a:lnTo>
                  <a:lnTo>
                    <a:pt x="705819" y="524698"/>
                  </a:lnTo>
                  <a:lnTo>
                    <a:pt x="680953" y="514469"/>
                  </a:lnTo>
                  <a:lnTo>
                    <a:pt x="657069" y="501427"/>
                  </a:lnTo>
                  <a:lnTo>
                    <a:pt x="634403" y="485656"/>
                  </a:lnTo>
                  <a:lnTo>
                    <a:pt x="613186" y="467256"/>
                  </a:lnTo>
                  <a:lnTo>
                    <a:pt x="593638" y="446344"/>
                  </a:lnTo>
                  <a:lnTo>
                    <a:pt x="575973" y="423053"/>
                  </a:lnTo>
                  <a:lnTo>
                    <a:pt x="560394" y="397533"/>
                  </a:lnTo>
                  <a:lnTo>
                    <a:pt x="547093" y="369949"/>
                  </a:lnTo>
                  <a:lnTo>
                    <a:pt x="536250" y="340480"/>
                  </a:lnTo>
                  <a:lnTo>
                    <a:pt x="528031" y="309317"/>
                  </a:lnTo>
                  <a:lnTo>
                    <a:pt x="522590" y="276667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807630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068576" y="4856348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591166" y="470328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807281" y="496458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068576" y="5595402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5329871" y="548717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284691" y="6009761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68576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100177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100177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100177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100177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100177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4316292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991596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4316292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4968138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747916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39249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738818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4959040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3966115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3730951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3975213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3473878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3424409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69" name="rc269"/>
            <p:cNvSpPr/>
            <p:nvPr/>
          </p:nvSpPr>
          <p:spPr>
            <a:xfrm>
              <a:off x="6583680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6583680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6911679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tx272"/>
            <p:cNvSpPr/>
            <p:nvPr/>
          </p:nvSpPr>
          <p:spPr>
            <a:xfrm>
              <a:off x="7573765" y="3572944"/>
              <a:ext cx="156691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 (n=10)</a:t>
              </a:r>
            </a:p>
          </p:txBody>
        </p:sp>
        <p:sp>
          <p:nvSpPr>
            <p:cNvPr id="273" name="rc273"/>
            <p:cNvSpPr/>
            <p:nvPr/>
          </p:nvSpPr>
          <p:spPr>
            <a:xfrm>
              <a:off x="6971496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8357223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8357223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8357223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8357223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8357223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475352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110069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475352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03002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248781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110226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7803034" y="4148895"/>
              <a:ext cx="1108377" cy="1662872"/>
            </a:xfrm>
            <a:custGeom>
              <a:avLst/>
              <a:pathLst>
                <a:path w="1108377" h="1662872">
                  <a:moveTo>
                    <a:pt x="831334" y="1108581"/>
                  </a:moveTo>
                  <a:lnTo>
                    <a:pt x="853535" y="1095865"/>
                  </a:lnTo>
                  <a:lnTo>
                    <a:pt x="875116" y="1081266"/>
                  </a:lnTo>
                  <a:lnTo>
                    <a:pt x="895957" y="1064816"/>
                  </a:lnTo>
                  <a:lnTo>
                    <a:pt x="915939" y="1046552"/>
                  </a:lnTo>
                  <a:lnTo>
                    <a:pt x="934948" y="1026521"/>
                  </a:lnTo>
                  <a:lnTo>
                    <a:pt x="952868" y="1004773"/>
                  </a:lnTo>
                  <a:lnTo>
                    <a:pt x="969589" y="981366"/>
                  </a:lnTo>
                  <a:lnTo>
                    <a:pt x="985004" y="956364"/>
                  </a:lnTo>
                  <a:lnTo>
                    <a:pt x="999006" y="929839"/>
                  </a:lnTo>
                  <a:lnTo>
                    <a:pt x="1011496" y="901865"/>
                  </a:lnTo>
                  <a:lnTo>
                    <a:pt x="1022375" y="872526"/>
                  </a:lnTo>
                  <a:lnTo>
                    <a:pt x="1031553" y="841909"/>
                  </a:lnTo>
                  <a:lnTo>
                    <a:pt x="1038940" y="810108"/>
                  </a:lnTo>
                  <a:lnTo>
                    <a:pt x="1044453" y="777220"/>
                  </a:lnTo>
                  <a:lnTo>
                    <a:pt x="1048015" y="743349"/>
                  </a:lnTo>
                  <a:lnTo>
                    <a:pt x="1049552" y="708602"/>
                  </a:lnTo>
                  <a:lnTo>
                    <a:pt x="1048999" y="673093"/>
                  </a:lnTo>
                  <a:lnTo>
                    <a:pt x="1046294" y="636936"/>
                  </a:lnTo>
                  <a:lnTo>
                    <a:pt x="1041382" y="600252"/>
                  </a:lnTo>
                  <a:lnTo>
                    <a:pt x="1034215" y="563165"/>
                  </a:lnTo>
                  <a:lnTo>
                    <a:pt x="1024751" y="525800"/>
                  </a:lnTo>
                  <a:lnTo>
                    <a:pt x="1012956" y="488287"/>
                  </a:lnTo>
                  <a:lnTo>
                    <a:pt x="998799" y="450758"/>
                  </a:lnTo>
                  <a:lnTo>
                    <a:pt x="982262" y="413345"/>
                  </a:lnTo>
                  <a:lnTo>
                    <a:pt x="963329" y="376186"/>
                  </a:lnTo>
                  <a:lnTo>
                    <a:pt x="941993" y="339417"/>
                  </a:lnTo>
                  <a:lnTo>
                    <a:pt x="918255" y="303174"/>
                  </a:lnTo>
                  <a:lnTo>
                    <a:pt x="892123" y="267598"/>
                  </a:lnTo>
                  <a:lnTo>
                    <a:pt x="863613" y="232826"/>
                  </a:lnTo>
                  <a:lnTo>
                    <a:pt x="832746" y="198996"/>
                  </a:lnTo>
                  <a:lnTo>
                    <a:pt x="799553" y="166247"/>
                  </a:lnTo>
                  <a:lnTo>
                    <a:pt x="764072" y="134716"/>
                  </a:lnTo>
                  <a:lnTo>
                    <a:pt x="726349" y="104537"/>
                  </a:lnTo>
                  <a:lnTo>
                    <a:pt x="686435" y="75846"/>
                  </a:lnTo>
                  <a:lnTo>
                    <a:pt x="644391" y="48774"/>
                  </a:lnTo>
                  <a:lnTo>
                    <a:pt x="600284" y="23449"/>
                  </a:lnTo>
                  <a:lnTo>
                    <a:pt x="554188" y="0"/>
                  </a:lnTo>
                  <a:lnTo>
                    <a:pt x="592857" y="25885"/>
                  </a:lnTo>
                  <a:lnTo>
                    <a:pt x="629679" y="53086"/>
                  </a:lnTo>
                  <a:lnTo>
                    <a:pt x="664611" y="81503"/>
                  </a:lnTo>
                  <a:lnTo>
                    <a:pt x="697614" y="111038"/>
                  </a:lnTo>
                  <a:lnTo>
                    <a:pt x="728653" y="141587"/>
                  </a:lnTo>
                  <a:lnTo>
                    <a:pt x="757701" y="173050"/>
                  </a:lnTo>
                  <a:lnTo>
                    <a:pt x="784732" y="205322"/>
                  </a:lnTo>
                  <a:lnTo>
                    <a:pt x="809726" y="238300"/>
                  </a:lnTo>
                  <a:lnTo>
                    <a:pt x="832669" y="271881"/>
                  </a:lnTo>
                  <a:lnTo>
                    <a:pt x="853550" y="305961"/>
                  </a:lnTo>
                  <a:lnTo>
                    <a:pt x="872365" y="340434"/>
                  </a:lnTo>
                  <a:lnTo>
                    <a:pt x="889113" y="375198"/>
                  </a:lnTo>
                  <a:lnTo>
                    <a:pt x="903798" y="410150"/>
                  </a:lnTo>
                  <a:lnTo>
                    <a:pt x="916429" y="445186"/>
                  </a:lnTo>
                  <a:lnTo>
                    <a:pt x="927020" y="480206"/>
                  </a:lnTo>
                  <a:lnTo>
                    <a:pt x="935589" y="515109"/>
                  </a:lnTo>
                  <a:lnTo>
                    <a:pt x="942160" y="549796"/>
                  </a:lnTo>
                  <a:lnTo>
                    <a:pt x="946758" y="584170"/>
                  </a:lnTo>
                  <a:lnTo>
                    <a:pt x="949416" y="618133"/>
                  </a:lnTo>
                  <a:lnTo>
                    <a:pt x="950170" y="651594"/>
                  </a:lnTo>
                  <a:lnTo>
                    <a:pt x="949060" y="684458"/>
                  </a:lnTo>
                  <a:lnTo>
                    <a:pt x="946131" y="716638"/>
                  </a:lnTo>
                  <a:lnTo>
                    <a:pt x="967996" y="739797"/>
                  </a:lnTo>
                  <a:lnTo>
                    <a:pt x="988495" y="764174"/>
                  </a:lnTo>
                  <a:lnTo>
                    <a:pt x="1007559" y="789687"/>
                  </a:lnTo>
                  <a:lnTo>
                    <a:pt x="1025127" y="816254"/>
                  </a:lnTo>
                  <a:lnTo>
                    <a:pt x="1041140" y="843785"/>
                  </a:lnTo>
                  <a:lnTo>
                    <a:pt x="1055545" y="872191"/>
                  </a:lnTo>
                  <a:lnTo>
                    <a:pt x="1068294" y="901378"/>
                  </a:lnTo>
                  <a:lnTo>
                    <a:pt x="1079347" y="931248"/>
                  </a:lnTo>
                  <a:lnTo>
                    <a:pt x="1088665" y="961704"/>
                  </a:lnTo>
                  <a:lnTo>
                    <a:pt x="1096219" y="992645"/>
                  </a:lnTo>
                  <a:lnTo>
                    <a:pt x="1101983" y="1023969"/>
                  </a:lnTo>
                  <a:lnTo>
                    <a:pt x="1105939" y="1055572"/>
                  </a:lnTo>
                  <a:lnTo>
                    <a:pt x="1108072" y="1087350"/>
                  </a:lnTo>
                  <a:lnTo>
                    <a:pt x="1108377" y="1119198"/>
                  </a:lnTo>
                  <a:lnTo>
                    <a:pt x="1106853" y="1151011"/>
                  </a:lnTo>
                  <a:lnTo>
                    <a:pt x="1103503" y="1182684"/>
                  </a:lnTo>
                  <a:lnTo>
                    <a:pt x="1098340" y="1214113"/>
                  </a:lnTo>
                  <a:lnTo>
                    <a:pt x="1091381" y="1245193"/>
                  </a:lnTo>
                  <a:lnTo>
                    <a:pt x="1082647" y="1275822"/>
                  </a:lnTo>
                  <a:lnTo>
                    <a:pt x="1072169" y="1305899"/>
                  </a:lnTo>
                  <a:lnTo>
                    <a:pt x="1059981" y="1335324"/>
                  </a:lnTo>
                  <a:lnTo>
                    <a:pt x="1046122" y="1364000"/>
                  </a:lnTo>
                  <a:lnTo>
                    <a:pt x="1030640" y="1391834"/>
                  </a:lnTo>
                  <a:lnTo>
                    <a:pt x="1013584" y="1418732"/>
                  </a:lnTo>
                  <a:lnTo>
                    <a:pt x="995012" y="1444606"/>
                  </a:lnTo>
                  <a:lnTo>
                    <a:pt x="974984" y="1469371"/>
                  </a:lnTo>
                  <a:lnTo>
                    <a:pt x="953567" y="1492944"/>
                  </a:lnTo>
                  <a:lnTo>
                    <a:pt x="930831" y="1515248"/>
                  </a:lnTo>
                  <a:lnTo>
                    <a:pt x="906852" y="1536210"/>
                  </a:lnTo>
                  <a:lnTo>
                    <a:pt x="881708" y="1555760"/>
                  </a:lnTo>
                  <a:lnTo>
                    <a:pt x="855483" y="1573833"/>
                  </a:lnTo>
                  <a:lnTo>
                    <a:pt x="828263" y="1590371"/>
                  </a:lnTo>
                  <a:lnTo>
                    <a:pt x="800138" y="1605317"/>
                  </a:lnTo>
                  <a:lnTo>
                    <a:pt x="771201" y="1618624"/>
                  </a:lnTo>
                  <a:lnTo>
                    <a:pt x="741548" y="1630246"/>
                  </a:lnTo>
                  <a:lnTo>
                    <a:pt x="711276" y="1640146"/>
                  </a:lnTo>
                  <a:lnTo>
                    <a:pt x="680486" y="1648291"/>
                  </a:lnTo>
                  <a:lnTo>
                    <a:pt x="649278" y="1654654"/>
                  </a:lnTo>
                  <a:lnTo>
                    <a:pt x="617756" y="1659214"/>
                  </a:lnTo>
                  <a:lnTo>
                    <a:pt x="586025" y="1661957"/>
                  </a:lnTo>
                  <a:lnTo>
                    <a:pt x="554188" y="1662872"/>
                  </a:lnTo>
                  <a:lnTo>
                    <a:pt x="522352" y="1661957"/>
                  </a:lnTo>
                  <a:lnTo>
                    <a:pt x="490621" y="1659214"/>
                  </a:lnTo>
                  <a:lnTo>
                    <a:pt x="459099" y="1654654"/>
                  </a:lnTo>
                  <a:lnTo>
                    <a:pt x="427891" y="1648291"/>
                  </a:lnTo>
                  <a:lnTo>
                    <a:pt x="397101" y="1640146"/>
                  </a:lnTo>
                  <a:lnTo>
                    <a:pt x="366829" y="1630246"/>
                  </a:lnTo>
                  <a:lnTo>
                    <a:pt x="337176" y="1618624"/>
                  </a:lnTo>
                  <a:lnTo>
                    <a:pt x="308239" y="1605317"/>
                  </a:lnTo>
                  <a:lnTo>
                    <a:pt x="280114" y="1590371"/>
                  </a:lnTo>
                  <a:lnTo>
                    <a:pt x="252894" y="1573833"/>
                  </a:lnTo>
                  <a:lnTo>
                    <a:pt x="226669" y="1555760"/>
                  </a:lnTo>
                  <a:lnTo>
                    <a:pt x="201525" y="1536210"/>
                  </a:lnTo>
                  <a:lnTo>
                    <a:pt x="177546" y="1515248"/>
                  </a:lnTo>
                  <a:lnTo>
                    <a:pt x="154810" y="1492944"/>
                  </a:lnTo>
                  <a:lnTo>
                    <a:pt x="133393" y="1469371"/>
                  </a:lnTo>
                  <a:lnTo>
                    <a:pt x="113365" y="1444606"/>
                  </a:lnTo>
                  <a:lnTo>
                    <a:pt x="94793" y="1418732"/>
                  </a:lnTo>
                  <a:lnTo>
                    <a:pt x="77737" y="1391834"/>
                  </a:lnTo>
                  <a:lnTo>
                    <a:pt x="62255" y="1364000"/>
                  </a:lnTo>
                  <a:lnTo>
                    <a:pt x="48396" y="1335324"/>
                  </a:lnTo>
                  <a:lnTo>
                    <a:pt x="36208" y="1305899"/>
                  </a:lnTo>
                  <a:lnTo>
                    <a:pt x="25730" y="1275822"/>
                  </a:lnTo>
                  <a:lnTo>
                    <a:pt x="16996" y="1245193"/>
                  </a:lnTo>
                  <a:lnTo>
                    <a:pt x="10037" y="1214113"/>
                  </a:lnTo>
                  <a:lnTo>
                    <a:pt x="4874" y="1182684"/>
                  </a:lnTo>
                  <a:lnTo>
                    <a:pt x="1524" y="1151011"/>
                  </a:lnTo>
                  <a:lnTo>
                    <a:pt x="0" y="1119198"/>
                  </a:lnTo>
                  <a:lnTo>
                    <a:pt x="305" y="1087350"/>
                  </a:lnTo>
                  <a:lnTo>
                    <a:pt x="2438" y="1055572"/>
                  </a:lnTo>
                  <a:lnTo>
                    <a:pt x="6394" y="1023969"/>
                  </a:lnTo>
                  <a:lnTo>
                    <a:pt x="12158" y="992645"/>
                  </a:lnTo>
                  <a:lnTo>
                    <a:pt x="19712" y="961704"/>
                  </a:lnTo>
                  <a:lnTo>
                    <a:pt x="29030" y="931248"/>
                  </a:lnTo>
                  <a:lnTo>
                    <a:pt x="40083" y="901378"/>
                  </a:lnTo>
                  <a:lnTo>
                    <a:pt x="52832" y="872191"/>
                  </a:lnTo>
                  <a:lnTo>
                    <a:pt x="67237" y="843785"/>
                  </a:lnTo>
                  <a:lnTo>
                    <a:pt x="83250" y="816254"/>
                  </a:lnTo>
                  <a:lnTo>
                    <a:pt x="100818" y="789687"/>
                  </a:lnTo>
                  <a:lnTo>
                    <a:pt x="119882" y="764174"/>
                  </a:lnTo>
                  <a:lnTo>
                    <a:pt x="140381" y="739797"/>
                  </a:lnTo>
                  <a:lnTo>
                    <a:pt x="162246" y="716638"/>
                  </a:lnTo>
                  <a:lnTo>
                    <a:pt x="145815" y="763740"/>
                  </a:lnTo>
                  <a:lnTo>
                    <a:pt x="134421" y="810740"/>
                  </a:lnTo>
                  <a:lnTo>
                    <a:pt x="127923" y="857133"/>
                  </a:lnTo>
                  <a:lnTo>
                    <a:pt x="126133" y="902440"/>
                  </a:lnTo>
                  <a:lnTo>
                    <a:pt x="128815" y="946207"/>
                  </a:lnTo>
                  <a:lnTo>
                    <a:pt x="135695" y="988015"/>
                  </a:lnTo>
                  <a:lnTo>
                    <a:pt x="146458" y="1027478"/>
                  </a:lnTo>
                  <a:lnTo>
                    <a:pt x="160756" y="1064252"/>
                  </a:lnTo>
                  <a:lnTo>
                    <a:pt x="178211" y="1098032"/>
                  </a:lnTo>
                  <a:lnTo>
                    <a:pt x="198419" y="1128560"/>
                  </a:lnTo>
                  <a:lnTo>
                    <a:pt x="220959" y="1155625"/>
                  </a:lnTo>
                  <a:lnTo>
                    <a:pt x="245392" y="1179062"/>
                  </a:lnTo>
                  <a:lnTo>
                    <a:pt x="271270" y="1198755"/>
                  </a:lnTo>
                  <a:lnTo>
                    <a:pt x="298140" y="1214640"/>
                  </a:lnTo>
                  <a:lnTo>
                    <a:pt x="325548" y="1226700"/>
                  </a:lnTo>
                  <a:lnTo>
                    <a:pt x="353046" y="1234967"/>
                  </a:lnTo>
                  <a:lnTo>
                    <a:pt x="380198" y="1239522"/>
                  </a:lnTo>
                  <a:lnTo>
                    <a:pt x="406580" y="1240491"/>
                  </a:lnTo>
                  <a:lnTo>
                    <a:pt x="431790" y="1238046"/>
                  </a:lnTo>
                  <a:lnTo>
                    <a:pt x="455447" y="1232399"/>
                  </a:lnTo>
                  <a:lnTo>
                    <a:pt x="477202" y="1223800"/>
                  </a:lnTo>
                  <a:lnTo>
                    <a:pt x="496734" y="1212537"/>
                  </a:lnTo>
                  <a:lnTo>
                    <a:pt x="513760" y="1198929"/>
                  </a:lnTo>
                  <a:lnTo>
                    <a:pt x="528036" y="1183322"/>
                  </a:lnTo>
                  <a:lnTo>
                    <a:pt x="539355" y="1166087"/>
                  </a:lnTo>
                  <a:lnTo>
                    <a:pt x="547557" y="1147614"/>
                  </a:lnTo>
                  <a:lnTo>
                    <a:pt x="552525" y="1128307"/>
                  </a:lnTo>
                  <a:lnTo>
                    <a:pt x="554188" y="1108581"/>
                  </a:lnTo>
                  <a:lnTo>
                    <a:pt x="555986" y="1133712"/>
                  </a:lnTo>
                  <a:lnTo>
                    <a:pt x="561360" y="1158458"/>
                  </a:lnTo>
                  <a:lnTo>
                    <a:pt x="570255" y="1182439"/>
                  </a:lnTo>
                  <a:lnTo>
                    <a:pt x="582582" y="1205279"/>
                  </a:lnTo>
                  <a:lnTo>
                    <a:pt x="598212" y="1226613"/>
                  </a:lnTo>
                  <a:lnTo>
                    <a:pt x="616987" y="1246090"/>
                  </a:lnTo>
                  <a:lnTo>
                    <a:pt x="638711" y="1263373"/>
                  </a:lnTo>
                  <a:lnTo>
                    <a:pt x="663160" y="1278144"/>
                  </a:lnTo>
                  <a:lnTo>
                    <a:pt x="690078" y="1290108"/>
                  </a:lnTo>
                  <a:lnTo>
                    <a:pt x="719181" y="1298992"/>
                  </a:lnTo>
                  <a:lnTo>
                    <a:pt x="750160" y="1304552"/>
                  </a:lnTo>
                  <a:lnTo>
                    <a:pt x="711962" y="1309963"/>
                  </a:lnTo>
                  <a:lnTo>
                    <a:pt x="675508" y="1309268"/>
                  </a:lnTo>
                  <a:lnTo>
                    <a:pt x="641684" y="1302988"/>
                  </a:lnTo>
                  <a:lnTo>
                    <a:pt x="611270" y="1291763"/>
                  </a:lnTo>
                  <a:lnTo>
                    <a:pt x="584931" y="1276338"/>
                  </a:lnTo>
                  <a:lnTo>
                    <a:pt x="563199" y="1257541"/>
                  </a:lnTo>
                  <a:lnTo>
                    <a:pt x="546465" y="1236261"/>
                  </a:lnTo>
                  <a:lnTo>
                    <a:pt x="534974" y="1213429"/>
                  </a:lnTo>
                  <a:lnTo>
                    <a:pt x="528819" y="1189995"/>
                  </a:lnTo>
                  <a:lnTo>
                    <a:pt x="527940" y="1166903"/>
                  </a:lnTo>
                  <a:lnTo>
                    <a:pt x="532130" y="1145069"/>
                  </a:lnTo>
                  <a:lnTo>
                    <a:pt x="541041" y="1125363"/>
                  </a:lnTo>
                  <a:lnTo>
                    <a:pt x="554188" y="1108581"/>
                  </a:lnTo>
                  <a:lnTo>
                    <a:pt x="540502" y="1110749"/>
                  </a:lnTo>
                  <a:lnTo>
                    <a:pt x="527830" y="1117145"/>
                  </a:lnTo>
                  <a:lnTo>
                    <a:pt x="517148" y="1127454"/>
                  </a:lnTo>
                  <a:lnTo>
                    <a:pt x="509345" y="1141161"/>
                  </a:lnTo>
                  <a:lnTo>
                    <a:pt x="505196" y="1157574"/>
                  </a:lnTo>
                  <a:lnTo>
                    <a:pt x="505318" y="1175845"/>
                  </a:lnTo>
                  <a:lnTo>
                    <a:pt x="510151" y="1195009"/>
                  </a:lnTo>
                  <a:lnTo>
                    <a:pt x="519931" y="1214013"/>
                  </a:lnTo>
                  <a:lnTo>
                    <a:pt x="534679" y="1231761"/>
                  </a:lnTo>
                  <a:lnTo>
                    <a:pt x="554188" y="1247154"/>
                  </a:lnTo>
                  <a:lnTo>
                    <a:pt x="578034" y="1259134"/>
                  </a:lnTo>
                  <a:lnTo>
                    <a:pt x="605574" y="1266729"/>
                  </a:lnTo>
                  <a:lnTo>
                    <a:pt x="635972" y="1269091"/>
                  </a:lnTo>
                  <a:lnTo>
                    <a:pt x="668220" y="1265532"/>
                  </a:lnTo>
                  <a:lnTo>
                    <a:pt x="701167" y="1255559"/>
                  </a:lnTo>
                  <a:lnTo>
                    <a:pt x="733561" y="1238902"/>
                  </a:lnTo>
                  <a:lnTo>
                    <a:pt x="764086" y="1215529"/>
                  </a:lnTo>
                  <a:lnTo>
                    <a:pt x="791411" y="1185659"/>
                  </a:lnTo>
                  <a:lnTo>
                    <a:pt x="814235" y="1149768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965280" y="4148895"/>
              <a:ext cx="795479" cy="1304552"/>
            </a:xfrm>
            <a:custGeom>
              <a:avLst/>
              <a:pathLst>
                <a:path w="795479" h="1304552">
                  <a:moveTo>
                    <a:pt x="391942" y="0"/>
                  </a:moveTo>
                  <a:lnTo>
                    <a:pt x="430611" y="25885"/>
                  </a:lnTo>
                  <a:lnTo>
                    <a:pt x="467433" y="53086"/>
                  </a:lnTo>
                  <a:lnTo>
                    <a:pt x="502364" y="81503"/>
                  </a:lnTo>
                  <a:lnTo>
                    <a:pt x="535367" y="111038"/>
                  </a:lnTo>
                  <a:lnTo>
                    <a:pt x="566407" y="141587"/>
                  </a:lnTo>
                  <a:lnTo>
                    <a:pt x="595455" y="173050"/>
                  </a:lnTo>
                  <a:lnTo>
                    <a:pt x="622485" y="205322"/>
                  </a:lnTo>
                  <a:lnTo>
                    <a:pt x="647480" y="238300"/>
                  </a:lnTo>
                  <a:lnTo>
                    <a:pt x="670423" y="271881"/>
                  </a:lnTo>
                  <a:lnTo>
                    <a:pt x="691304" y="305961"/>
                  </a:lnTo>
                  <a:lnTo>
                    <a:pt x="710119" y="340434"/>
                  </a:lnTo>
                  <a:lnTo>
                    <a:pt x="726867" y="375198"/>
                  </a:lnTo>
                  <a:lnTo>
                    <a:pt x="741552" y="410150"/>
                  </a:lnTo>
                  <a:lnTo>
                    <a:pt x="754183" y="445186"/>
                  </a:lnTo>
                  <a:lnTo>
                    <a:pt x="764774" y="480206"/>
                  </a:lnTo>
                  <a:lnTo>
                    <a:pt x="773343" y="515109"/>
                  </a:lnTo>
                  <a:lnTo>
                    <a:pt x="779913" y="549796"/>
                  </a:lnTo>
                  <a:lnTo>
                    <a:pt x="784512" y="584170"/>
                  </a:lnTo>
                  <a:lnTo>
                    <a:pt x="787170" y="618133"/>
                  </a:lnTo>
                  <a:lnTo>
                    <a:pt x="787924" y="651594"/>
                  </a:lnTo>
                  <a:lnTo>
                    <a:pt x="786814" y="684458"/>
                  </a:lnTo>
                  <a:lnTo>
                    <a:pt x="783885" y="716638"/>
                  </a:lnTo>
                  <a:lnTo>
                    <a:pt x="790877" y="755155"/>
                  </a:lnTo>
                  <a:lnTo>
                    <a:pt x="794707" y="793035"/>
                  </a:lnTo>
                  <a:lnTo>
                    <a:pt x="795479" y="830039"/>
                  </a:lnTo>
                  <a:lnTo>
                    <a:pt x="793317" y="865942"/>
                  </a:lnTo>
                  <a:lnTo>
                    <a:pt x="788358" y="900526"/>
                  </a:lnTo>
                  <a:lnTo>
                    <a:pt x="780756" y="933590"/>
                  </a:lnTo>
                  <a:lnTo>
                    <a:pt x="770679" y="964945"/>
                  </a:lnTo>
                  <a:lnTo>
                    <a:pt x="758307" y="994417"/>
                  </a:lnTo>
                  <a:lnTo>
                    <a:pt x="743832" y="1021848"/>
                  </a:lnTo>
                  <a:lnTo>
                    <a:pt x="727457" y="1047096"/>
                  </a:lnTo>
                  <a:lnTo>
                    <a:pt x="709394" y="1070035"/>
                  </a:lnTo>
                  <a:lnTo>
                    <a:pt x="689862" y="1090560"/>
                  </a:lnTo>
                  <a:lnTo>
                    <a:pt x="669088" y="1108581"/>
                  </a:lnTo>
                  <a:lnTo>
                    <a:pt x="667753" y="1135746"/>
                  </a:lnTo>
                  <a:lnTo>
                    <a:pt x="663762" y="1162649"/>
                  </a:lnTo>
                  <a:lnTo>
                    <a:pt x="657154" y="1189032"/>
                  </a:lnTo>
                  <a:lnTo>
                    <a:pt x="647991" y="1214640"/>
                  </a:lnTo>
                  <a:lnTo>
                    <a:pt x="636363" y="1239226"/>
                  </a:lnTo>
                  <a:lnTo>
                    <a:pt x="622380" y="1262555"/>
                  </a:lnTo>
                  <a:lnTo>
                    <a:pt x="606178" y="1284400"/>
                  </a:lnTo>
                  <a:lnTo>
                    <a:pt x="587914" y="1304552"/>
                  </a:lnTo>
                  <a:lnTo>
                    <a:pt x="556935" y="1298992"/>
                  </a:lnTo>
                  <a:lnTo>
                    <a:pt x="527832" y="1290108"/>
                  </a:lnTo>
                  <a:lnTo>
                    <a:pt x="500914" y="1278144"/>
                  </a:lnTo>
                  <a:lnTo>
                    <a:pt x="476465" y="1263373"/>
                  </a:lnTo>
                  <a:lnTo>
                    <a:pt x="454741" y="1246090"/>
                  </a:lnTo>
                  <a:lnTo>
                    <a:pt x="435966" y="1226613"/>
                  </a:lnTo>
                  <a:lnTo>
                    <a:pt x="420335" y="1205279"/>
                  </a:lnTo>
                  <a:lnTo>
                    <a:pt x="408009" y="1182439"/>
                  </a:lnTo>
                  <a:lnTo>
                    <a:pt x="399113" y="1158458"/>
                  </a:lnTo>
                  <a:lnTo>
                    <a:pt x="393740" y="1133712"/>
                  </a:lnTo>
                  <a:lnTo>
                    <a:pt x="391942" y="1108581"/>
                  </a:lnTo>
                  <a:lnTo>
                    <a:pt x="391942" y="1108581"/>
                  </a:lnTo>
                  <a:lnTo>
                    <a:pt x="391942" y="1108581"/>
                  </a:lnTo>
                  <a:lnTo>
                    <a:pt x="362794" y="1107375"/>
                  </a:lnTo>
                  <a:lnTo>
                    <a:pt x="333795" y="1103763"/>
                  </a:lnTo>
                  <a:lnTo>
                    <a:pt x="305095" y="1097755"/>
                  </a:lnTo>
                  <a:lnTo>
                    <a:pt x="276841" y="1089374"/>
                  </a:lnTo>
                  <a:lnTo>
                    <a:pt x="249181" y="1078647"/>
                  </a:lnTo>
                  <a:lnTo>
                    <a:pt x="222259" y="1065611"/>
                  </a:lnTo>
                  <a:lnTo>
                    <a:pt x="196219" y="1050312"/>
                  </a:lnTo>
                  <a:lnTo>
                    <a:pt x="171202" y="1032801"/>
                  </a:lnTo>
                  <a:lnTo>
                    <a:pt x="147345" y="1013139"/>
                  </a:lnTo>
                  <a:lnTo>
                    <a:pt x="124782" y="991393"/>
                  </a:lnTo>
                  <a:lnTo>
                    <a:pt x="103644" y="967640"/>
                  </a:lnTo>
                  <a:lnTo>
                    <a:pt x="84058" y="941962"/>
                  </a:lnTo>
                  <a:lnTo>
                    <a:pt x="66145" y="914448"/>
                  </a:lnTo>
                  <a:lnTo>
                    <a:pt x="50023" y="885194"/>
                  </a:lnTo>
                  <a:lnTo>
                    <a:pt x="35804" y="854303"/>
                  </a:lnTo>
                  <a:lnTo>
                    <a:pt x="23594" y="821884"/>
                  </a:lnTo>
                  <a:lnTo>
                    <a:pt x="13495" y="788052"/>
                  </a:lnTo>
                  <a:lnTo>
                    <a:pt x="5601" y="752928"/>
                  </a:lnTo>
                  <a:lnTo>
                    <a:pt x="0" y="716638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8602767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8325622" y="4117294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8717564" y="483393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7933679" y="483393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8521593" y="542184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8357223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8357223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8357223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8357223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8357223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573338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248642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573338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8225184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9004962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9496295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8995864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8216085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223160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698799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7232259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6730924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6681455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9840725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9840725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10168724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tx316"/>
            <p:cNvSpPr/>
            <p:nvPr/>
          </p:nvSpPr>
          <p:spPr>
            <a:xfrm>
              <a:off x="10867707" y="3572944"/>
              <a:ext cx="1493123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 (n=9)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10228542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11614268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11614268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11614268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11614268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11614268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10732397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10367114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10732397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11060048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10505827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0367271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11244741" y="4148895"/>
              <a:ext cx="892117" cy="1706507"/>
            </a:xfrm>
            <a:custGeom>
              <a:avLst/>
              <a:pathLst>
                <a:path w="892117" h="1706507">
                  <a:moveTo>
                    <a:pt x="369527" y="1108581"/>
                  </a:moveTo>
                  <a:lnTo>
                    <a:pt x="397929" y="1107436"/>
                  </a:lnTo>
                  <a:lnTo>
                    <a:pt x="426193" y="1104006"/>
                  </a:lnTo>
                  <a:lnTo>
                    <a:pt x="454180" y="1098302"/>
                  </a:lnTo>
                  <a:lnTo>
                    <a:pt x="481755" y="1090342"/>
                  </a:lnTo>
                  <a:lnTo>
                    <a:pt x="508780" y="1080152"/>
                  </a:lnTo>
                  <a:lnTo>
                    <a:pt x="535122" y="1067765"/>
                  </a:lnTo>
                  <a:lnTo>
                    <a:pt x="560647" y="1053222"/>
                  </a:lnTo>
                  <a:lnTo>
                    <a:pt x="585225" y="1036570"/>
                  </a:lnTo>
                  <a:lnTo>
                    <a:pt x="608729" y="1017864"/>
                  </a:lnTo>
                  <a:lnTo>
                    <a:pt x="631032" y="997164"/>
                  </a:lnTo>
                  <a:lnTo>
                    <a:pt x="652015" y="974539"/>
                  </a:lnTo>
                  <a:lnTo>
                    <a:pt x="671557" y="950063"/>
                  </a:lnTo>
                  <a:lnTo>
                    <a:pt x="689547" y="923817"/>
                  </a:lnTo>
                  <a:lnTo>
                    <a:pt x="705872" y="895889"/>
                  </a:lnTo>
                  <a:lnTo>
                    <a:pt x="720428" y="866371"/>
                  </a:lnTo>
                  <a:lnTo>
                    <a:pt x="733115" y="835362"/>
                  </a:lnTo>
                  <a:lnTo>
                    <a:pt x="743837" y="802966"/>
                  </a:lnTo>
                  <a:lnTo>
                    <a:pt x="752504" y="769292"/>
                  </a:lnTo>
                  <a:lnTo>
                    <a:pt x="759032" y="734456"/>
                  </a:lnTo>
                  <a:lnTo>
                    <a:pt x="763343" y="698575"/>
                  </a:lnTo>
                  <a:lnTo>
                    <a:pt x="765363" y="661774"/>
                  </a:lnTo>
                  <a:lnTo>
                    <a:pt x="765029" y="624179"/>
                  </a:lnTo>
                  <a:lnTo>
                    <a:pt x="762279" y="585922"/>
                  </a:lnTo>
                  <a:lnTo>
                    <a:pt x="757063" y="547138"/>
                  </a:lnTo>
                  <a:lnTo>
                    <a:pt x="749334" y="507964"/>
                  </a:lnTo>
                  <a:lnTo>
                    <a:pt x="739054" y="468541"/>
                  </a:lnTo>
                  <a:lnTo>
                    <a:pt x="726192" y="429012"/>
                  </a:lnTo>
                  <a:lnTo>
                    <a:pt x="710725" y="389521"/>
                  </a:lnTo>
                  <a:lnTo>
                    <a:pt x="692636" y="350214"/>
                  </a:lnTo>
                  <a:lnTo>
                    <a:pt x="671918" y="311241"/>
                  </a:lnTo>
                  <a:lnTo>
                    <a:pt x="648568" y="272749"/>
                  </a:lnTo>
                  <a:lnTo>
                    <a:pt x="622595" y="234889"/>
                  </a:lnTo>
                  <a:lnTo>
                    <a:pt x="594012" y="197808"/>
                  </a:lnTo>
                  <a:lnTo>
                    <a:pt x="562843" y="161657"/>
                  </a:lnTo>
                  <a:lnTo>
                    <a:pt x="529117" y="126584"/>
                  </a:lnTo>
                  <a:lnTo>
                    <a:pt x="492873" y="92736"/>
                  </a:lnTo>
                  <a:lnTo>
                    <a:pt x="454156" y="60260"/>
                  </a:lnTo>
                  <a:lnTo>
                    <a:pt x="413020" y="29301"/>
                  </a:lnTo>
                  <a:lnTo>
                    <a:pt x="369527" y="0"/>
                  </a:lnTo>
                  <a:lnTo>
                    <a:pt x="406278" y="32760"/>
                  </a:lnTo>
                  <a:lnTo>
                    <a:pt x="440793" y="66700"/>
                  </a:lnTo>
                  <a:lnTo>
                    <a:pt x="473037" y="101704"/>
                  </a:lnTo>
                  <a:lnTo>
                    <a:pt x="502977" y="137659"/>
                  </a:lnTo>
                  <a:lnTo>
                    <a:pt x="530588" y="174447"/>
                  </a:lnTo>
                  <a:lnTo>
                    <a:pt x="555849" y="211951"/>
                  </a:lnTo>
                  <a:lnTo>
                    <a:pt x="578744" y="250054"/>
                  </a:lnTo>
                  <a:lnTo>
                    <a:pt x="599264" y="288638"/>
                  </a:lnTo>
                  <a:lnTo>
                    <a:pt x="617403" y="327587"/>
                  </a:lnTo>
                  <a:lnTo>
                    <a:pt x="633162" y="366783"/>
                  </a:lnTo>
                  <a:lnTo>
                    <a:pt x="646546" y="406108"/>
                  </a:lnTo>
                  <a:lnTo>
                    <a:pt x="657566" y="445448"/>
                  </a:lnTo>
                  <a:lnTo>
                    <a:pt x="666237" y="484687"/>
                  </a:lnTo>
                  <a:lnTo>
                    <a:pt x="672582" y="523711"/>
                  </a:lnTo>
                  <a:lnTo>
                    <a:pt x="676625" y="562408"/>
                  </a:lnTo>
                  <a:lnTo>
                    <a:pt x="678397" y="600666"/>
                  </a:lnTo>
                  <a:lnTo>
                    <a:pt x="677934" y="638376"/>
                  </a:lnTo>
                  <a:lnTo>
                    <a:pt x="675277" y="675431"/>
                  </a:lnTo>
                  <a:lnTo>
                    <a:pt x="670472" y="711725"/>
                  </a:lnTo>
                  <a:lnTo>
                    <a:pt x="663567" y="747157"/>
                  </a:lnTo>
                  <a:lnTo>
                    <a:pt x="654617" y="781626"/>
                  </a:lnTo>
                  <a:lnTo>
                    <a:pt x="643681" y="815033"/>
                  </a:lnTo>
                  <a:lnTo>
                    <a:pt x="630822" y="847286"/>
                  </a:lnTo>
                  <a:lnTo>
                    <a:pt x="650208" y="868231"/>
                  </a:lnTo>
                  <a:lnTo>
                    <a:pt x="667920" y="890609"/>
                  </a:lnTo>
                  <a:lnTo>
                    <a:pt x="683852" y="914288"/>
                  </a:lnTo>
                  <a:lnTo>
                    <a:pt x="697909" y="939126"/>
                  </a:lnTo>
                  <a:lnTo>
                    <a:pt x="710008" y="964974"/>
                  </a:lnTo>
                  <a:lnTo>
                    <a:pt x="720075" y="991679"/>
                  </a:lnTo>
                  <a:lnTo>
                    <a:pt x="728052" y="1019082"/>
                  </a:lnTo>
                  <a:lnTo>
                    <a:pt x="733889" y="1047018"/>
                  </a:lnTo>
                  <a:lnTo>
                    <a:pt x="737554" y="1075321"/>
                  </a:lnTo>
                  <a:lnTo>
                    <a:pt x="739023" y="1103823"/>
                  </a:lnTo>
                  <a:lnTo>
                    <a:pt x="738288" y="1132353"/>
                  </a:lnTo>
                  <a:lnTo>
                    <a:pt x="735354" y="1160742"/>
                  </a:lnTo>
                  <a:lnTo>
                    <a:pt x="730237" y="1188819"/>
                  </a:lnTo>
                  <a:lnTo>
                    <a:pt x="722969" y="1216418"/>
                  </a:lnTo>
                  <a:lnTo>
                    <a:pt x="713592" y="1243373"/>
                  </a:lnTo>
                  <a:lnTo>
                    <a:pt x="702164" y="1269525"/>
                  </a:lnTo>
                  <a:lnTo>
                    <a:pt x="688751" y="1294716"/>
                  </a:lnTo>
                  <a:lnTo>
                    <a:pt x="673433" y="1318797"/>
                  </a:lnTo>
                  <a:lnTo>
                    <a:pt x="656303" y="1341624"/>
                  </a:lnTo>
                  <a:lnTo>
                    <a:pt x="637463" y="1363062"/>
                  </a:lnTo>
                  <a:lnTo>
                    <a:pt x="617024" y="1382981"/>
                  </a:lnTo>
                  <a:lnTo>
                    <a:pt x="595109" y="1401263"/>
                  </a:lnTo>
                  <a:lnTo>
                    <a:pt x="571848" y="1417800"/>
                  </a:lnTo>
                  <a:lnTo>
                    <a:pt x="547381" y="1432492"/>
                  </a:lnTo>
                  <a:lnTo>
                    <a:pt x="521852" y="1445252"/>
                  </a:lnTo>
                  <a:lnTo>
                    <a:pt x="495415" y="1456003"/>
                  </a:lnTo>
                  <a:lnTo>
                    <a:pt x="468228" y="1464683"/>
                  </a:lnTo>
                  <a:lnTo>
                    <a:pt x="440451" y="1471238"/>
                  </a:lnTo>
                  <a:lnTo>
                    <a:pt x="412251" y="1475630"/>
                  </a:lnTo>
                  <a:lnTo>
                    <a:pt x="383796" y="1477832"/>
                  </a:lnTo>
                  <a:lnTo>
                    <a:pt x="355257" y="1477832"/>
                  </a:lnTo>
                  <a:lnTo>
                    <a:pt x="326802" y="1475630"/>
                  </a:lnTo>
                  <a:lnTo>
                    <a:pt x="298602" y="1471238"/>
                  </a:lnTo>
                  <a:lnTo>
                    <a:pt x="270826" y="1464683"/>
                  </a:lnTo>
                  <a:lnTo>
                    <a:pt x="243638" y="1456003"/>
                  </a:lnTo>
                  <a:lnTo>
                    <a:pt x="217201" y="1445252"/>
                  </a:lnTo>
                  <a:lnTo>
                    <a:pt x="191672" y="1432492"/>
                  </a:lnTo>
                  <a:lnTo>
                    <a:pt x="167205" y="1417800"/>
                  </a:lnTo>
                  <a:lnTo>
                    <a:pt x="143944" y="1401263"/>
                  </a:lnTo>
                  <a:lnTo>
                    <a:pt x="122029" y="1382981"/>
                  </a:lnTo>
                  <a:lnTo>
                    <a:pt x="101590" y="1363062"/>
                  </a:lnTo>
                  <a:lnTo>
                    <a:pt x="82750" y="1341624"/>
                  </a:lnTo>
                  <a:lnTo>
                    <a:pt x="65620" y="1318797"/>
                  </a:lnTo>
                  <a:lnTo>
                    <a:pt x="50303" y="1294716"/>
                  </a:lnTo>
                  <a:lnTo>
                    <a:pt x="36890" y="1269525"/>
                  </a:lnTo>
                  <a:lnTo>
                    <a:pt x="25461" y="1243373"/>
                  </a:lnTo>
                  <a:lnTo>
                    <a:pt x="16084" y="1216418"/>
                  </a:lnTo>
                  <a:lnTo>
                    <a:pt x="8816" y="1188819"/>
                  </a:lnTo>
                  <a:lnTo>
                    <a:pt x="3699" y="1160742"/>
                  </a:lnTo>
                  <a:lnTo>
                    <a:pt x="765" y="1132353"/>
                  </a:lnTo>
                  <a:lnTo>
                    <a:pt x="30" y="1103823"/>
                  </a:lnTo>
                  <a:lnTo>
                    <a:pt x="1499" y="1075321"/>
                  </a:lnTo>
                  <a:lnTo>
                    <a:pt x="5164" y="1047018"/>
                  </a:lnTo>
                  <a:lnTo>
                    <a:pt x="11002" y="1019082"/>
                  </a:lnTo>
                  <a:lnTo>
                    <a:pt x="18978" y="991679"/>
                  </a:lnTo>
                  <a:lnTo>
                    <a:pt x="29046" y="964974"/>
                  </a:lnTo>
                  <a:lnTo>
                    <a:pt x="41144" y="939126"/>
                  </a:lnTo>
                  <a:lnTo>
                    <a:pt x="55201" y="914288"/>
                  </a:lnTo>
                  <a:lnTo>
                    <a:pt x="71133" y="890609"/>
                  </a:lnTo>
                  <a:lnTo>
                    <a:pt x="88845" y="868231"/>
                  </a:lnTo>
                  <a:lnTo>
                    <a:pt x="108231" y="847286"/>
                  </a:lnTo>
                  <a:lnTo>
                    <a:pt x="93841" y="891247"/>
                  </a:lnTo>
                  <a:lnTo>
                    <a:pt x="85960" y="934811"/>
                  </a:lnTo>
                  <a:lnTo>
                    <a:pt x="84281" y="977081"/>
                  </a:lnTo>
                  <a:lnTo>
                    <a:pt x="88374" y="1017229"/>
                  </a:lnTo>
                  <a:lnTo>
                    <a:pt x="97707" y="1054513"/>
                  </a:lnTo>
                  <a:lnTo>
                    <a:pt x="111655" y="1088286"/>
                  </a:lnTo>
                  <a:lnTo>
                    <a:pt x="129519" y="1118011"/>
                  </a:lnTo>
                  <a:lnTo>
                    <a:pt x="150540" y="1143265"/>
                  </a:lnTo>
                  <a:lnTo>
                    <a:pt x="173917" y="1163748"/>
                  </a:lnTo>
                  <a:lnTo>
                    <a:pt x="198827" y="1179287"/>
                  </a:lnTo>
                  <a:lnTo>
                    <a:pt x="224442" y="1189832"/>
                  </a:lnTo>
                  <a:lnTo>
                    <a:pt x="249945" y="1195462"/>
                  </a:lnTo>
                  <a:lnTo>
                    <a:pt x="274553" y="1196373"/>
                  </a:lnTo>
                  <a:lnTo>
                    <a:pt x="297530" y="1192878"/>
                  </a:lnTo>
                  <a:lnTo>
                    <a:pt x="318202" y="1185394"/>
                  </a:lnTo>
                  <a:lnTo>
                    <a:pt x="335974" y="1174431"/>
                  </a:lnTo>
                  <a:lnTo>
                    <a:pt x="350342" y="1160584"/>
                  </a:lnTo>
                  <a:lnTo>
                    <a:pt x="360900" y="1144513"/>
                  </a:lnTo>
                  <a:lnTo>
                    <a:pt x="367355" y="1126929"/>
                  </a:lnTo>
                  <a:lnTo>
                    <a:pt x="369527" y="1108581"/>
                  </a:lnTo>
                  <a:lnTo>
                    <a:pt x="370624" y="1140695"/>
                  </a:lnTo>
                  <a:lnTo>
                    <a:pt x="373912" y="1172697"/>
                  </a:lnTo>
                  <a:lnTo>
                    <a:pt x="379385" y="1204474"/>
                  </a:lnTo>
                  <a:lnTo>
                    <a:pt x="387028" y="1235915"/>
                  </a:lnTo>
                  <a:lnTo>
                    <a:pt x="396825" y="1266909"/>
                  </a:lnTo>
                  <a:lnTo>
                    <a:pt x="408752" y="1297345"/>
                  </a:lnTo>
                  <a:lnTo>
                    <a:pt x="422782" y="1327115"/>
                  </a:lnTo>
                  <a:lnTo>
                    <a:pt x="438881" y="1356111"/>
                  </a:lnTo>
                  <a:lnTo>
                    <a:pt x="457012" y="1384226"/>
                  </a:lnTo>
                  <a:lnTo>
                    <a:pt x="477133" y="1411356"/>
                  </a:lnTo>
                  <a:lnTo>
                    <a:pt x="499195" y="1437398"/>
                  </a:lnTo>
                  <a:lnTo>
                    <a:pt x="523148" y="1462252"/>
                  </a:lnTo>
                  <a:lnTo>
                    <a:pt x="548933" y="1485819"/>
                  </a:lnTo>
                  <a:lnTo>
                    <a:pt x="576491" y="1508004"/>
                  </a:lnTo>
                  <a:lnTo>
                    <a:pt x="605756" y="1528714"/>
                  </a:lnTo>
                  <a:lnTo>
                    <a:pt x="636658" y="1547859"/>
                  </a:lnTo>
                  <a:lnTo>
                    <a:pt x="669123" y="1565352"/>
                  </a:lnTo>
                  <a:lnTo>
                    <a:pt x="703073" y="1581108"/>
                  </a:lnTo>
                  <a:lnTo>
                    <a:pt x="738427" y="1595049"/>
                  </a:lnTo>
                  <a:lnTo>
                    <a:pt x="775099" y="1607096"/>
                  </a:lnTo>
                  <a:lnTo>
                    <a:pt x="813000" y="1617178"/>
                  </a:lnTo>
                  <a:lnTo>
                    <a:pt x="852038" y="1625225"/>
                  </a:lnTo>
                  <a:lnTo>
                    <a:pt x="892117" y="1631171"/>
                  </a:lnTo>
                  <a:lnTo>
                    <a:pt x="853199" y="1649810"/>
                  </a:lnTo>
                  <a:lnTo>
                    <a:pt x="813863" y="1665760"/>
                  </a:lnTo>
                  <a:lnTo>
                    <a:pt x="774285" y="1679035"/>
                  </a:lnTo>
                  <a:lnTo>
                    <a:pt x="734641" y="1689658"/>
                  </a:lnTo>
                  <a:lnTo>
                    <a:pt x="695102" y="1697665"/>
                  </a:lnTo>
                  <a:lnTo>
                    <a:pt x="655833" y="1703103"/>
                  </a:lnTo>
                  <a:lnTo>
                    <a:pt x="616997" y="1706028"/>
                  </a:lnTo>
                  <a:lnTo>
                    <a:pt x="578750" y="1706507"/>
                  </a:lnTo>
                  <a:lnTo>
                    <a:pt x="541242" y="1704616"/>
                  </a:lnTo>
                  <a:lnTo>
                    <a:pt x="504615" y="1700440"/>
                  </a:lnTo>
                  <a:lnTo>
                    <a:pt x="469006" y="1694073"/>
                  </a:lnTo>
                  <a:lnTo>
                    <a:pt x="434543" y="1685615"/>
                  </a:lnTo>
                  <a:lnTo>
                    <a:pt x="401346" y="1675176"/>
                  </a:lnTo>
                  <a:lnTo>
                    <a:pt x="369527" y="1662872"/>
                  </a:lnTo>
                  <a:lnTo>
                    <a:pt x="339187" y="1648823"/>
                  </a:lnTo>
                  <a:lnTo>
                    <a:pt x="310421" y="1633157"/>
                  </a:lnTo>
                  <a:lnTo>
                    <a:pt x="283311" y="1616007"/>
                  </a:lnTo>
                  <a:lnTo>
                    <a:pt x="257932" y="1597508"/>
                  </a:lnTo>
                  <a:lnTo>
                    <a:pt x="234347" y="1577800"/>
                  </a:lnTo>
                  <a:lnTo>
                    <a:pt x="212609" y="1557026"/>
                  </a:lnTo>
                  <a:lnTo>
                    <a:pt x="192762" y="1535329"/>
                  </a:lnTo>
                  <a:lnTo>
                    <a:pt x="174838" y="1512856"/>
                  </a:lnTo>
                  <a:lnTo>
                    <a:pt x="158860" y="1489753"/>
                  </a:lnTo>
                  <a:lnTo>
                    <a:pt x="144841" y="1466167"/>
                  </a:lnTo>
                  <a:lnTo>
                    <a:pt x="132781" y="1442243"/>
                  </a:lnTo>
                  <a:lnTo>
                    <a:pt x="122673" y="1418125"/>
                  </a:lnTo>
                  <a:lnTo>
                    <a:pt x="114499" y="1393956"/>
                  </a:lnTo>
                  <a:lnTo>
                    <a:pt x="108231" y="1369876"/>
                  </a:lnTo>
                  <a:lnTo>
                    <a:pt x="88536" y="1348570"/>
                  </a:lnTo>
                  <a:lnTo>
                    <a:pt x="70573" y="1325783"/>
                  </a:lnTo>
                  <a:lnTo>
                    <a:pt x="54453" y="1301658"/>
                  </a:lnTo>
                  <a:lnTo>
                    <a:pt x="40276" y="1276343"/>
                  </a:lnTo>
                  <a:lnTo>
                    <a:pt x="28128" y="1249993"/>
                  </a:lnTo>
                  <a:lnTo>
                    <a:pt x="18085" y="1222771"/>
                  </a:lnTo>
                  <a:lnTo>
                    <a:pt x="10210" y="1194845"/>
                  </a:lnTo>
                  <a:lnTo>
                    <a:pt x="4549" y="1166388"/>
                  </a:lnTo>
                  <a:lnTo>
                    <a:pt x="1139" y="1137574"/>
                  </a:lnTo>
                  <a:lnTo>
                    <a:pt x="0" y="1108581"/>
                  </a:lnTo>
                  <a:lnTo>
                    <a:pt x="17578" y="1153042"/>
                  </a:lnTo>
                  <a:lnTo>
                    <a:pt x="40242" y="1193127"/>
                  </a:lnTo>
                  <a:lnTo>
                    <a:pt x="67178" y="1228289"/>
                  </a:lnTo>
                  <a:lnTo>
                    <a:pt x="97519" y="1258119"/>
                  </a:lnTo>
                  <a:lnTo>
                    <a:pt x="130364" y="1282343"/>
                  </a:lnTo>
                  <a:lnTo>
                    <a:pt x="164803" y="1300830"/>
                  </a:lnTo>
                  <a:lnTo>
                    <a:pt x="199934" y="1313583"/>
                  </a:lnTo>
                  <a:lnTo>
                    <a:pt x="234885" y="1320742"/>
                  </a:lnTo>
                  <a:lnTo>
                    <a:pt x="268831" y="1322570"/>
                  </a:lnTo>
                  <a:lnTo>
                    <a:pt x="301013" y="1319446"/>
                  </a:lnTo>
                  <a:lnTo>
                    <a:pt x="330751" y="1311851"/>
                  </a:lnTo>
                  <a:lnTo>
                    <a:pt x="357461" y="1300356"/>
                  </a:lnTo>
                  <a:lnTo>
                    <a:pt x="380664" y="1285604"/>
                  </a:lnTo>
                  <a:lnTo>
                    <a:pt x="399993" y="1268293"/>
                  </a:lnTo>
                  <a:lnTo>
                    <a:pt x="415203" y="1249157"/>
                  </a:lnTo>
                  <a:lnTo>
                    <a:pt x="426168" y="1228950"/>
                  </a:lnTo>
                  <a:lnTo>
                    <a:pt x="432887" y="1208422"/>
                  </a:lnTo>
                  <a:lnTo>
                    <a:pt x="435479" y="1188304"/>
                  </a:lnTo>
                  <a:lnTo>
                    <a:pt x="434176" y="1169291"/>
                  </a:lnTo>
                  <a:lnTo>
                    <a:pt x="429317" y="1152021"/>
                  </a:lnTo>
                  <a:lnTo>
                    <a:pt x="421338" y="1137064"/>
                  </a:lnTo>
                  <a:lnTo>
                    <a:pt x="410756" y="1124905"/>
                  </a:lnTo>
                  <a:lnTo>
                    <a:pt x="398160" y="1115933"/>
                  </a:lnTo>
                  <a:lnTo>
                    <a:pt x="384191" y="1110433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11244741" y="4148895"/>
              <a:ext cx="892117" cy="1631171"/>
            </a:xfrm>
            <a:custGeom>
              <a:avLst/>
              <a:pathLst>
                <a:path w="892117" h="1631171">
                  <a:moveTo>
                    <a:pt x="369527" y="0"/>
                  </a:moveTo>
                  <a:lnTo>
                    <a:pt x="406278" y="32760"/>
                  </a:lnTo>
                  <a:lnTo>
                    <a:pt x="440793" y="66700"/>
                  </a:lnTo>
                  <a:lnTo>
                    <a:pt x="473037" y="101704"/>
                  </a:lnTo>
                  <a:lnTo>
                    <a:pt x="502977" y="137659"/>
                  </a:lnTo>
                  <a:lnTo>
                    <a:pt x="530588" y="174447"/>
                  </a:lnTo>
                  <a:lnTo>
                    <a:pt x="555849" y="211951"/>
                  </a:lnTo>
                  <a:lnTo>
                    <a:pt x="578744" y="250054"/>
                  </a:lnTo>
                  <a:lnTo>
                    <a:pt x="599264" y="288638"/>
                  </a:lnTo>
                  <a:lnTo>
                    <a:pt x="617403" y="327587"/>
                  </a:lnTo>
                  <a:lnTo>
                    <a:pt x="633162" y="366783"/>
                  </a:lnTo>
                  <a:lnTo>
                    <a:pt x="646546" y="406108"/>
                  </a:lnTo>
                  <a:lnTo>
                    <a:pt x="657566" y="445448"/>
                  </a:lnTo>
                  <a:lnTo>
                    <a:pt x="666237" y="484687"/>
                  </a:lnTo>
                  <a:lnTo>
                    <a:pt x="672582" y="523711"/>
                  </a:lnTo>
                  <a:lnTo>
                    <a:pt x="676625" y="562408"/>
                  </a:lnTo>
                  <a:lnTo>
                    <a:pt x="678397" y="600666"/>
                  </a:lnTo>
                  <a:lnTo>
                    <a:pt x="677934" y="638376"/>
                  </a:lnTo>
                  <a:lnTo>
                    <a:pt x="675277" y="675431"/>
                  </a:lnTo>
                  <a:lnTo>
                    <a:pt x="670472" y="711725"/>
                  </a:lnTo>
                  <a:lnTo>
                    <a:pt x="663567" y="747157"/>
                  </a:lnTo>
                  <a:lnTo>
                    <a:pt x="654617" y="781626"/>
                  </a:lnTo>
                  <a:lnTo>
                    <a:pt x="643681" y="815033"/>
                  </a:lnTo>
                  <a:lnTo>
                    <a:pt x="630822" y="847286"/>
                  </a:lnTo>
                  <a:lnTo>
                    <a:pt x="625381" y="879936"/>
                  </a:lnTo>
                  <a:lnTo>
                    <a:pt x="617162" y="911098"/>
                  </a:lnTo>
                  <a:lnTo>
                    <a:pt x="606319" y="940568"/>
                  </a:lnTo>
                  <a:lnTo>
                    <a:pt x="593018" y="968152"/>
                  </a:lnTo>
                  <a:lnTo>
                    <a:pt x="577439" y="993672"/>
                  </a:lnTo>
                  <a:lnTo>
                    <a:pt x="559774" y="1016963"/>
                  </a:lnTo>
                  <a:lnTo>
                    <a:pt x="540226" y="1037875"/>
                  </a:lnTo>
                  <a:lnTo>
                    <a:pt x="519008" y="1056275"/>
                  </a:lnTo>
                  <a:lnTo>
                    <a:pt x="496343" y="1072046"/>
                  </a:lnTo>
                  <a:lnTo>
                    <a:pt x="472459" y="1085087"/>
                  </a:lnTo>
                  <a:lnTo>
                    <a:pt x="447592" y="1095317"/>
                  </a:lnTo>
                  <a:lnTo>
                    <a:pt x="421984" y="1102670"/>
                  </a:lnTo>
                  <a:lnTo>
                    <a:pt x="395880" y="1107101"/>
                  </a:lnTo>
                  <a:lnTo>
                    <a:pt x="369527" y="1108581"/>
                  </a:lnTo>
                  <a:lnTo>
                    <a:pt x="401641" y="1109678"/>
                  </a:lnTo>
                  <a:lnTo>
                    <a:pt x="433642" y="1112967"/>
                  </a:lnTo>
                  <a:lnTo>
                    <a:pt x="465420" y="1118439"/>
                  </a:lnTo>
                  <a:lnTo>
                    <a:pt x="496861" y="1126083"/>
                  </a:lnTo>
                  <a:lnTo>
                    <a:pt x="527854" y="1135879"/>
                  </a:lnTo>
                  <a:lnTo>
                    <a:pt x="558291" y="1147807"/>
                  </a:lnTo>
                  <a:lnTo>
                    <a:pt x="588061" y="1161836"/>
                  </a:lnTo>
                  <a:lnTo>
                    <a:pt x="617056" y="1177935"/>
                  </a:lnTo>
                  <a:lnTo>
                    <a:pt x="645171" y="1196067"/>
                  </a:lnTo>
                  <a:lnTo>
                    <a:pt x="672301" y="1216187"/>
                  </a:lnTo>
                  <a:lnTo>
                    <a:pt x="698344" y="1238249"/>
                  </a:lnTo>
                  <a:lnTo>
                    <a:pt x="723197" y="1262202"/>
                  </a:lnTo>
                  <a:lnTo>
                    <a:pt x="746765" y="1287987"/>
                  </a:lnTo>
                  <a:lnTo>
                    <a:pt x="768950" y="1315545"/>
                  </a:lnTo>
                  <a:lnTo>
                    <a:pt x="789660" y="1344810"/>
                  </a:lnTo>
                  <a:lnTo>
                    <a:pt x="808805" y="1375712"/>
                  </a:lnTo>
                  <a:lnTo>
                    <a:pt x="826297" y="1408177"/>
                  </a:lnTo>
                  <a:lnTo>
                    <a:pt x="842054" y="1442127"/>
                  </a:lnTo>
                  <a:lnTo>
                    <a:pt x="855995" y="1477481"/>
                  </a:lnTo>
                  <a:lnTo>
                    <a:pt x="868042" y="1514153"/>
                  </a:lnTo>
                  <a:lnTo>
                    <a:pt x="878124" y="1552054"/>
                  </a:lnTo>
                  <a:lnTo>
                    <a:pt x="886170" y="1591092"/>
                  </a:lnTo>
                  <a:lnTo>
                    <a:pt x="892117" y="1631171"/>
                  </a:lnTo>
                  <a:lnTo>
                    <a:pt x="852038" y="1625225"/>
                  </a:lnTo>
                  <a:lnTo>
                    <a:pt x="813000" y="1617178"/>
                  </a:lnTo>
                  <a:lnTo>
                    <a:pt x="775099" y="1607096"/>
                  </a:lnTo>
                  <a:lnTo>
                    <a:pt x="738427" y="1595049"/>
                  </a:lnTo>
                  <a:lnTo>
                    <a:pt x="703073" y="1581108"/>
                  </a:lnTo>
                  <a:lnTo>
                    <a:pt x="669123" y="1565352"/>
                  </a:lnTo>
                  <a:lnTo>
                    <a:pt x="636658" y="1547859"/>
                  </a:lnTo>
                  <a:lnTo>
                    <a:pt x="605756" y="1528714"/>
                  </a:lnTo>
                  <a:lnTo>
                    <a:pt x="576491" y="1508004"/>
                  </a:lnTo>
                  <a:lnTo>
                    <a:pt x="548933" y="1485819"/>
                  </a:lnTo>
                  <a:lnTo>
                    <a:pt x="523148" y="1462252"/>
                  </a:lnTo>
                  <a:lnTo>
                    <a:pt x="499195" y="1437398"/>
                  </a:lnTo>
                  <a:lnTo>
                    <a:pt x="477133" y="1411356"/>
                  </a:lnTo>
                  <a:lnTo>
                    <a:pt x="457012" y="1384226"/>
                  </a:lnTo>
                  <a:lnTo>
                    <a:pt x="438881" y="1356111"/>
                  </a:lnTo>
                  <a:lnTo>
                    <a:pt x="422782" y="1327115"/>
                  </a:lnTo>
                  <a:lnTo>
                    <a:pt x="408752" y="1297345"/>
                  </a:lnTo>
                  <a:lnTo>
                    <a:pt x="396825" y="1266909"/>
                  </a:lnTo>
                  <a:lnTo>
                    <a:pt x="387028" y="1235915"/>
                  </a:lnTo>
                  <a:lnTo>
                    <a:pt x="379385" y="1204474"/>
                  </a:lnTo>
                  <a:lnTo>
                    <a:pt x="373912" y="1172697"/>
                  </a:lnTo>
                  <a:lnTo>
                    <a:pt x="370624" y="1140695"/>
                  </a:lnTo>
                  <a:lnTo>
                    <a:pt x="369527" y="1108581"/>
                  </a:lnTo>
                  <a:lnTo>
                    <a:pt x="368047" y="1134934"/>
                  </a:lnTo>
                  <a:lnTo>
                    <a:pt x="363616" y="1161039"/>
                  </a:lnTo>
                  <a:lnTo>
                    <a:pt x="356263" y="1186646"/>
                  </a:lnTo>
                  <a:lnTo>
                    <a:pt x="346033" y="1211513"/>
                  </a:lnTo>
                  <a:lnTo>
                    <a:pt x="332992" y="1235397"/>
                  </a:lnTo>
                  <a:lnTo>
                    <a:pt x="317221" y="1258063"/>
                  </a:lnTo>
                  <a:lnTo>
                    <a:pt x="298821" y="1279280"/>
                  </a:lnTo>
                  <a:lnTo>
                    <a:pt x="277908" y="1298828"/>
                  </a:lnTo>
                  <a:lnTo>
                    <a:pt x="254618" y="1316493"/>
                  </a:lnTo>
                  <a:lnTo>
                    <a:pt x="229098" y="1332072"/>
                  </a:lnTo>
                  <a:lnTo>
                    <a:pt x="201514" y="1345373"/>
                  </a:lnTo>
                  <a:lnTo>
                    <a:pt x="172044" y="1356216"/>
                  </a:lnTo>
                  <a:lnTo>
                    <a:pt x="140882" y="1364435"/>
                  </a:lnTo>
                  <a:lnTo>
                    <a:pt x="108231" y="1369876"/>
                  </a:lnTo>
                  <a:lnTo>
                    <a:pt x="88536" y="1348570"/>
                  </a:lnTo>
                  <a:lnTo>
                    <a:pt x="70573" y="1325783"/>
                  </a:lnTo>
                  <a:lnTo>
                    <a:pt x="54453" y="1301658"/>
                  </a:lnTo>
                  <a:lnTo>
                    <a:pt x="40276" y="1276343"/>
                  </a:lnTo>
                  <a:lnTo>
                    <a:pt x="28128" y="1249993"/>
                  </a:lnTo>
                  <a:lnTo>
                    <a:pt x="18085" y="1222771"/>
                  </a:lnTo>
                  <a:lnTo>
                    <a:pt x="10210" y="1194845"/>
                  </a:lnTo>
                  <a:lnTo>
                    <a:pt x="4549" y="1166388"/>
                  </a:lnTo>
                  <a:lnTo>
                    <a:pt x="1139" y="1137574"/>
                  </a:lnTo>
                  <a:lnTo>
                    <a:pt x="0" y="1108581"/>
                  </a:lnTo>
                  <a:lnTo>
                    <a:pt x="1139" y="1079588"/>
                  </a:lnTo>
                  <a:lnTo>
                    <a:pt x="4549" y="1050774"/>
                  </a:lnTo>
                  <a:lnTo>
                    <a:pt x="10210" y="1022316"/>
                  </a:lnTo>
                  <a:lnTo>
                    <a:pt x="18085" y="994391"/>
                  </a:lnTo>
                  <a:lnTo>
                    <a:pt x="28128" y="967169"/>
                  </a:lnTo>
                  <a:lnTo>
                    <a:pt x="40276" y="940819"/>
                  </a:lnTo>
                  <a:lnTo>
                    <a:pt x="54453" y="915503"/>
                  </a:lnTo>
                  <a:lnTo>
                    <a:pt x="70573" y="891378"/>
                  </a:lnTo>
                  <a:lnTo>
                    <a:pt x="88536" y="868592"/>
                  </a:lnTo>
                  <a:lnTo>
                    <a:pt x="108231" y="847286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1582667" y="4117294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1843962" y="496458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1321372" y="496458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2105257" y="574846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1321372" y="548717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1213140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11614268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11614268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11614268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1614268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1614268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0830383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0505687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0830383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11482229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12262007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12753340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12252909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11473131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10480206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0245042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10489304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9987969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9938500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57" name="rc357"/>
            <p:cNvSpPr/>
            <p:nvPr/>
          </p:nvSpPr>
          <p:spPr>
            <a:xfrm>
              <a:off x="69589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69589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97588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1265231" y="6921429"/>
              <a:ext cx="1155801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 (n=9)</a:t>
              </a:r>
            </a:p>
          </p:txBody>
        </p:sp>
        <p:sp>
          <p:nvSpPr>
            <p:cNvPr id="361" name="rc361"/>
            <p:cNvSpPr/>
            <p:nvPr/>
          </p:nvSpPr>
          <p:spPr>
            <a:xfrm>
              <a:off x="457405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843132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843132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843132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843132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843132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961261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95978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961261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288911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34690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96135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1565987" y="7497381"/>
              <a:ext cx="919264" cy="1429639"/>
            </a:xfrm>
            <a:custGeom>
              <a:avLst/>
              <a:pathLst>
                <a:path w="919264" h="1429639">
                  <a:moveTo>
                    <a:pt x="831436" y="1108581"/>
                  </a:moveTo>
                  <a:lnTo>
                    <a:pt x="845536" y="1085072"/>
                  </a:lnTo>
                  <a:lnTo>
                    <a:pt x="858616" y="1060399"/>
                  </a:lnTo>
                  <a:lnTo>
                    <a:pt x="870603" y="1034606"/>
                  </a:lnTo>
                  <a:lnTo>
                    <a:pt x="881426" y="1007744"/>
                  </a:lnTo>
                  <a:lnTo>
                    <a:pt x="891019" y="979865"/>
                  </a:lnTo>
                  <a:lnTo>
                    <a:pt x="899316" y="951026"/>
                  </a:lnTo>
                  <a:lnTo>
                    <a:pt x="906254" y="921287"/>
                  </a:lnTo>
                  <a:lnTo>
                    <a:pt x="911773" y="890713"/>
                  </a:lnTo>
                  <a:lnTo>
                    <a:pt x="915816" y="859371"/>
                  </a:lnTo>
                  <a:lnTo>
                    <a:pt x="918330" y="827331"/>
                  </a:lnTo>
                  <a:lnTo>
                    <a:pt x="919264" y="794668"/>
                  </a:lnTo>
                  <a:lnTo>
                    <a:pt x="918571" y="761458"/>
                  </a:lnTo>
                  <a:lnTo>
                    <a:pt x="916209" y="727781"/>
                  </a:lnTo>
                  <a:lnTo>
                    <a:pt x="912138" y="693719"/>
                  </a:lnTo>
                  <a:lnTo>
                    <a:pt x="906323" y="659356"/>
                  </a:lnTo>
                  <a:lnTo>
                    <a:pt x="898732" y="624780"/>
                  </a:lnTo>
                  <a:lnTo>
                    <a:pt x="889339" y="590079"/>
                  </a:lnTo>
                  <a:lnTo>
                    <a:pt x="878121" y="555344"/>
                  </a:lnTo>
                  <a:lnTo>
                    <a:pt x="865059" y="520667"/>
                  </a:lnTo>
                  <a:lnTo>
                    <a:pt x="850140" y="486142"/>
                  </a:lnTo>
                  <a:lnTo>
                    <a:pt x="833356" y="451864"/>
                  </a:lnTo>
                  <a:lnTo>
                    <a:pt x="814701" y="417928"/>
                  </a:lnTo>
                  <a:lnTo>
                    <a:pt x="794177" y="384433"/>
                  </a:lnTo>
                  <a:lnTo>
                    <a:pt x="771788" y="351473"/>
                  </a:lnTo>
                  <a:lnTo>
                    <a:pt x="747544" y="319148"/>
                  </a:lnTo>
                  <a:lnTo>
                    <a:pt x="721462" y="287555"/>
                  </a:lnTo>
                  <a:lnTo>
                    <a:pt x="693560" y="256791"/>
                  </a:lnTo>
                  <a:lnTo>
                    <a:pt x="663863" y="226952"/>
                  </a:lnTo>
                  <a:lnTo>
                    <a:pt x="632402" y="198135"/>
                  </a:lnTo>
                  <a:lnTo>
                    <a:pt x="599211" y="170436"/>
                  </a:lnTo>
                  <a:lnTo>
                    <a:pt x="564329" y="143947"/>
                  </a:lnTo>
                  <a:lnTo>
                    <a:pt x="527801" y="118763"/>
                  </a:lnTo>
                  <a:lnTo>
                    <a:pt x="489676" y="94974"/>
                  </a:lnTo>
                  <a:lnTo>
                    <a:pt x="450008" y="72670"/>
                  </a:lnTo>
                  <a:lnTo>
                    <a:pt x="408855" y="51937"/>
                  </a:lnTo>
                  <a:lnTo>
                    <a:pt x="366282" y="32859"/>
                  </a:lnTo>
                  <a:lnTo>
                    <a:pt x="322354" y="15521"/>
                  </a:lnTo>
                  <a:lnTo>
                    <a:pt x="277145" y="0"/>
                  </a:lnTo>
                  <a:lnTo>
                    <a:pt x="312283" y="35218"/>
                  </a:lnTo>
                  <a:lnTo>
                    <a:pt x="345118" y="71511"/>
                  </a:lnTo>
                  <a:lnTo>
                    <a:pt x="375618" y="108767"/>
                  </a:lnTo>
                  <a:lnTo>
                    <a:pt x="403756" y="146871"/>
                  </a:lnTo>
                  <a:lnTo>
                    <a:pt x="429512" y="185709"/>
                  </a:lnTo>
                  <a:lnTo>
                    <a:pt x="452867" y="225166"/>
                  </a:lnTo>
                  <a:lnTo>
                    <a:pt x="473811" y="265126"/>
                  </a:lnTo>
                  <a:lnTo>
                    <a:pt x="492336" y="305475"/>
                  </a:lnTo>
                  <a:lnTo>
                    <a:pt x="508442" y="346098"/>
                  </a:lnTo>
                  <a:lnTo>
                    <a:pt x="522130" y="386878"/>
                  </a:lnTo>
                  <a:lnTo>
                    <a:pt x="533409" y="427703"/>
                  </a:lnTo>
                  <a:lnTo>
                    <a:pt x="542292" y="468459"/>
                  </a:lnTo>
                  <a:lnTo>
                    <a:pt x="548797" y="509032"/>
                  </a:lnTo>
                  <a:lnTo>
                    <a:pt x="552946" y="549312"/>
                  </a:lnTo>
                  <a:lnTo>
                    <a:pt x="554766" y="589188"/>
                  </a:lnTo>
                  <a:lnTo>
                    <a:pt x="554290" y="628551"/>
                  </a:lnTo>
                  <a:lnTo>
                    <a:pt x="551554" y="667295"/>
                  </a:lnTo>
                  <a:lnTo>
                    <a:pt x="546599" y="705314"/>
                  </a:lnTo>
                  <a:lnTo>
                    <a:pt x="539470" y="742506"/>
                  </a:lnTo>
                  <a:lnTo>
                    <a:pt x="530218" y="778770"/>
                  </a:lnTo>
                  <a:lnTo>
                    <a:pt x="518896" y="814006"/>
                  </a:lnTo>
                  <a:lnTo>
                    <a:pt x="505563" y="848120"/>
                  </a:lnTo>
                  <a:lnTo>
                    <a:pt x="490281" y="881018"/>
                  </a:lnTo>
                  <a:lnTo>
                    <a:pt x="473116" y="912610"/>
                  </a:lnTo>
                  <a:lnTo>
                    <a:pt x="491028" y="932333"/>
                  </a:lnTo>
                  <a:lnTo>
                    <a:pt x="506964" y="953685"/>
                  </a:lnTo>
                  <a:lnTo>
                    <a:pt x="520776" y="976469"/>
                  </a:lnTo>
                  <a:lnTo>
                    <a:pt x="532336" y="1000473"/>
                  </a:lnTo>
                  <a:lnTo>
                    <a:pt x="541537" y="1025477"/>
                  </a:lnTo>
                  <a:lnTo>
                    <a:pt x="548295" y="1051249"/>
                  </a:lnTo>
                  <a:lnTo>
                    <a:pt x="552548" y="1077550"/>
                  </a:lnTo>
                  <a:lnTo>
                    <a:pt x="554255" y="1104139"/>
                  </a:lnTo>
                  <a:lnTo>
                    <a:pt x="553401" y="1130768"/>
                  </a:lnTo>
                  <a:lnTo>
                    <a:pt x="549994" y="1157193"/>
                  </a:lnTo>
                  <a:lnTo>
                    <a:pt x="544065" y="1183168"/>
                  </a:lnTo>
                  <a:lnTo>
                    <a:pt x="535669" y="1208454"/>
                  </a:lnTo>
                  <a:lnTo>
                    <a:pt x="524885" y="1232816"/>
                  </a:lnTo>
                  <a:lnTo>
                    <a:pt x="511811" y="1256031"/>
                  </a:lnTo>
                  <a:lnTo>
                    <a:pt x="496568" y="1277883"/>
                  </a:lnTo>
                  <a:lnTo>
                    <a:pt x="479297" y="1298170"/>
                  </a:lnTo>
                  <a:lnTo>
                    <a:pt x="460158" y="1316706"/>
                  </a:lnTo>
                  <a:lnTo>
                    <a:pt x="439327" y="1333317"/>
                  </a:lnTo>
                  <a:lnTo>
                    <a:pt x="416998" y="1347852"/>
                  </a:lnTo>
                  <a:lnTo>
                    <a:pt x="393376" y="1360175"/>
                  </a:lnTo>
                  <a:lnTo>
                    <a:pt x="368680" y="1370174"/>
                  </a:lnTo>
                  <a:lnTo>
                    <a:pt x="343138" y="1377754"/>
                  </a:lnTo>
                  <a:lnTo>
                    <a:pt x="316986" y="1382848"/>
                  </a:lnTo>
                  <a:lnTo>
                    <a:pt x="290466" y="1385406"/>
                  </a:lnTo>
                  <a:lnTo>
                    <a:pt x="263823" y="1385406"/>
                  </a:lnTo>
                  <a:lnTo>
                    <a:pt x="237303" y="1382848"/>
                  </a:lnTo>
                  <a:lnTo>
                    <a:pt x="211151" y="1377754"/>
                  </a:lnTo>
                  <a:lnTo>
                    <a:pt x="185610" y="1370174"/>
                  </a:lnTo>
                  <a:lnTo>
                    <a:pt x="160914" y="1360175"/>
                  </a:lnTo>
                  <a:lnTo>
                    <a:pt x="137292" y="1347852"/>
                  </a:lnTo>
                  <a:lnTo>
                    <a:pt x="114963" y="1333317"/>
                  </a:lnTo>
                  <a:lnTo>
                    <a:pt x="94132" y="1316706"/>
                  </a:lnTo>
                  <a:lnTo>
                    <a:pt x="74993" y="1298170"/>
                  </a:lnTo>
                  <a:lnTo>
                    <a:pt x="57722" y="1277883"/>
                  </a:lnTo>
                  <a:lnTo>
                    <a:pt x="42479" y="1256031"/>
                  </a:lnTo>
                  <a:lnTo>
                    <a:pt x="29405" y="1232816"/>
                  </a:lnTo>
                  <a:lnTo>
                    <a:pt x="18620" y="1208454"/>
                  </a:lnTo>
                  <a:lnTo>
                    <a:pt x="10225" y="1183168"/>
                  </a:lnTo>
                  <a:lnTo>
                    <a:pt x="4296" y="1157193"/>
                  </a:lnTo>
                  <a:lnTo>
                    <a:pt x="889" y="1130768"/>
                  </a:lnTo>
                  <a:lnTo>
                    <a:pt x="35" y="1104139"/>
                  </a:lnTo>
                  <a:lnTo>
                    <a:pt x="1742" y="1077550"/>
                  </a:lnTo>
                  <a:lnTo>
                    <a:pt x="5994" y="1051249"/>
                  </a:lnTo>
                  <a:lnTo>
                    <a:pt x="12753" y="1025477"/>
                  </a:lnTo>
                  <a:lnTo>
                    <a:pt x="21954" y="1000473"/>
                  </a:lnTo>
                  <a:lnTo>
                    <a:pt x="33514" y="976469"/>
                  </a:lnTo>
                  <a:lnTo>
                    <a:pt x="47326" y="953685"/>
                  </a:lnTo>
                  <a:lnTo>
                    <a:pt x="63261" y="932333"/>
                  </a:lnTo>
                  <a:lnTo>
                    <a:pt x="81173" y="912610"/>
                  </a:lnTo>
                  <a:lnTo>
                    <a:pt x="62909" y="932762"/>
                  </a:lnTo>
                  <a:lnTo>
                    <a:pt x="46707" y="954607"/>
                  </a:lnTo>
                  <a:lnTo>
                    <a:pt x="32724" y="977935"/>
                  </a:lnTo>
                  <a:lnTo>
                    <a:pt x="21096" y="1002522"/>
                  </a:lnTo>
                  <a:lnTo>
                    <a:pt x="11933" y="1028130"/>
                  </a:lnTo>
                  <a:lnTo>
                    <a:pt x="5325" y="1054513"/>
                  </a:lnTo>
                  <a:lnTo>
                    <a:pt x="1334" y="1081416"/>
                  </a:lnTo>
                  <a:lnTo>
                    <a:pt x="0" y="1108581"/>
                  </a:lnTo>
                  <a:lnTo>
                    <a:pt x="1334" y="1135746"/>
                  </a:lnTo>
                  <a:lnTo>
                    <a:pt x="5325" y="1162649"/>
                  </a:lnTo>
                  <a:lnTo>
                    <a:pt x="11933" y="1189032"/>
                  </a:lnTo>
                  <a:lnTo>
                    <a:pt x="21096" y="1214640"/>
                  </a:lnTo>
                  <a:lnTo>
                    <a:pt x="32724" y="1239226"/>
                  </a:lnTo>
                  <a:lnTo>
                    <a:pt x="46707" y="1262555"/>
                  </a:lnTo>
                  <a:lnTo>
                    <a:pt x="62909" y="1284400"/>
                  </a:lnTo>
                  <a:lnTo>
                    <a:pt x="81173" y="1304552"/>
                  </a:lnTo>
                  <a:lnTo>
                    <a:pt x="101326" y="1322817"/>
                  </a:lnTo>
                  <a:lnTo>
                    <a:pt x="123171" y="1339019"/>
                  </a:lnTo>
                  <a:lnTo>
                    <a:pt x="146499" y="1353001"/>
                  </a:lnTo>
                  <a:lnTo>
                    <a:pt x="171086" y="1364630"/>
                  </a:lnTo>
                  <a:lnTo>
                    <a:pt x="196694" y="1373792"/>
                  </a:lnTo>
                  <a:lnTo>
                    <a:pt x="223076" y="1380401"/>
                  </a:lnTo>
                  <a:lnTo>
                    <a:pt x="249980" y="1384392"/>
                  </a:lnTo>
                  <a:lnTo>
                    <a:pt x="277145" y="1385726"/>
                  </a:lnTo>
                  <a:lnTo>
                    <a:pt x="295119" y="1359889"/>
                  </a:lnTo>
                  <a:lnTo>
                    <a:pt x="309415" y="1333028"/>
                  </a:lnTo>
                  <a:lnTo>
                    <a:pt x="319990" y="1305535"/>
                  </a:lnTo>
                  <a:lnTo>
                    <a:pt x="326833" y="1277802"/>
                  </a:lnTo>
                  <a:lnTo>
                    <a:pt x="329973" y="1250220"/>
                  </a:lnTo>
                  <a:lnTo>
                    <a:pt x="329477" y="1223172"/>
                  </a:lnTo>
                  <a:lnTo>
                    <a:pt x="325444" y="1197033"/>
                  </a:lnTo>
                  <a:lnTo>
                    <a:pt x="318009" y="1172167"/>
                  </a:lnTo>
                  <a:lnTo>
                    <a:pt x="307342" y="1148920"/>
                  </a:lnTo>
                  <a:lnTo>
                    <a:pt x="293644" y="1127622"/>
                  </a:lnTo>
                  <a:lnTo>
                    <a:pt x="277145" y="1108581"/>
                  </a:lnTo>
                  <a:lnTo>
                    <a:pt x="260912" y="1110085"/>
                  </a:lnTo>
                  <a:lnTo>
                    <a:pt x="245095" y="1114572"/>
                  </a:lnTo>
                  <a:lnTo>
                    <a:pt x="230104" y="1121965"/>
                  </a:lnTo>
                  <a:lnTo>
                    <a:pt x="216338" y="1132138"/>
                  </a:lnTo>
                  <a:lnTo>
                    <a:pt x="204177" y="1144914"/>
                  </a:lnTo>
                  <a:lnTo>
                    <a:pt x="193980" y="1160074"/>
                  </a:lnTo>
                  <a:lnTo>
                    <a:pt x="186076" y="1177353"/>
                  </a:lnTo>
                  <a:lnTo>
                    <a:pt x="180762" y="1196445"/>
                  </a:lnTo>
                  <a:lnTo>
                    <a:pt x="178298" y="1217011"/>
                  </a:lnTo>
                  <a:lnTo>
                    <a:pt x="178899" y="1238679"/>
                  </a:lnTo>
                  <a:lnTo>
                    <a:pt x="182740" y="1261050"/>
                  </a:lnTo>
                  <a:lnTo>
                    <a:pt x="189944" y="1283703"/>
                  </a:lnTo>
                  <a:lnTo>
                    <a:pt x="200585" y="1306204"/>
                  </a:lnTo>
                  <a:lnTo>
                    <a:pt x="214685" y="1328105"/>
                  </a:lnTo>
                  <a:lnTo>
                    <a:pt x="232211" y="1348957"/>
                  </a:lnTo>
                  <a:lnTo>
                    <a:pt x="253077" y="1368311"/>
                  </a:lnTo>
                  <a:lnTo>
                    <a:pt x="277145" y="1385726"/>
                  </a:lnTo>
                  <a:lnTo>
                    <a:pt x="304221" y="1400777"/>
                  </a:lnTo>
                  <a:lnTo>
                    <a:pt x="334061" y="1413057"/>
                  </a:lnTo>
                  <a:lnTo>
                    <a:pt x="366374" y="1422187"/>
                  </a:lnTo>
                  <a:lnTo>
                    <a:pt x="400818" y="1427818"/>
                  </a:lnTo>
                  <a:lnTo>
                    <a:pt x="437013" y="1429639"/>
                  </a:lnTo>
                  <a:lnTo>
                    <a:pt x="474537" y="1427379"/>
                  </a:lnTo>
                  <a:lnTo>
                    <a:pt x="512934" y="1420816"/>
                  </a:lnTo>
                  <a:lnTo>
                    <a:pt x="551721" y="1409776"/>
                  </a:lnTo>
                  <a:lnTo>
                    <a:pt x="590388" y="1394140"/>
                  </a:lnTo>
                  <a:lnTo>
                    <a:pt x="628410" y="1373844"/>
                  </a:lnTo>
                  <a:lnTo>
                    <a:pt x="665247" y="1348884"/>
                  </a:lnTo>
                  <a:lnTo>
                    <a:pt x="700358" y="1319316"/>
                  </a:lnTo>
                  <a:lnTo>
                    <a:pt x="733198" y="1285257"/>
                  </a:lnTo>
                  <a:lnTo>
                    <a:pt x="763235" y="1246885"/>
                  </a:lnTo>
                  <a:lnTo>
                    <a:pt x="789948" y="1204440"/>
                  </a:lnTo>
                  <a:lnTo>
                    <a:pt x="812838" y="1158220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647161" y="7497381"/>
              <a:ext cx="750262" cy="1385726"/>
            </a:xfrm>
            <a:custGeom>
              <a:avLst/>
              <a:pathLst>
                <a:path w="750262" h="1385726">
                  <a:moveTo>
                    <a:pt x="195971" y="0"/>
                  </a:moveTo>
                  <a:lnTo>
                    <a:pt x="231109" y="35218"/>
                  </a:lnTo>
                  <a:lnTo>
                    <a:pt x="263944" y="71511"/>
                  </a:lnTo>
                  <a:lnTo>
                    <a:pt x="294444" y="108767"/>
                  </a:lnTo>
                  <a:lnTo>
                    <a:pt x="322582" y="146871"/>
                  </a:lnTo>
                  <a:lnTo>
                    <a:pt x="348338" y="185709"/>
                  </a:lnTo>
                  <a:lnTo>
                    <a:pt x="371693" y="225166"/>
                  </a:lnTo>
                  <a:lnTo>
                    <a:pt x="392637" y="265126"/>
                  </a:lnTo>
                  <a:lnTo>
                    <a:pt x="411162" y="305475"/>
                  </a:lnTo>
                  <a:lnTo>
                    <a:pt x="427268" y="346098"/>
                  </a:lnTo>
                  <a:lnTo>
                    <a:pt x="440956" y="386878"/>
                  </a:lnTo>
                  <a:lnTo>
                    <a:pt x="452235" y="427703"/>
                  </a:lnTo>
                  <a:lnTo>
                    <a:pt x="461118" y="468459"/>
                  </a:lnTo>
                  <a:lnTo>
                    <a:pt x="467623" y="509032"/>
                  </a:lnTo>
                  <a:lnTo>
                    <a:pt x="471772" y="549312"/>
                  </a:lnTo>
                  <a:lnTo>
                    <a:pt x="473592" y="589188"/>
                  </a:lnTo>
                  <a:lnTo>
                    <a:pt x="473116" y="628551"/>
                  </a:lnTo>
                  <a:lnTo>
                    <a:pt x="470380" y="667295"/>
                  </a:lnTo>
                  <a:lnTo>
                    <a:pt x="465425" y="705314"/>
                  </a:lnTo>
                  <a:lnTo>
                    <a:pt x="458296" y="742506"/>
                  </a:lnTo>
                  <a:lnTo>
                    <a:pt x="449044" y="778770"/>
                  </a:lnTo>
                  <a:lnTo>
                    <a:pt x="437722" y="814006"/>
                  </a:lnTo>
                  <a:lnTo>
                    <a:pt x="424389" y="848120"/>
                  </a:lnTo>
                  <a:lnTo>
                    <a:pt x="409107" y="881018"/>
                  </a:lnTo>
                  <a:lnTo>
                    <a:pt x="391942" y="912610"/>
                  </a:lnTo>
                  <a:lnTo>
                    <a:pt x="419375" y="910662"/>
                  </a:lnTo>
                  <a:lnTo>
                    <a:pt x="447699" y="911365"/>
                  </a:lnTo>
                  <a:lnTo>
                    <a:pt x="476692" y="914813"/>
                  </a:lnTo>
                  <a:lnTo>
                    <a:pt x="506124" y="921087"/>
                  </a:lnTo>
                  <a:lnTo>
                    <a:pt x="535755" y="930248"/>
                  </a:lnTo>
                  <a:lnTo>
                    <a:pt x="565344" y="942340"/>
                  </a:lnTo>
                  <a:lnTo>
                    <a:pt x="594641" y="957385"/>
                  </a:lnTo>
                  <a:lnTo>
                    <a:pt x="623396" y="975390"/>
                  </a:lnTo>
                  <a:lnTo>
                    <a:pt x="651357" y="996338"/>
                  </a:lnTo>
                  <a:lnTo>
                    <a:pt x="678273" y="1020196"/>
                  </a:lnTo>
                  <a:lnTo>
                    <a:pt x="703893" y="1046908"/>
                  </a:lnTo>
                  <a:lnTo>
                    <a:pt x="727970" y="1076401"/>
                  </a:lnTo>
                  <a:lnTo>
                    <a:pt x="750262" y="1108581"/>
                  </a:lnTo>
                  <a:lnTo>
                    <a:pt x="720640" y="1130281"/>
                  </a:lnTo>
                  <a:lnTo>
                    <a:pt x="690221" y="1149536"/>
                  </a:lnTo>
                  <a:lnTo>
                    <a:pt x="659157" y="1166317"/>
                  </a:lnTo>
                  <a:lnTo>
                    <a:pt x="627601" y="1180607"/>
                  </a:lnTo>
                  <a:lnTo>
                    <a:pt x="595703" y="1192396"/>
                  </a:lnTo>
                  <a:lnTo>
                    <a:pt x="563617" y="1201682"/>
                  </a:lnTo>
                  <a:lnTo>
                    <a:pt x="531496" y="1208471"/>
                  </a:lnTo>
                  <a:lnTo>
                    <a:pt x="499488" y="1212779"/>
                  </a:lnTo>
                  <a:lnTo>
                    <a:pt x="467746" y="1214628"/>
                  </a:lnTo>
                  <a:lnTo>
                    <a:pt x="436415" y="1214050"/>
                  </a:lnTo>
                  <a:lnTo>
                    <a:pt x="405642" y="1211083"/>
                  </a:lnTo>
                  <a:lnTo>
                    <a:pt x="375570" y="1205775"/>
                  </a:lnTo>
                  <a:lnTo>
                    <a:pt x="346339" y="1198181"/>
                  </a:lnTo>
                  <a:lnTo>
                    <a:pt x="318085" y="1188362"/>
                  </a:lnTo>
                  <a:lnTo>
                    <a:pt x="290941" y="1176388"/>
                  </a:lnTo>
                  <a:lnTo>
                    <a:pt x="265036" y="1162337"/>
                  </a:lnTo>
                  <a:lnTo>
                    <a:pt x="240494" y="1146290"/>
                  </a:lnTo>
                  <a:lnTo>
                    <a:pt x="217434" y="1128339"/>
                  </a:lnTo>
                  <a:lnTo>
                    <a:pt x="195971" y="1108581"/>
                  </a:lnTo>
                  <a:lnTo>
                    <a:pt x="212470" y="1127622"/>
                  </a:lnTo>
                  <a:lnTo>
                    <a:pt x="226168" y="1148920"/>
                  </a:lnTo>
                  <a:lnTo>
                    <a:pt x="236835" y="1172167"/>
                  </a:lnTo>
                  <a:lnTo>
                    <a:pt x="244270" y="1197033"/>
                  </a:lnTo>
                  <a:lnTo>
                    <a:pt x="248303" y="1223172"/>
                  </a:lnTo>
                  <a:lnTo>
                    <a:pt x="248799" y="1250220"/>
                  </a:lnTo>
                  <a:lnTo>
                    <a:pt x="245659" y="1277802"/>
                  </a:lnTo>
                  <a:lnTo>
                    <a:pt x="238816" y="1305535"/>
                  </a:lnTo>
                  <a:lnTo>
                    <a:pt x="228241" y="1333028"/>
                  </a:lnTo>
                  <a:lnTo>
                    <a:pt x="213945" y="1359889"/>
                  </a:lnTo>
                  <a:lnTo>
                    <a:pt x="195971" y="1385726"/>
                  </a:lnTo>
                  <a:lnTo>
                    <a:pt x="177997" y="1359889"/>
                  </a:lnTo>
                  <a:lnTo>
                    <a:pt x="163700" y="1333028"/>
                  </a:lnTo>
                  <a:lnTo>
                    <a:pt x="153126" y="1305535"/>
                  </a:lnTo>
                  <a:lnTo>
                    <a:pt x="146283" y="1277802"/>
                  </a:lnTo>
                  <a:lnTo>
                    <a:pt x="143142" y="1250220"/>
                  </a:lnTo>
                  <a:lnTo>
                    <a:pt x="143639" y="1223172"/>
                  </a:lnTo>
                  <a:lnTo>
                    <a:pt x="147672" y="1197033"/>
                  </a:lnTo>
                  <a:lnTo>
                    <a:pt x="155106" y="1172167"/>
                  </a:lnTo>
                  <a:lnTo>
                    <a:pt x="165773" y="1148920"/>
                  </a:lnTo>
                  <a:lnTo>
                    <a:pt x="179472" y="1127622"/>
                  </a:lnTo>
                  <a:lnTo>
                    <a:pt x="195971" y="1108581"/>
                  </a:lnTo>
                  <a:lnTo>
                    <a:pt x="195971" y="1108581"/>
                  </a:lnTo>
                  <a:lnTo>
                    <a:pt x="170840" y="1106783"/>
                  </a:lnTo>
                  <a:lnTo>
                    <a:pt x="146094" y="1101410"/>
                  </a:lnTo>
                  <a:lnTo>
                    <a:pt x="122113" y="1092514"/>
                  </a:lnTo>
                  <a:lnTo>
                    <a:pt x="99273" y="1080188"/>
                  </a:lnTo>
                  <a:lnTo>
                    <a:pt x="77938" y="1064557"/>
                  </a:lnTo>
                  <a:lnTo>
                    <a:pt x="58462" y="1045783"/>
                  </a:lnTo>
                  <a:lnTo>
                    <a:pt x="41179" y="1024058"/>
                  </a:lnTo>
                  <a:lnTo>
                    <a:pt x="26408" y="999609"/>
                  </a:lnTo>
                  <a:lnTo>
                    <a:pt x="14444" y="972692"/>
                  </a:lnTo>
                  <a:lnTo>
                    <a:pt x="5560" y="943589"/>
                  </a:lnTo>
                  <a:lnTo>
                    <a:pt x="0" y="912610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36582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811531" y="746577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007502" y="837838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615559" y="837838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811531" y="8851506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843132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843132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1843132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1843132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1843132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1059247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34551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1059247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1711093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490871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982204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481773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1701994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709069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47390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718168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16833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167364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01" name="rc401"/>
            <p:cNvSpPr/>
            <p:nvPr/>
          </p:nvSpPr>
          <p:spPr>
            <a:xfrm>
              <a:off x="3326634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3326634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3654633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4" name="tx404"/>
            <p:cNvSpPr/>
            <p:nvPr/>
          </p:nvSpPr>
          <p:spPr>
            <a:xfrm>
              <a:off x="4493519" y="6921429"/>
              <a:ext cx="121331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 (n=8)</a:t>
              </a:r>
            </a:p>
          </p:txBody>
        </p:sp>
        <p:sp>
          <p:nvSpPr>
            <p:cNvPr id="405" name="rc405"/>
            <p:cNvSpPr/>
            <p:nvPr/>
          </p:nvSpPr>
          <p:spPr>
            <a:xfrm>
              <a:off x="3714451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100177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5100177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5100177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5100177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5100177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218306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853023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218306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4545957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991736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853180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458061" y="8051671"/>
              <a:ext cx="854234" cy="1662872"/>
            </a:xfrm>
            <a:custGeom>
              <a:avLst/>
              <a:pathLst>
                <a:path w="854234" h="1662872">
                  <a:moveTo>
                    <a:pt x="642116" y="554290"/>
                  </a:moveTo>
                  <a:lnTo>
                    <a:pt x="666159" y="552646"/>
                  </a:lnTo>
                  <a:lnTo>
                    <a:pt x="689866" y="547727"/>
                  </a:lnTo>
                  <a:lnTo>
                    <a:pt x="712902" y="539581"/>
                  </a:lnTo>
                  <a:lnTo>
                    <a:pt x="734939" y="528282"/>
                  </a:lnTo>
                  <a:lnTo>
                    <a:pt x="755656" y="513938"/>
                  </a:lnTo>
                  <a:lnTo>
                    <a:pt x="774742" y="496682"/>
                  </a:lnTo>
                  <a:lnTo>
                    <a:pt x="791899" y="476679"/>
                  </a:lnTo>
                  <a:lnTo>
                    <a:pt x="806845" y="454116"/>
                  </a:lnTo>
                  <a:lnTo>
                    <a:pt x="819313" y="429210"/>
                  </a:lnTo>
                  <a:lnTo>
                    <a:pt x="829059" y="402201"/>
                  </a:lnTo>
                  <a:lnTo>
                    <a:pt x="835857" y="373348"/>
                  </a:lnTo>
                  <a:lnTo>
                    <a:pt x="839507" y="342936"/>
                  </a:lnTo>
                  <a:lnTo>
                    <a:pt x="839832" y="311264"/>
                  </a:lnTo>
                  <a:lnTo>
                    <a:pt x="836684" y="278649"/>
                  </a:lnTo>
                  <a:lnTo>
                    <a:pt x="829942" y="245423"/>
                  </a:lnTo>
                  <a:lnTo>
                    <a:pt x="819514" y="211927"/>
                  </a:lnTo>
                  <a:lnTo>
                    <a:pt x="805338" y="178515"/>
                  </a:lnTo>
                  <a:lnTo>
                    <a:pt x="787384" y="145544"/>
                  </a:lnTo>
                  <a:lnTo>
                    <a:pt x="765654" y="113378"/>
                  </a:lnTo>
                  <a:lnTo>
                    <a:pt x="740180" y="82380"/>
                  </a:lnTo>
                  <a:lnTo>
                    <a:pt x="711028" y="52912"/>
                  </a:lnTo>
                  <a:lnTo>
                    <a:pt x="678297" y="25335"/>
                  </a:lnTo>
                  <a:lnTo>
                    <a:pt x="642116" y="0"/>
                  </a:lnTo>
                  <a:lnTo>
                    <a:pt x="663816" y="29621"/>
                  </a:lnTo>
                  <a:lnTo>
                    <a:pt x="683070" y="60040"/>
                  </a:lnTo>
                  <a:lnTo>
                    <a:pt x="699852" y="91104"/>
                  </a:lnTo>
                  <a:lnTo>
                    <a:pt x="714142" y="122661"/>
                  </a:lnTo>
                  <a:lnTo>
                    <a:pt x="725931" y="154558"/>
                  </a:lnTo>
                  <a:lnTo>
                    <a:pt x="735216" y="186644"/>
                  </a:lnTo>
                  <a:lnTo>
                    <a:pt x="742006" y="218765"/>
                  </a:lnTo>
                  <a:lnTo>
                    <a:pt x="746313" y="250773"/>
                  </a:lnTo>
                  <a:lnTo>
                    <a:pt x="748163" y="282515"/>
                  </a:lnTo>
                  <a:lnTo>
                    <a:pt x="747584" y="313846"/>
                  </a:lnTo>
                  <a:lnTo>
                    <a:pt x="744618" y="344619"/>
                  </a:lnTo>
                  <a:lnTo>
                    <a:pt x="739310" y="374691"/>
                  </a:lnTo>
                  <a:lnTo>
                    <a:pt x="731716" y="403922"/>
                  </a:lnTo>
                  <a:lnTo>
                    <a:pt x="721897" y="432176"/>
                  </a:lnTo>
                  <a:lnTo>
                    <a:pt x="709923" y="459320"/>
                  </a:lnTo>
                  <a:lnTo>
                    <a:pt x="695871" y="485225"/>
                  </a:lnTo>
                  <a:lnTo>
                    <a:pt x="679825" y="509767"/>
                  </a:lnTo>
                  <a:lnTo>
                    <a:pt x="661874" y="532827"/>
                  </a:lnTo>
                  <a:lnTo>
                    <a:pt x="642116" y="554290"/>
                  </a:lnTo>
                  <a:lnTo>
                    <a:pt x="650524" y="548403"/>
                  </a:lnTo>
                  <a:lnTo>
                    <a:pt x="660722" y="545614"/>
                  </a:lnTo>
                  <a:lnTo>
                    <a:pt x="671860" y="546320"/>
                  </a:lnTo>
                  <a:lnTo>
                    <a:pt x="683018" y="550712"/>
                  </a:lnTo>
                  <a:lnTo>
                    <a:pt x="693244" y="558763"/>
                  </a:lnTo>
                  <a:lnTo>
                    <a:pt x="701605" y="570230"/>
                  </a:lnTo>
                  <a:lnTo>
                    <a:pt x="707236" y="584656"/>
                  </a:lnTo>
                  <a:lnTo>
                    <a:pt x="709382" y="601391"/>
                  </a:lnTo>
                  <a:lnTo>
                    <a:pt x="707439" y="619614"/>
                  </a:lnTo>
                  <a:lnTo>
                    <a:pt x="700991" y="638373"/>
                  </a:lnTo>
                  <a:lnTo>
                    <a:pt x="689834" y="656622"/>
                  </a:lnTo>
                  <a:lnTo>
                    <a:pt x="673996" y="673269"/>
                  </a:lnTo>
                  <a:lnTo>
                    <a:pt x="653746" y="687223"/>
                  </a:lnTo>
                  <a:lnTo>
                    <a:pt x="629591" y="697448"/>
                  </a:lnTo>
                  <a:lnTo>
                    <a:pt x="602265" y="703013"/>
                  </a:lnTo>
                  <a:lnTo>
                    <a:pt x="572707" y="703137"/>
                  </a:lnTo>
                  <a:lnTo>
                    <a:pt x="542027" y="697231"/>
                  </a:lnTo>
                  <a:lnTo>
                    <a:pt x="511468" y="684938"/>
                  </a:lnTo>
                  <a:lnTo>
                    <a:pt x="482358" y="666154"/>
                  </a:lnTo>
                  <a:lnTo>
                    <a:pt x="456057" y="641051"/>
                  </a:lnTo>
                  <a:lnTo>
                    <a:pt x="433903" y="610081"/>
                  </a:lnTo>
                  <a:lnTo>
                    <a:pt x="417153" y="573972"/>
                  </a:lnTo>
                  <a:lnTo>
                    <a:pt x="406927" y="533714"/>
                  </a:lnTo>
                  <a:lnTo>
                    <a:pt x="404158" y="490530"/>
                  </a:lnTo>
                  <a:lnTo>
                    <a:pt x="409543" y="445840"/>
                  </a:lnTo>
                  <a:lnTo>
                    <a:pt x="423500" y="401214"/>
                  </a:lnTo>
                  <a:lnTo>
                    <a:pt x="446144" y="358319"/>
                  </a:lnTo>
                  <a:lnTo>
                    <a:pt x="425255" y="356596"/>
                  </a:lnTo>
                  <a:lnTo>
                    <a:pt x="403814" y="356407"/>
                  </a:lnTo>
                  <a:lnTo>
                    <a:pt x="381919" y="357799"/>
                  </a:lnTo>
                  <a:lnTo>
                    <a:pt x="359673" y="360812"/>
                  </a:lnTo>
                  <a:lnTo>
                    <a:pt x="337178" y="365481"/>
                  </a:lnTo>
                  <a:lnTo>
                    <a:pt x="314541" y="371832"/>
                  </a:lnTo>
                  <a:lnTo>
                    <a:pt x="291870" y="379889"/>
                  </a:lnTo>
                  <a:lnTo>
                    <a:pt x="269276" y="389665"/>
                  </a:lnTo>
                  <a:lnTo>
                    <a:pt x="246869" y="401171"/>
                  </a:lnTo>
                  <a:lnTo>
                    <a:pt x="224762" y="414407"/>
                  </a:lnTo>
                  <a:lnTo>
                    <a:pt x="203067" y="429370"/>
                  </a:lnTo>
                  <a:lnTo>
                    <a:pt x="181896" y="446048"/>
                  </a:lnTo>
                  <a:lnTo>
                    <a:pt x="161363" y="464422"/>
                  </a:lnTo>
                  <a:lnTo>
                    <a:pt x="141579" y="484468"/>
                  </a:lnTo>
                  <a:lnTo>
                    <a:pt x="122656" y="506155"/>
                  </a:lnTo>
                  <a:lnTo>
                    <a:pt x="104702" y="529444"/>
                  </a:lnTo>
                  <a:lnTo>
                    <a:pt x="87825" y="554290"/>
                  </a:lnTo>
                  <a:lnTo>
                    <a:pt x="72131" y="580642"/>
                  </a:lnTo>
                  <a:lnTo>
                    <a:pt x="57723" y="608442"/>
                  </a:lnTo>
                  <a:lnTo>
                    <a:pt x="44701" y="637626"/>
                  </a:lnTo>
                  <a:lnTo>
                    <a:pt x="33163" y="668123"/>
                  </a:lnTo>
                  <a:lnTo>
                    <a:pt x="23200" y="699858"/>
                  </a:lnTo>
                  <a:lnTo>
                    <a:pt x="14903" y="732748"/>
                  </a:lnTo>
                  <a:lnTo>
                    <a:pt x="8356" y="766705"/>
                  </a:lnTo>
                  <a:lnTo>
                    <a:pt x="3641" y="801637"/>
                  </a:lnTo>
                  <a:lnTo>
                    <a:pt x="832" y="837445"/>
                  </a:lnTo>
                  <a:lnTo>
                    <a:pt x="0" y="874026"/>
                  </a:lnTo>
                  <a:lnTo>
                    <a:pt x="1209" y="911273"/>
                  </a:lnTo>
                  <a:lnTo>
                    <a:pt x="4519" y="949074"/>
                  </a:lnTo>
                  <a:lnTo>
                    <a:pt x="9982" y="987312"/>
                  </a:lnTo>
                  <a:lnTo>
                    <a:pt x="17645" y="1025869"/>
                  </a:lnTo>
                  <a:lnTo>
                    <a:pt x="27548" y="1064621"/>
                  </a:lnTo>
                  <a:lnTo>
                    <a:pt x="39725" y="1103442"/>
                  </a:lnTo>
                  <a:lnTo>
                    <a:pt x="54202" y="1142204"/>
                  </a:lnTo>
                  <a:lnTo>
                    <a:pt x="70998" y="1180777"/>
                  </a:lnTo>
                  <a:lnTo>
                    <a:pt x="90126" y="1219027"/>
                  </a:lnTo>
                  <a:lnTo>
                    <a:pt x="111590" y="1256820"/>
                  </a:lnTo>
                  <a:lnTo>
                    <a:pt x="135388" y="1294021"/>
                  </a:lnTo>
                  <a:lnTo>
                    <a:pt x="161510" y="1330495"/>
                  </a:lnTo>
                  <a:lnTo>
                    <a:pt x="189937" y="1366106"/>
                  </a:lnTo>
                  <a:lnTo>
                    <a:pt x="220646" y="1400716"/>
                  </a:lnTo>
                  <a:lnTo>
                    <a:pt x="253601" y="1434191"/>
                  </a:lnTo>
                  <a:lnTo>
                    <a:pt x="288764" y="1466397"/>
                  </a:lnTo>
                  <a:lnTo>
                    <a:pt x="326084" y="1497201"/>
                  </a:lnTo>
                  <a:lnTo>
                    <a:pt x="365507" y="1526470"/>
                  </a:lnTo>
                  <a:lnTo>
                    <a:pt x="406968" y="1554077"/>
                  </a:lnTo>
                  <a:lnTo>
                    <a:pt x="450397" y="1579896"/>
                  </a:lnTo>
                  <a:lnTo>
                    <a:pt x="495715" y="1603802"/>
                  </a:lnTo>
                  <a:lnTo>
                    <a:pt x="542837" y="1625676"/>
                  </a:lnTo>
                  <a:lnTo>
                    <a:pt x="591670" y="1645403"/>
                  </a:lnTo>
                  <a:lnTo>
                    <a:pt x="642116" y="1662872"/>
                  </a:lnTo>
                  <a:lnTo>
                    <a:pt x="668471" y="1627905"/>
                  </a:lnTo>
                  <a:lnTo>
                    <a:pt x="693111" y="1592333"/>
                  </a:lnTo>
                  <a:lnTo>
                    <a:pt x="716022" y="1556220"/>
                  </a:lnTo>
                  <a:lnTo>
                    <a:pt x="737193" y="1519628"/>
                  </a:lnTo>
                  <a:lnTo>
                    <a:pt x="756614" y="1482621"/>
                  </a:lnTo>
                  <a:lnTo>
                    <a:pt x="774279" y="1445264"/>
                  </a:lnTo>
                  <a:lnTo>
                    <a:pt x="790182" y="1407619"/>
                  </a:lnTo>
                  <a:lnTo>
                    <a:pt x="804321" y="1369750"/>
                  </a:lnTo>
                  <a:lnTo>
                    <a:pt x="816694" y="1331723"/>
                  </a:lnTo>
                  <a:lnTo>
                    <a:pt x="827303" y="1293599"/>
                  </a:lnTo>
                  <a:lnTo>
                    <a:pt x="836151" y="1255444"/>
                  </a:lnTo>
                  <a:lnTo>
                    <a:pt x="843243" y="1217319"/>
                  </a:lnTo>
                  <a:lnTo>
                    <a:pt x="848587" y="1179289"/>
                  </a:lnTo>
                  <a:lnTo>
                    <a:pt x="852192" y="1141415"/>
                  </a:lnTo>
                  <a:lnTo>
                    <a:pt x="854070" y="1103761"/>
                  </a:lnTo>
                  <a:lnTo>
                    <a:pt x="854234" y="1066388"/>
                  </a:lnTo>
                  <a:lnTo>
                    <a:pt x="852698" y="1029357"/>
                  </a:lnTo>
                  <a:lnTo>
                    <a:pt x="849482" y="992729"/>
                  </a:lnTo>
                  <a:lnTo>
                    <a:pt x="844603" y="956564"/>
                  </a:lnTo>
                  <a:lnTo>
                    <a:pt x="838084" y="920921"/>
                  </a:lnTo>
                  <a:lnTo>
                    <a:pt x="829947" y="885858"/>
                  </a:lnTo>
                  <a:lnTo>
                    <a:pt x="820217" y="851435"/>
                  </a:lnTo>
                  <a:lnTo>
                    <a:pt x="808922" y="817706"/>
                  </a:lnTo>
                  <a:lnTo>
                    <a:pt x="796089" y="784728"/>
                  </a:lnTo>
                  <a:lnTo>
                    <a:pt x="781750" y="752556"/>
                  </a:lnTo>
                  <a:lnTo>
                    <a:pt x="765937" y="721244"/>
                  </a:lnTo>
                  <a:lnTo>
                    <a:pt x="748684" y="690844"/>
                  </a:lnTo>
                  <a:lnTo>
                    <a:pt x="730025" y="661408"/>
                  </a:lnTo>
                  <a:lnTo>
                    <a:pt x="710000" y="632987"/>
                  </a:lnTo>
                  <a:lnTo>
                    <a:pt x="688646" y="605628"/>
                  </a:lnTo>
                  <a:lnTo>
                    <a:pt x="666004" y="579380"/>
                  </a:lnTo>
                  <a:lnTo>
                    <a:pt x="642116" y="554290"/>
                  </a:lnTo>
                  <a:lnTo>
                    <a:pt x="623075" y="570789"/>
                  </a:lnTo>
                  <a:lnTo>
                    <a:pt x="601776" y="584488"/>
                  </a:lnTo>
                  <a:lnTo>
                    <a:pt x="578529" y="595155"/>
                  </a:lnTo>
                  <a:lnTo>
                    <a:pt x="553663" y="602589"/>
                  </a:lnTo>
                  <a:lnTo>
                    <a:pt x="527525" y="606622"/>
                  </a:lnTo>
                  <a:lnTo>
                    <a:pt x="500477" y="607119"/>
                  </a:lnTo>
                  <a:lnTo>
                    <a:pt x="472894" y="603978"/>
                  </a:lnTo>
                  <a:lnTo>
                    <a:pt x="445162" y="597135"/>
                  </a:lnTo>
                  <a:lnTo>
                    <a:pt x="417668" y="586561"/>
                  </a:lnTo>
                  <a:lnTo>
                    <a:pt x="390807" y="572264"/>
                  </a:lnTo>
                  <a:lnTo>
                    <a:pt x="364970" y="554290"/>
                  </a:lnTo>
                  <a:lnTo>
                    <a:pt x="382069" y="595478"/>
                  </a:lnTo>
                  <a:lnTo>
                    <a:pt x="404893" y="631369"/>
                  </a:lnTo>
                  <a:lnTo>
                    <a:pt x="432218" y="661238"/>
                  </a:lnTo>
                  <a:lnTo>
                    <a:pt x="462743" y="684612"/>
                  </a:lnTo>
                  <a:lnTo>
                    <a:pt x="495137" y="701269"/>
                  </a:lnTo>
                  <a:lnTo>
                    <a:pt x="528084" y="711241"/>
                  </a:lnTo>
                  <a:lnTo>
                    <a:pt x="560332" y="714800"/>
                  </a:lnTo>
                  <a:lnTo>
                    <a:pt x="590730" y="712439"/>
                  </a:lnTo>
                  <a:lnTo>
                    <a:pt x="618270" y="704843"/>
                  </a:lnTo>
                  <a:lnTo>
                    <a:pt x="642116" y="692863"/>
                  </a:lnTo>
                  <a:lnTo>
                    <a:pt x="661625" y="677470"/>
                  </a:lnTo>
                  <a:lnTo>
                    <a:pt x="676373" y="659723"/>
                  </a:lnTo>
                  <a:lnTo>
                    <a:pt x="686153" y="640719"/>
                  </a:lnTo>
                  <a:lnTo>
                    <a:pt x="690986" y="621555"/>
                  </a:lnTo>
                  <a:lnTo>
                    <a:pt x="691109" y="603283"/>
                  </a:lnTo>
                  <a:lnTo>
                    <a:pt x="686959" y="586871"/>
                  </a:lnTo>
                  <a:lnTo>
                    <a:pt x="679156" y="573163"/>
                  </a:lnTo>
                  <a:lnTo>
                    <a:pt x="668474" y="562854"/>
                  </a:lnTo>
                  <a:lnTo>
                    <a:pt x="655802" y="556458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823032" y="8051671"/>
              <a:ext cx="489263" cy="1662872"/>
            </a:xfrm>
            <a:custGeom>
              <a:avLst/>
              <a:pathLst>
                <a:path w="489263" h="1662872">
                  <a:moveTo>
                    <a:pt x="277145" y="0"/>
                  </a:moveTo>
                  <a:lnTo>
                    <a:pt x="298845" y="29621"/>
                  </a:lnTo>
                  <a:lnTo>
                    <a:pt x="318100" y="60040"/>
                  </a:lnTo>
                  <a:lnTo>
                    <a:pt x="334881" y="91104"/>
                  </a:lnTo>
                  <a:lnTo>
                    <a:pt x="349171" y="122661"/>
                  </a:lnTo>
                  <a:lnTo>
                    <a:pt x="360960" y="154558"/>
                  </a:lnTo>
                  <a:lnTo>
                    <a:pt x="370246" y="186644"/>
                  </a:lnTo>
                  <a:lnTo>
                    <a:pt x="377035" y="218765"/>
                  </a:lnTo>
                  <a:lnTo>
                    <a:pt x="381343" y="250773"/>
                  </a:lnTo>
                  <a:lnTo>
                    <a:pt x="383192" y="282515"/>
                  </a:lnTo>
                  <a:lnTo>
                    <a:pt x="382613" y="313846"/>
                  </a:lnTo>
                  <a:lnTo>
                    <a:pt x="379647" y="344619"/>
                  </a:lnTo>
                  <a:lnTo>
                    <a:pt x="374339" y="374691"/>
                  </a:lnTo>
                  <a:lnTo>
                    <a:pt x="366745" y="403922"/>
                  </a:lnTo>
                  <a:lnTo>
                    <a:pt x="356926" y="432176"/>
                  </a:lnTo>
                  <a:lnTo>
                    <a:pt x="344952" y="459320"/>
                  </a:lnTo>
                  <a:lnTo>
                    <a:pt x="330900" y="485225"/>
                  </a:lnTo>
                  <a:lnTo>
                    <a:pt x="314854" y="509767"/>
                  </a:lnTo>
                  <a:lnTo>
                    <a:pt x="296903" y="532827"/>
                  </a:lnTo>
                  <a:lnTo>
                    <a:pt x="277145" y="554290"/>
                  </a:lnTo>
                  <a:lnTo>
                    <a:pt x="277145" y="554290"/>
                  </a:lnTo>
                  <a:lnTo>
                    <a:pt x="277145" y="554290"/>
                  </a:lnTo>
                  <a:lnTo>
                    <a:pt x="301033" y="579380"/>
                  </a:lnTo>
                  <a:lnTo>
                    <a:pt x="323675" y="605628"/>
                  </a:lnTo>
                  <a:lnTo>
                    <a:pt x="345029" y="632987"/>
                  </a:lnTo>
                  <a:lnTo>
                    <a:pt x="365054" y="661408"/>
                  </a:lnTo>
                  <a:lnTo>
                    <a:pt x="383713" y="690844"/>
                  </a:lnTo>
                  <a:lnTo>
                    <a:pt x="400966" y="721244"/>
                  </a:lnTo>
                  <a:lnTo>
                    <a:pt x="416780" y="752556"/>
                  </a:lnTo>
                  <a:lnTo>
                    <a:pt x="431119" y="784728"/>
                  </a:lnTo>
                  <a:lnTo>
                    <a:pt x="443951" y="817706"/>
                  </a:lnTo>
                  <a:lnTo>
                    <a:pt x="455246" y="851435"/>
                  </a:lnTo>
                  <a:lnTo>
                    <a:pt x="464976" y="885858"/>
                  </a:lnTo>
                  <a:lnTo>
                    <a:pt x="473113" y="920921"/>
                  </a:lnTo>
                  <a:lnTo>
                    <a:pt x="479632" y="956564"/>
                  </a:lnTo>
                  <a:lnTo>
                    <a:pt x="484511" y="992729"/>
                  </a:lnTo>
                  <a:lnTo>
                    <a:pt x="487727" y="1029357"/>
                  </a:lnTo>
                  <a:lnTo>
                    <a:pt x="489263" y="1066388"/>
                  </a:lnTo>
                  <a:lnTo>
                    <a:pt x="489099" y="1103761"/>
                  </a:lnTo>
                  <a:lnTo>
                    <a:pt x="487222" y="1141415"/>
                  </a:lnTo>
                  <a:lnTo>
                    <a:pt x="483617" y="1179289"/>
                  </a:lnTo>
                  <a:lnTo>
                    <a:pt x="478272" y="1217319"/>
                  </a:lnTo>
                  <a:lnTo>
                    <a:pt x="471180" y="1255444"/>
                  </a:lnTo>
                  <a:lnTo>
                    <a:pt x="462332" y="1293599"/>
                  </a:lnTo>
                  <a:lnTo>
                    <a:pt x="451723" y="1331723"/>
                  </a:lnTo>
                  <a:lnTo>
                    <a:pt x="439350" y="1369750"/>
                  </a:lnTo>
                  <a:lnTo>
                    <a:pt x="425211" y="1407619"/>
                  </a:lnTo>
                  <a:lnTo>
                    <a:pt x="409308" y="1445264"/>
                  </a:lnTo>
                  <a:lnTo>
                    <a:pt x="391644" y="1482621"/>
                  </a:lnTo>
                  <a:lnTo>
                    <a:pt x="372222" y="1519628"/>
                  </a:lnTo>
                  <a:lnTo>
                    <a:pt x="351052" y="1556220"/>
                  </a:lnTo>
                  <a:lnTo>
                    <a:pt x="328141" y="1592333"/>
                  </a:lnTo>
                  <a:lnTo>
                    <a:pt x="303501" y="1627905"/>
                  </a:lnTo>
                  <a:lnTo>
                    <a:pt x="277145" y="1662872"/>
                  </a:lnTo>
                  <a:lnTo>
                    <a:pt x="250789" y="1627905"/>
                  </a:lnTo>
                  <a:lnTo>
                    <a:pt x="226149" y="1592333"/>
                  </a:lnTo>
                  <a:lnTo>
                    <a:pt x="203238" y="1556220"/>
                  </a:lnTo>
                  <a:lnTo>
                    <a:pt x="182067" y="1519628"/>
                  </a:lnTo>
                  <a:lnTo>
                    <a:pt x="162646" y="1482621"/>
                  </a:lnTo>
                  <a:lnTo>
                    <a:pt x="144981" y="1445264"/>
                  </a:lnTo>
                  <a:lnTo>
                    <a:pt x="129078" y="1407619"/>
                  </a:lnTo>
                  <a:lnTo>
                    <a:pt x="114940" y="1369750"/>
                  </a:lnTo>
                  <a:lnTo>
                    <a:pt x="102567" y="1331723"/>
                  </a:lnTo>
                  <a:lnTo>
                    <a:pt x="91958" y="1293599"/>
                  </a:lnTo>
                  <a:lnTo>
                    <a:pt x="83110" y="1255444"/>
                  </a:lnTo>
                  <a:lnTo>
                    <a:pt x="76017" y="1217319"/>
                  </a:lnTo>
                  <a:lnTo>
                    <a:pt x="70673" y="1179289"/>
                  </a:lnTo>
                  <a:lnTo>
                    <a:pt x="67068" y="1141415"/>
                  </a:lnTo>
                  <a:lnTo>
                    <a:pt x="65190" y="1103761"/>
                  </a:lnTo>
                  <a:lnTo>
                    <a:pt x="65027" y="1066388"/>
                  </a:lnTo>
                  <a:lnTo>
                    <a:pt x="66562" y="1029357"/>
                  </a:lnTo>
                  <a:lnTo>
                    <a:pt x="69779" y="992729"/>
                  </a:lnTo>
                  <a:lnTo>
                    <a:pt x="74657" y="956564"/>
                  </a:lnTo>
                  <a:lnTo>
                    <a:pt x="81177" y="920921"/>
                  </a:lnTo>
                  <a:lnTo>
                    <a:pt x="89314" y="885858"/>
                  </a:lnTo>
                  <a:lnTo>
                    <a:pt x="99043" y="851435"/>
                  </a:lnTo>
                  <a:lnTo>
                    <a:pt x="110339" y="817706"/>
                  </a:lnTo>
                  <a:lnTo>
                    <a:pt x="123171" y="784728"/>
                  </a:lnTo>
                  <a:lnTo>
                    <a:pt x="137510" y="752556"/>
                  </a:lnTo>
                  <a:lnTo>
                    <a:pt x="153323" y="721244"/>
                  </a:lnTo>
                  <a:lnTo>
                    <a:pt x="170577" y="690844"/>
                  </a:lnTo>
                  <a:lnTo>
                    <a:pt x="189235" y="661408"/>
                  </a:lnTo>
                  <a:lnTo>
                    <a:pt x="209261" y="632987"/>
                  </a:lnTo>
                  <a:lnTo>
                    <a:pt x="230615" y="605628"/>
                  </a:lnTo>
                  <a:lnTo>
                    <a:pt x="253257" y="579380"/>
                  </a:lnTo>
                  <a:lnTo>
                    <a:pt x="277145" y="554290"/>
                  </a:lnTo>
                  <a:lnTo>
                    <a:pt x="258104" y="570789"/>
                  </a:lnTo>
                  <a:lnTo>
                    <a:pt x="236806" y="584488"/>
                  </a:lnTo>
                  <a:lnTo>
                    <a:pt x="213559" y="595155"/>
                  </a:lnTo>
                  <a:lnTo>
                    <a:pt x="188692" y="602589"/>
                  </a:lnTo>
                  <a:lnTo>
                    <a:pt x="162554" y="606622"/>
                  </a:lnTo>
                  <a:lnTo>
                    <a:pt x="135506" y="607119"/>
                  </a:lnTo>
                  <a:lnTo>
                    <a:pt x="107924" y="603978"/>
                  </a:lnTo>
                  <a:lnTo>
                    <a:pt x="80191" y="597135"/>
                  </a:lnTo>
                  <a:lnTo>
                    <a:pt x="52698" y="586561"/>
                  </a:lnTo>
                  <a:lnTo>
                    <a:pt x="25836" y="572264"/>
                  </a:lnTo>
                  <a:lnTo>
                    <a:pt x="0" y="554290"/>
                  </a:lnTo>
                  <a:lnTo>
                    <a:pt x="1334" y="527125"/>
                  </a:lnTo>
                  <a:lnTo>
                    <a:pt x="5325" y="500222"/>
                  </a:lnTo>
                  <a:lnTo>
                    <a:pt x="11933" y="473839"/>
                  </a:lnTo>
                  <a:lnTo>
                    <a:pt x="21096" y="448231"/>
                  </a:lnTo>
                  <a:lnTo>
                    <a:pt x="32724" y="423645"/>
                  </a:lnTo>
                  <a:lnTo>
                    <a:pt x="46707" y="400316"/>
                  </a:lnTo>
                  <a:lnTo>
                    <a:pt x="62909" y="378471"/>
                  </a:lnTo>
                  <a:lnTo>
                    <a:pt x="81173" y="358319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5068576" y="802007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4872605" y="8378389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068576" y="968294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791431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5100177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5100177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100177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100177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100177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4316292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991596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4316292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4968138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5747916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6239249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5738818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4959040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3966115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3730951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3975213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3473878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3424409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45" name="rc445"/>
            <p:cNvSpPr/>
            <p:nvPr/>
          </p:nvSpPr>
          <p:spPr>
            <a:xfrm>
              <a:off x="6583680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6583680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6911679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7660084" y="6921429"/>
              <a:ext cx="139427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 (n=6)</a:t>
              </a:r>
            </a:p>
          </p:txBody>
        </p:sp>
        <p:sp>
          <p:nvSpPr>
            <p:cNvPr id="449" name="rc449"/>
            <p:cNvSpPr/>
            <p:nvPr/>
          </p:nvSpPr>
          <p:spPr>
            <a:xfrm>
              <a:off x="6971496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8357223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8357223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8357223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8357223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8357223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475352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110069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475352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803002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248781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110226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7334328" y="7822076"/>
              <a:ext cx="1679865" cy="1623444"/>
            </a:xfrm>
            <a:custGeom>
              <a:avLst/>
              <a:pathLst>
                <a:path w="1679865" h="1623444">
                  <a:moveTo>
                    <a:pt x="1022895" y="783885"/>
                  </a:moveTo>
                  <a:lnTo>
                    <a:pt x="1046938" y="782240"/>
                  </a:lnTo>
                  <a:lnTo>
                    <a:pt x="1070645" y="777322"/>
                  </a:lnTo>
                  <a:lnTo>
                    <a:pt x="1093681" y="769175"/>
                  </a:lnTo>
                  <a:lnTo>
                    <a:pt x="1115718" y="757877"/>
                  </a:lnTo>
                  <a:lnTo>
                    <a:pt x="1136435" y="743533"/>
                  </a:lnTo>
                  <a:lnTo>
                    <a:pt x="1155521" y="726277"/>
                  </a:lnTo>
                  <a:lnTo>
                    <a:pt x="1172678" y="706273"/>
                  </a:lnTo>
                  <a:lnTo>
                    <a:pt x="1187624" y="683711"/>
                  </a:lnTo>
                  <a:lnTo>
                    <a:pt x="1200092" y="658805"/>
                  </a:lnTo>
                  <a:lnTo>
                    <a:pt x="1209838" y="631795"/>
                  </a:lnTo>
                  <a:lnTo>
                    <a:pt x="1216636" y="602943"/>
                  </a:lnTo>
                  <a:lnTo>
                    <a:pt x="1220286" y="572531"/>
                  </a:lnTo>
                  <a:lnTo>
                    <a:pt x="1220611" y="540859"/>
                  </a:lnTo>
                  <a:lnTo>
                    <a:pt x="1217463" y="508244"/>
                  </a:lnTo>
                  <a:lnTo>
                    <a:pt x="1210721" y="475017"/>
                  </a:lnTo>
                  <a:lnTo>
                    <a:pt x="1200293" y="441522"/>
                  </a:lnTo>
                  <a:lnTo>
                    <a:pt x="1186117" y="408110"/>
                  </a:lnTo>
                  <a:lnTo>
                    <a:pt x="1168163" y="375139"/>
                  </a:lnTo>
                  <a:lnTo>
                    <a:pt x="1146433" y="342972"/>
                  </a:lnTo>
                  <a:lnTo>
                    <a:pt x="1120959" y="311974"/>
                  </a:lnTo>
                  <a:lnTo>
                    <a:pt x="1091807" y="282507"/>
                  </a:lnTo>
                  <a:lnTo>
                    <a:pt x="1059076" y="254930"/>
                  </a:lnTo>
                  <a:lnTo>
                    <a:pt x="1022895" y="229594"/>
                  </a:lnTo>
                  <a:lnTo>
                    <a:pt x="1056362" y="230605"/>
                  </a:lnTo>
                  <a:lnTo>
                    <a:pt x="1089707" y="233636"/>
                  </a:lnTo>
                  <a:lnTo>
                    <a:pt x="1122808" y="238674"/>
                  </a:lnTo>
                  <a:lnTo>
                    <a:pt x="1155545" y="245701"/>
                  </a:lnTo>
                  <a:lnTo>
                    <a:pt x="1187798" y="254692"/>
                  </a:lnTo>
                  <a:lnTo>
                    <a:pt x="1219449" y="265614"/>
                  </a:lnTo>
                  <a:lnTo>
                    <a:pt x="1250383" y="278427"/>
                  </a:lnTo>
                  <a:lnTo>
                    <a:pt x="1280486" y="293085"/>
                  </a:lnTo>
                  <a:lnTo>
                    <a:pt x="1309650" y="309533"/>
                  </a:lnTo>
                  <a:lnTo>
                    <a:pt x="1337768" y="327713"/>
                  </a:lnTo>
                  <a:lnTo>
                    <a:pt x="1364736" y="347556"/>
                  </a:lnTo>
                  <a:lnTo>
                    <a:pt x="1390457" y="368992"/>
                  </a:lnTo>
                  <a:lnTo>
                    <a:pt x="1414837" y="391942"/>
                  </a:lnTo>
                  <a:lnTo>
                    <a:pt x="1434796" y="405552"/>
                  </a:lnTo>
                  <a:lnTo>
                    <a:pt x="1454300" y="420156"/>
                  </a:lnTo>
                  <a:lnTo>
                    <a:pt x="1473299" y="435739"/>
                  </a:lnTo>
                  <a:lnTo>
                    <a:pt x="1491746" y="452285"/>
                  </a:lnTo>
                  <a:lnTo>
                    <a:pt x="1509593" y="469774"/>
                  </a:lnTo>
                  <a:lnTo>
                    <a:pt x="1526792" y="488186"/>
                  </a:lnTo>
                  <a:lnTo>
                    <a:pt x="1543298" y="507496"/>
                  </a:lnTo>
                  <a:lnTo>
                    <a:pt x="1559065" y="527679"/>
                  </a:lnTo>
                  <a:lnTo>
                    <a:pt x="1574049" y="548705"/>
                  </a:lnTo>
                  <a:lnTo>
                    <a:pt x="1588206" y="570546"/>
                  </a:lnTo>
                  <a:lnTo>
                    <a:pt x="1601493" y="593167"/>
                  </a:lnTo>
                  <a:lnTo>
                    <a:pt x="1613871" y="616535"/>
                  </a:lnTo>
                  <a:lnTo>
                    <a:pt x="1625299" y="640612"/>
                  </a:lnTo>
                  <a:lnTo>
                    <a:pt x="1635740" y="665360"/>
                  </a:lnTo>
                  <a:lnTo>
                    <a:pt x="1645156" y="690737"/>
                  </a:lnTo>
                  <a:lnTo>
                    <a:pt x="1653515" y="716702"/>
                  </a:lnTo>
                  <a:lnTo>
                    <a:pt x="1660781" y="743209"/>
                  </a:lnTo>
                  <a:lnTo>
                    <a:pt x="1666925" y="770212"/>
                  </a:lnTo>
                  <a:lnTo>
                    <a:pt x="1671918" y="797664"/>
                  </a:lnTo>
                  <a:lnTo>
                    <a:pt x="1675732" y="825514"/>
                  </a:lnTo>
                  <a:lnTo>
                    <a:pt x="1678342" y="853713"/>
                  </a:lnTo>
                  <a:lnTo>
                    <a:pt x="1679727" y="882207"/>
                  </a:lnTo>
                  <a:lnTo>
                    <a:pt x="1679865" y="910944"/>
                  </a:lnTo>
                  <a:lnTo>
                    <a:pt x="1678738" y="939867"/>
                  </a:lnTo>
                  <a:lnTo>
                    <a:pt x="1676332" y="968922"/>
                  </a:lnTo>
                  <a:lnTo>
                    <a:pt x="1672632" y="998051"/>
                  </a:lnTo>
                  <a:lnTo>
                    <a:pt x="1667630" y="1027197"/>
                  </a:lnTo>
                  <a:lnTo>
                    <a:pt x="1661315" y="1056301"/>
                  </a:lnTo>
                  <a:lnTo>
                    <a:pt x="1653684" y="1085304"/>
                  </a:lnTo>
                  <a:lnTo>
                    <a:pt x="1644733" y="1114146"/>
                  </a:lnTo>
                  <a:lnTo>
                    <a:pt x="1634463" y="1142767"/>
                  </a:lnTo>
                  <a:lnTo>
                    <a:pt x="1622876" y="1171108"/>
                  </a:lnTo>
                  <a:lnTo>
                    <a:pt x="1609978" y="1199106"/>
                  </a:lnTo>
                  <a:lnTo>
                    <a:pt x="1595778" y="1226702"/>
                  </a:lnTo>
                  <a:lnTo>
                    <a:pt x="1580286" y="1253836"/>
                  </a:lnTo>
                  <a:lnTo>
                    <a:pt x="1563516" y="1280447"/>
                  </a:lnTo>
                  <a:lnTo>
                    <a:pt x="1545485" y="1306475"/>
                  </a:lnTo>
                  <a:lnTo>
                    <a:pt x="1526213" y="1331861"/>
                  </a:lnTo>
                  <a:lnTo>
                    <a:pt x="1505721" y="1356547"/>
                  </a:lnTo>
                  <a:lnTo>
                    <a:pt x="1484036" y="1380473"/>
                  </a:lnTo>
                  <a:lnTo>
                    <a:pt x="1461184" y="1403584"/>
                  </a:lnTo>
                  <a:lnTo>
                    <a:pt x="1437196" y="1425823"/>
                  </a:lnTo>
                  <a:lnTo>
                    <a:pt x="1412105" y="1447135"/>
                  </a:lnTo>
                  <a:lnTo>
                    <a:pt x="1385948" y="1467466"/>
                  </a:lnTo>
                  <a:lnTo>
                    <a:pt x="1358762" y="1486764"/>
                  </a:lnTo>
                  <a:lnTo>
                    <a:pt x="1330588" y="1504978"/>
                  </a:lnTo>
                  <a:lnTo>
                    <a:pt x="1301470" y="1522060"/>
                  </a:lnTo>
                  <a:lnTo>
                    <a:pt x="1271453" y="1537960"/>
                  </a:lnTo>
                  <a:lnTo>
                    <a:pt x="1240586" y="1552634"/>
                  </a:lnTo>
                  <a:lnTo>
                    <a:pt x="1208918" y="1566039"/>
                  </a:lnTo>
                  <a:lnTo>
                    <a:pt x="1176503" y="1578132"/>
                  </a:lnTo>
                  <a:lnTo>
                    <a:pt x="1143395" y="1588874"/>
                  </a:lnTo>
                  <a:lnTo>
                    <a:pt x="1109651" y="1598229"/>
                  </a:lnTo>
                  <a:lnTo>
                    <a:pt x="1075329" y="1606160"/>
                  </a:lnTo>
                  <a:lnTo>
                    <a:pt x="1040489" y="1612637"/>
                  </a:lnTo>
                  <a:lnTo>
                    <a:pt x="1005194" y="1617630"/>
                  </a:lnTo>
                  <a:lnTo>
                    <a:pt x="969507" y="1621111"/>
                  </a:lnTo>
                  <a:lnTo>
                    <a:pt x="933493" y="1623056"/>
                  </a:lnTo>
                  <a:lnTo>
                    <a:pt x="897219" y="1623444"/>
                  </a:lnTo>
                  <a:lnTo>
                    <a:pt x="860752" y="1622257"/>
                  </a:lnTo>
                  <a:lnTo>
                    <a:pt x="824162" y="1619478"/>
                  </a:lnTo>
                  <a:lnTo>
                    <a:pt x="787516" y="1615095"/>
                  </a:lnTo>
                  <a:lnTo>
                    <a:pt x="750888" y="1609099"/>
                  </a:lnTo>
                  <a:lnTo>
                    <a:pt x="714347" y="1601483"/>
                  </a:lnTo>
                  <a:lnTo>
                    <a:pt x="677965" y="1592245"/>
                  </a:lnTo>
                  <a:lnTo>
                    <a:pt x="641815" y="1581383"/>
                  </a:lnTo>
                  <a:lnTo>
                    <a:pt x="605969" y="1568901"/>
                  </a:lnTo>
                  <a:lnTo>
                    <a:pt x="570501" y="1554805"/>
                  </a:lnTo>
                  <a:lnTo>
                    <a:pt x="535482" y="1539106"/>
                  </a:lnTo>
                  <a:lnTo>
                    <a:pt x="500985" y="1521816"/>
                  </a:lnTo>
                  <a:lnTo>
                    <a:pt x="467082" y="1502952"/>
                  </a:lnTo>
                  <a:lnTo>
                    <a:pt x="433846" y="1482532"/>
                  </a:lnTo>
                  <a:lnTo>
                    <a:pt x="401348" y="1460581"/>
                  </a:lnTo>
                  <a:lnTo>
                    <a:pt x="369657" y="1437123"/>
                  </a:lnTo>
                  <a:lnTo>
                    <a:pt x="338844" y="1412188"/>
                  </a:lnTo>
                  <a:lnTo>
                    <a:pt x="308976" y="1385809"/>
                  </a:lnTo>
                  <a:lnTo>
                    <a:pt x="280122" y="1358021"/>
                  </a:lnTo>
                  <a:lnTo>
                    <a:pt x="252347" y="1328863"/>
                  </a:lnTo>
                  <a:lnTo>
                    <a:pt x="225717" y="1298377"/>
                  </a:lnTo>
                  <a:lnTo>
                    <a:pt x="200292" y="1266607"/>
                  </a:lnTo>
                  <a:lnTo>
                    <a:pt x="176136" y="1233602"/>
                  </a:lnTo>
                  <a:lnTo>
                    <a:pt x="153307" y="1199413"/>
                  </a:lnTo>
                  <a:lnTo>
                    <a:pt x="131862" y="1164092"/>
                  </a:lnTo>
                  <a:lnTo>
                    <a:pt x="111856" y="1127696"/>
                  </a:lnTo>
                  <a:lnTo>
                    <a:pt x="93343" y="1090284"/>
                  </a:lnTo>
                  <a:lnTo>
                    <a:pt x="76372" y="1051917"/>
                  </a:lnTo>
                  <a:lnTo>
                    <a:pt x="60991" y="1012659"/>
                  </a:lnTo>
                  <a:lnTo>
                    <a:pt x="47245" y="972577"/>
                  </a:lnTo>
                  <a:lnTo>
                    <a:pt x="35178" y="931738"/>
                  </a:lnTo>
                  <a:lnTo>
                    <a:pt x="24827" y="890214"/>
                  </a:lnTo>
                  <a:lnTo>
                    <a:pt x="16230" y="848077"/>
                  </a:lnTo>
                  <a:lnTo>
                    <a:pt x="9420" y="805401"/>
                  </a:lnTo>
                  <a:lnTo>
                    <a:pt x="4428" y="762263"/>
                  </a:lnTo>
                  <a:lnTo>
                    <a:pt x="1280" y="718739"/>
                  </a:lnTo>
                  <a:lnTo>
                    <a:pt x="0" y="674911"/>
                  </a:lnTo>
                  <a:lnTo>
                    <a:pt x="608" y="630857"/>
                  </a:lnTo>
                  <a:lnTo>
                    <a:pt x="3121" y="586659"/>
                  </a:lnTo>
                  <a:lnTo>
                    <a:pt x="7552" y="542401"/>
                  </a:lnTo>
                  <a:lnTo>
                    <a:pt x="13911" y="498166"/>
                  </a:lnTo>
                  <a:lnTo>
                    <a:pt x="22204" y="454037"/>
                  </a:lnTo>
                  <a:lnTo>
                    <a:pt x="32433" y="410101"/>
                  </a:lnTo>
                  <a:lnTo>
                    <a:pt x="44596" y="366441"/>
                  </a:lnTo>
                  <a:lnTo>
                    <a:pt x="58688" y="323144"/>
                  </a:lnTo>
                  <a:lnTo>
                    <a:pt x="74701" y="280295"/>
                  </a:lnTo>
                  <a:lnTo>
                    <a:pt x="92622" y="237979"/>
                  </a:lnTo>
                  <a:lnTo>
                    <a:pt x="112433" y="196281"/>
                  </a:lnTo>
                  <a:lnTo>
                    <a:pt x="134115" y="155286"/>
                  </a:lnTo>
                  <a:lnTo>
                    <a:pt x="157644" y="115078"/>
                  </a:lnTo>
                  <a:lnTo>
                    <a:pt x="182991" y="75739"/>
                  </a:lnTo>
                  <a:lnTo>
                    <a:pt x="210124" y="37353"/>
                  </a:lnTo>
                  <a:lnTo>
                    <a:pt x="239009" y="0"/>
                  </a:lnTo>
                  <a:lnTo>
                    <a:pt x="218206" y="56087"/>
                  </a:lnTo>
                  <a:lnTo>
                    <a:pt x="201011" y="112250"/>
                  </a:lnTo>
                  <a:lnTo>
                    <a:pt x="187376" y="168271"/>
                  </a:lnTo>
                  <a:lnTo>
                    <a:pt x="177243" y="223935"/>
                  </a:lnTo>
                  <a:lnTo>
                    <a:pt x="170540" y="279035"/>
                  </a:lnTo>
                  <a:lnTo>
                    <a:pt x="167184" y="333369"/>
                  </a:lnTo>
                  <a:lnTo>
                    <a:pt x="167078" y="386744"/>
                  </a:lnTo>
                  <a:lnTo>
                    <a:pt x="170119" y="438973"/>
                  </a:lnTo>
                  <a:lnTo>
                    <a:pt x="176188" y="489876"/>
                  </a:lnTo>
                  <a:lnTo>
                    <a:pt x="185160" y="539286"/>
                  </a:lnTo>
                  <a:lnTo>
                    <a:pt x="196900" y="587040"/>
                  </a:lnTo>
                  <a:lnTo>
                    <a:pt x="211263" y="632990"/>
                  </a:lnTo>
                  <a:lnTo>
                    <a:pt x="228098" y="676995"/>
                  </a:lnTo>
                  <a:lnTo>
                    <a:pt x="247244" y="718926"/>
                  </a:lnTo>
                  <a:lnTo>
                    <a:pt x="268537" y="758664"/>
                  </a:lnTo>
                  <a:lnTo>
                    <a:pt x="291805" y="796103"/>
                  </a:lnTo>
                  <a:lnTo>
                    <a:pt x="316870" y="831148"/>
                  </a:lnTo>
                  <a:lnTo>
                    <a:pt x="343551" y="863715"/>
                  </a:lnTo>
                  <a:lnTo>
                    <a:pt x="371663" y="893734"/>
                  </a:lnTo>
                  <a:lnTo>
                    <a:pt x="401018" y="921146"/>
                  </a:lnTo>
                  <a:lnTo>
                    <a:pt x="431426" y="945905"/>
                  </a:lnTo>
                  <a:lnTo>
                    <a:pt x="462696" y="967977"/>
                  </a:lnTo>
                  <a:lnTo>
                    <a:pt x="494636" y="987340"/>
                  </a:lnTo>
                  <a:lnTo>
                    <a:pt x="527053" y="1003986"/>
                  </a:lnTo>
                  <a:lnTo>
                    <a:pt x="559757" y="1017919"/>
                  </a:lnTo>
                  <a:lnTo>
                    <a:pt x="592559" y="1029153"/>
                  </a:lnTo>
                  <a:lnTo>
                    <a:pt x="625271" y="1037718"/>
                  </a:lnTo>
                  <a:lnTo>
                    <a:pt x="657711" y="1043652"/>
                  </a:lnTo>
                  <a:lnTo>
                    <a:pt x="689698" y="1047008"/>
                  </a:lnTo>
                  <a:lnTo>
                    <a:pt x="721057" y="1047847"/>
                  </a:lnTo>
                  <a:lnTo>
                    <a:pt x="751618" y="1046243"/>
                  </a:lnTo>
                  <a:lnTo>
                    <a:pt x="781218" y="1042281"/>
                  </a:lnTo>
                  <a:lnTo>
                    <a:pt x="809698" y="1036055"/>
                  </a:lnTo>
                  <a:lnTo>
                    <a:pt x="836909" y="1027669"/>
                  </a:lnTo>
                  <a:lnTo>
                    <a:pt x="862708" y="1017237"/>
                  </a:lnTo>
                  <a:lnTo>
                    <a:pt x="886960" y="1004880"/>
                  </a:lnTo>
                  <a:lnTo>
                    <a:pt x="909541" y="990730"/>
                  </a:lnTo>
                  <a:lnTo>
                    <a:pt x="930333" y="974924"/>
                  </a:lnTo>
                  <a:lnTo>
                    <a:pt x="949230" y="957607"/>
                  </a:lnTo>
                  <a:lnTo>
                    <a:pt x="966137" y="938930"/>
                  </a:lnTo>
                  <a:lnTo>
                    <a:pt x="980965" y="919052"/>
                  </a:lnTo>
                  <a:lnTo>
                    <a:pt x="993642" y="898134"/>
                  </a:lnTo>
                  <a:lnTo>
                    <a:pt x="1004102" y="876342"/>
                  </a:lnTo>
                  <a:lnTo>
                    <a:pt x="1012293" y="853847"/>
                  </a:lnTo>
                  <a:lnTo>
                    <a:pt x="1018173" y="830822"/>
                  </a:lnTo>
                  <a:lnTo>
                    <a:pt x="1021713" y="807442"/>
                  </a:lnTo>
                  <a:lnTo>
                    <a:pt x="1022895" y="783885"/>
                  </a:lnTo>
                  <a:lnTo>
                    <a:pt x="1024100" y="813033"/>
                  </a:lnTo>
                  <a:lnTo>
                    <a:pt x="1027713" y="842032"/>
                  </a:lnTo>
                  <a:lnTo>
                    <a:pt x="1033720" y="870732"/>
                  </a:lnTo>
                  <a:lnTo>
                    <a:pt x="1042102" y="898986"/>
                  </a:lnTo>
                  <a:lnTo>
                    <a:pt x="1052829" y="926646"/>
                  </a:lnTo>
                  <a:lnTo>
                    <a:pt x="1065864" y="953568"/>
                  </a:lnTo>
                  <a:lnTo>
                    <a:pt x="1081164" y="979608"/>
                  </a:lnTo>
                  <a:lnTo>
                    <a:pt x="1098675" y="1004625"/>
                  </a:lnTo>
                  <a:lnTo>
                    <a:pt x="1118337" y="1028482"/>
                  </a:lnTo>
                  <a:lnTo>
                    <a:pt x="1140082" y="1051045"/>
                  </a:lnTo>
                  <a:lnTo>
                    <a:pt x="1163835" y="1072183"/>
                  </a:lnTo>
                  <a:lnTo>
                    <a:pt x="1189514" y="1091770"/>
                  </a:lnTo>
                  <a:lnTo>
                    <a:pt x="1217028" y="1109682"/>
                  </a:lnTo>
                  <a:lnTo>
                    <a:pt x="1246282" y="1125804"/>
                  </a:lnTo>
                  <a:lnTo>
                    <a:pt x="1277173" y="1140023"/>
                  </a:lnTo>
                  <a:lnTo>
                    <a:pt x="1309591" y="1152233"/>
                  </a:lnTo>
                  <a:lnTo>
                    <a:pt x="1343423" y="1162332"/>
                  </a:lnTo>
                  <a:lnTo>
                    <a:pt x="1378547" y="1170226"/>
                  </a:lnTo>
                  <a:lnTo>
                    <a:pt x="1414837" y="1175828"/>
                  </a:lnTo>
                  <a:lnTo>
                    <a:pt x="1391385" y="1197954"/>
                  </a:lnTo>
                  <a:lnTo>
                    <a:pt x="1366685" y="1218679"/>
                  </a:lnTo>
                  <a:lnTo>
                    <a:pt x="1340823" y="1237933"/>
                  </a:lnTo>
                  <a:lnTo>
                    <a:pt x="1313884" y="1255651"/>
                  </a:lnTo>
                  <a:lnTo>
                    <a:pt x="1285961" y="1271772"/>
                  </a:lnTo>
                  <a:lnTo>
                    <a:pt x="1257148" y="1286243"/>
                  </a:lnTo>
                  <a:lnTo>
                    <a:pt x="1227542" y="1299014"/>
                  </a:lnTo>
                  <a:lnTo>
                    <a:pt x="1197244" y="1310041"/>
                  </a:lnTo>
                  <a:lnTo>
                    <a:pt x="1166356" y="1319289"/>
                  </a:lnTo>
                  <a:lnTo>
                    <a:pt x="1134982" y="1326724"/>
                  </a:lnTo>
                  <a:lnTo>
                    <a:pt x="1103229" y="1332323"/>
                  </a:lnTo>
                  <a:lnTo>
                    <a:pt x="1071204" y="1336066"/>
                  </a:lnTo>
                  <a:lnTo>
                    <a:pt x="1039016" y="1337941"/>
                  </a:lnTo>
                  <a:lnTo>
                    <a:pt x="1006773" y="1337941"/>
                  </a:lnTo>
                  <a:lnTo>
                    <a:pt x="974585" y="1336066"/>
                  </a:lnTo>
                  <a:lnTo>
                    <a:pt x="942560" y="1332323"/>
                  </a:lnTo>
                  <a:lnTo>
                    <a:pt x="910807" y="1326724"/>
                  </a:lnTo>
                  <a:lnTo>
                    <a:pt x="879434" y="1319289"/>
                  </a:lnTo>
                  <a:lnTo>
                    <a:pt x="848545" y="1310041"/>
                  </a:lnTo>
                  <a:lnTo>
                    <a:pt x="818247" y="1299014"/>
                  </a:lnTo>
                  <a:lnTo>
                    <a:pt x="788641" y="1286243"/>
                  </a:lnTo>
                  <a:lnTo>
                    <a:pt x="759828" y="1271772"/>
                  </a:lnTo>
                  <a:lnTo>
                    <a:pt x="731905" y="1255651"/>
                  </a:lnTo>
                  <a:lnTo>
                    <a:pt x="704967" y="1237933"/>
                  </a:lnTo>
                  <a:lnTo>
                    <a:pt x="679104" y="1218679"/>
                  </a:lnTo>
                  <a:lnTo>
                    <a:pt x="654405" y="1197954"/>
                  </a:lnTo>
                  <a:lnTo>
                    <a:pt x="630952" y="1175828"/>
                  </a:lnTo>
                  <a:lnTo>
                    <a:pt x="636553" y="1139537"/>
                  </a:lnTo>
                  <a:lnTo>
                    <a:pt x="644448" y="1104413"/>
                  </a:lnTo>
                  <a:lnTo>
                    <a:pt x="654547" y="1070582"/>
                  </a:lnTo>
                  <a:lnTo>
                    <a:pt x="666756" y="1038163"/>
                  </a:lnTo>
                  <a:lnTo>
                    <a:pt x="680975" y="1007272"/>
                  </a:lnTo>
                  <a:lnTo>
                    <a:pt x="697097" y="978018"/>
                  </a:lnTo>
                  <a:lnTo>
                    <a:pt x="715010" y="950504"/>
                  </a:lnTo>
                  <a:lnTo>
                    <a:pt x="734596" y="924825"/>
                  </a:lnTo>
                  <a:lnTo>
                    <a:pt x="755734" y="901072"/>
                  </a:lnTo>
                  <a:lnTo>
                    <a:pt x="778297" y="879327"/>
                  </a:lnTo>
                  <a:lnTo>
                    <a:pt x="802155" y="859665"/>
                  </a:lnTo>
                  <a:lnTo>
                    <a:pt x="827172" y="842154"/>
                  </a:lnTo>
                  <a:lnTo>
                    <a:pt x="853212" y="826854"/>
                  </a:lnTo>
                  <a:lnTo>
                    <a:pt x="880133" y="813819"/>
                  </a:lnTo>
                  <a:lnTo>
                    <a:pt x="907793" y="803092"/>
                  </a:lnTo>
                  <a:lnTo>
                    <a:pt x="936047" y="794710"/>
                  </a:lnTo>
                  <a:lnTo>
                    <a:pt x="964748" y="788703"/>
                  </a:lnTo>
                  <a:lnTo>
                    <a:pt x="993746" y="785090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7573338" y="7822076"/>
              <a:ext cx="1175828" cy="1175828"/>
            </a:xfrm>
            <a:custGeom>
              <a:avLst/>
              <a:pathLst>
                <a:path w="1175828" h="1175828">
                  <a:moveTo>
                    <a:pt x="783885" y="229594"/>
                  </a:moveTo>
                  <a:lnTo>
                    <a:pt x="817352" y="230605"/>
                  </a:lnTo>
                  <a:lnTo>
                    <a:pt x="850697" y="233636"/>
                  </a:lnTo>
                  <a:lnTo>
                    <a:pt x="883799" y="238674"/>
                  </a:lnTo>
                  <a:lnTo>
                    <a:pt x="916535" y="245701"/>
                  </a:lnTo>
                  <a:lnTo>
                    <a:pt x="948788" y="254692"/>
                  </a:lnTo>
                  <a:lnTo>
                    <a:pt x="980439" y="265614"/>
                  </a:lnTo>
                  <a:lnTo>
                    <a:pt x="1011373" y="278427"/>
                  </a:lnTo>
                  <a:lnTo>
                    <a:pt x="1041477" y="293085"/>
                  </a:lnTo>
                  <a:lnTo>
                    <a:pt x="1070640" y="309533"/>
                  </a:lnTo>
                  <a:lnTo>
                    <a:pt x="1098758" y="327713"/>
                  </a:lnTo>
                  <a:lnTo>
                    <a:pt x="1125726" y="347556"/>
                  </a:lnTo>
                  <a:lnTo>
                    <a:pt x="1151448" y="368992"/>
                  </a:lnTo>
                  <a:lnTo>
                    <a:pt x="1175828" y="391942"/>
                  </a:lnTo>
                  <a:lnTo>
                    <a:pt x="1170226" y="428233"/>
                  </a:lnTo>
                  <a:lnTo>
                    <a:pt x="1162332" y="463356"/>
                  </a:lnTo>
                  <a:lnTo>
                    <a:pt x="1152233" y="497188"/>
                  </a:lnTo>
                  <a:lnTo>
                    <a:pt x="1140023" y="529607"/>
                  </a:lnTo>
                  <a:lnTo>
                    <a:pt x="1125804" y="560498"/>
                  </a:lnTo>
                  <a:lnTo>
                    <a:pt x="1109682" y="589752"/>
                  </a:lnTo>
                  <a:lnTo>
                    <a:pt x="1091770" y="617266"/>
                  </a:lnTo>
                  <a:lnTo>
                    <a:pt x="1072183" y="642944"/>
                  </a:lnTo>
                  <a:lnTo>
                    <a:pt x="1051045" y="666698"/>
                  </a:lnTo>
                  <a:lnTo>
                    <a:pt x="1028482" y="688443"/>
                  </a:lnTo>
                  <a:lnTo>
                    <a:pt x="1004625" y="708105"/>
                  </a:lnTo>
                  <a:lnTo>
                    <a:pt x="979608" y="725616"/>
                  </a:lnTo>
                  <a:lnTo>
                    <a:pt x="953568" y="740915"/>
                  </a:lnTo>
                  <a:lnTo>
                    <a:pt x="926646" y="753951"/>
                  </a:lnTo>
                  <a:lnTo>
                    <a:pt x="898986" y="764678"/>
                  </a:lnTo>
                  <a:lnTo>
                    <a:pt x="870732" y="773059"/>
                  </a:lnTo>
                  <a:lnTo>
                    <a:pt x="842032" y="779067"/>
                  </a:lnTo>
                  <a:lnTo>
                    <a:pt x="813033" y="782679"/>
                  </a:lnTo>
                  <a:lnTo>
                    <a:pt x="783885" y="783885"/>
                  </a:lnTo>
                  <a:lnTo>
                    <a:pt x="813033" y="785090"/>
                  </a:lnTo>
                  <a:lnTo>
                    <a:pt x="842032" y="788703"/>
                  </a:lnTo>
                  <a:lnTo>
                    <a:pt x="870732" y="794710"/>
                  </a:lnTo>
                  <a:lnTo>
                    <a:pt x="898986" y="803092"/>
                  </a:lnTo>
                  <a:lnTo>
                    <a:pt x="926646" y="813819"/>
                  </a:lnTo>
                  <a:lnTo>
                    <a:pt x="953568" y="826854"/>
                  </a:lnTo>
                  <a:lnTo>
                    <a:pt x="979608" y="842154"/>
                  </a:lnTo>
                  <a:lnTo>
                    <a:pt x="1004625" y="859665"/>
                  </a:lnTo>
                  <a:lnTo>
                    <a:pt x="1028482" y="879327"/>
                  </a:lnTo>
                  <a:lnTo>
                    <a:pt x="1051045" y="901072"/>
                  </a:lnTo>
                  <a:lnTo>
                    <a:pt x="1072183" y="924825"/>
                  </a:lnTo>
                  <a:lnTo>
                    <a:pt x="1091770" y="950504"/>
                  </a:lnTo>
                  <a:lnTo>
                    <a:pt x="1109682" y="978018"/>
                  </a:lnTo>
                  <a:lnTo>
                    <a:pt x="1125804" y="1007272"/>
                  </a:lnTo>
                  <a:lnTo>
                    <a:pt x="1140023" y="1038163"/>
                  </a:lnTo>
                  <a:lnTo>
                    <a:pt x="1152233" y="1070582"/>
                  </a:lnTo>
                  <a:lnTo>
                    <a:pt x="1162332" y="1104413"/>
                  </a:lnTo>
                  <a:lnTo>
                    <a:pt x="1170226" y="1139537"/>
                  </a:lnTo>
                  <a:lnTo>
                    <a:pt x="1175828" y="1175828"/>
                  </a:lnTo>
                  <a:lnTo>
                    <a:pt x="1139537" y="1170226"/>
                  </a:lnTo>
                  <a:lnTo>
                    <a:pt x="1104413" y="1162332"/>
                  </a:lnTo>
                  <a:lnTo>
                    <a:pt x="1070582" y="1152233"/>
                  </a:lnTo>
                  <a:lnTo>
                    <a:pt x="1038163" y="1140023"/>
                  </a:lnTo>
                  <a:lnTo>
                    <a:pt x="1007272" y="1125804"/>
                  </a:lnTo>
                  <a:lnTo>
                    <a:pt x="978018" y="1109682"/>
                  </a:lnTo>
                  <a:lnTo>
                    <a:pt x="950504" y="1091770"/>
                  </a:lnTo>
                  <a:lnTo>
                    <a:pt x="924825" y="1072183"/>
                  </a:lnTo>
                  <a:lnTo>
                    <a:pt x="901072" y="1051045"/>
                  </a:lnTo>
                  <a:lnTo>
                    <a:pt x="879327" y="1028482"/>
                  </a:lnTo>
                  <a:lnTo>
                    <a:pt x="859665" y="1004625"/>
                  </a:lnTo>
                  <a:lnTo>
                    <a:pt x="842154" y="979608"/>
                  </a:lnTo>
                  <a:lnTo>
                    <a:pt x="826854" y="953568"/>
                  </a:lnTo>
                  <a:lnTo>
                    <a:pt x="813819" y="926646"/>
                  </a:lnTo>
                  <a:lnTo>
                    <a:pt x="803092" y="898986"/>
                  </a:lnTo>
                  <a:lnTo>
                    <a:pt x="794710" y="870732"/>
                  </a:lnTo>
                  <a:lnTo>
                    <a:pt x="788703" y="842032"/>
                  </a:lnTo>
                  <a:lnTo>
                    <a:pt x="785090" y="813033"/>
                  </a:lnTo>
                  <a:lnTo>
                    <a:pt x="783885" y="783885"/>
                  </a:lnTo>
                  <a:lnTo>
                    <a:pt x="782679" y="813033"/>
                  </a:lnTo>
                  <a:lnTo>
                    <a:pt x="779067" y="842032"/>
                  </a:lnTo>
                  <a:lnTo>
                    <a:pt x="773059" y="870732"/>
                  </a:lnTo>
                  <a:lnTo>
                    <a:pt x="764678" y="898986"/>
                  </a:lnTo>
                  <a:lnTo>
                    <a:pt x="753951" y="926646"/>
                  </a:lnTo>
                  <a:lnTo>
                    <a:pt x="740915" y="953568"/>
                  </a:lnTo>
                  <a:lnTo>
                    <a:pt x="725616" y="979608"/>
                  </a:lnTo>
                  <a:lnTo>
                    <a:pt x="708105" y="1004625"/>
                  </a:lnTo>
                  <a:lnTo>
                    <a:pt x="688443" y="1028482"/>
                  </a:lnTo>
                  <a:lnTo>
                    <a:pt x="666698" y="1051045"/>
                  </a:lnTo>
                  <a:lnTo>
                    <a:pt x="642944" y="1072183"/>
                  </a:lnTo>
                  <a:lnTo>
                    <a:pt x="617266" y="1091770"/>
                  </a:lnTo>
                  <a:lnTo>
                    <a:pt x="589752" y="1109682"/>
                  </a:lnTo>
                  <a:lnTo>
                    <a:pt x="560498" y="1125804"/>
                  </a:lnTo>
                  <a:lnTo>
                    <a:pt x="529607" y="1140023"/>
                  </a:lnTo>
                  <a:lnTo>
                    <a:pt x="497188" y="1152233"/>
                  </a:lnTo>
                  <a:lnTo>
                    <a:pt x="463356" y="1162332"/>
                  </a:lnTo>
                  <a:lnTo>
                    <a:pt x="428233" y="1170226"/>
                  </a:lnTo>
                  <a:lnTo>
                    <a:pt x="391942" y="1175828"/>
                  </a:lnTo>
                  <a:lnTo>
                    <a:pt x="397543" y="1139537"/>
                  </a:lnTo>
                  <a:lnTo>
                    <a:pt x="405438" y="1104413"/>
                  </a:lnTo>
                  <a:lnTo>
                    <a:pt x="415537" y="1070582"/>
                  </a:lnTo>
                  <a:lnTo>
                    <a:pt x="427746" y="1038163"/>
                  </a:lnTo>
                  <a:lnTo>
                    <a:pt x="441965" y="1007272"/>
                  </a:lnTo>
                  <a:lnTo>
                    <a:pt x="458087" y="978018"/>
                  </a:lnTo>
                  <a:lnTo>
                    <a:pt x="476000" y="950504"/>
                  </a:lnTo>
                  <a:lnTo>
                    <a:pt x="495587" y="924825"/>
                  </a:lnTo>
                  <a:lnTo>
                    <a:pt x="516725" y="901072"/>
                  </a:lnTo>
                  <a:lnTo>
                    <a:pt x="539288" y="879327"/>
                  </a:lnTo>
                  <a:lnTo>
                    <a:pt x="563145" y="859665"/>
                  </a:lnTo>
                  <a:lnTo>
                    <a:pt x="588162" y="842154"/>
                  </a:lnTo>
                  <a:lnTo>
                    <a:pt x="614202" y="826854"/>
                  </a:lnTo>
                  <a:lnTo>
                    <a:pt x="641123" y="813819"/>
                  </a:lnTo>
                  <a:lnTo>
                    <a:pt x="668784" y="803092"/>
                  </a:lnTo>
                  <a:lnTo>
                    <a:pt x="697037" y="794710"/>
                  </a:lnTo>
                  <a:lnTo>
                    <a:pt x="725738" y="788703"/>
                  </a:lnTo>
                  <a:lnTo>
                    <a:pt x="754737" y="785090"/>
                  </a:lnTo>
                  <a:lnTo>
                    <a:pt x="783885" y="783885"/>
                  </a:lnTo>
                  <a:lnTo>
                    <a:pt x="749252" y="783035"/>
                  </a:lnTo>
                  <a:lnTo>
                    <a:pt x="714682" y="780485"/>
                  </a:lnTo>
                  <a:lnTo>
                    <a:pt x="680237" y="776239"/>
                  </a:lnTo>
                  <a:lnTo>
                    <a:pt x="645980" y="770302"/>
                  </a:lnTo>
                  <a:lnTo>
                    <a:pt x="611972" y="762681"/>
                  </a:lnTo>
                  <a:lnTo>
                    <a:pt x="578276" y="753386"/>
                  </a:lnTo>
                  <a:lnTo>
                    <a:pt x="544953" y="742426"/>
                  </a:lnTo>
                  <a:lnTo>
                    <a:pt x="512065" y="729817"/>
                  </a:lnTo>
                  <a:lnTo>
                    <a:pt x="479672" y="715572"/>
                  </a:lnTo>
                  <a:lnTo>
                    <a:pt x="447835" y="699709"/>
                  </a:lnTo>
                  <a:lnTo>
                    <a:pt x="416614" y="682247"/>
                  </a:lnTo>
                  <a:lnTo>
                    <a:pt x="386068" y="663208"/>
                  </a:lnTo>
                  <a:lnTo>
                    <a:pt x="356254" y="642615"/>
                  </a:lnTo>
                  <a:lnTo>
                    <a:pt x="327232" y="620492"/>
                  </a:lnTo>
                  <a:lnTo>
                    <a:pt x="299058" y="596866"/>
                  </a:lnTo>
                  <a:lnTo>
                    <a:pt x="271787" y="571767"/>
                  </a:lnTo>
                  <a:lnTo>
                    <a:pt x="245476" y="545225"/>
                  </a:lnTo>
                  <a:lnTo>
                    <a:pt x="220178" y="517271"/>
                  </a:lnTo>
                  <a:lnTo>
                    <a:pt x="195947" y="487942"/>
                  </a:lnTo>
                  <a:lnTo>
                    <a:pt x="172834" y="457271"/>
                  </a:lnTo>
                  <a:lnTo>
                    <a:pt x="150891" y="425298"/>
                  </a:lnTo>
                  <a:lnTo>
                    <a:pt x="130167" y="392062"/>
                  </a:lnTo>
                  <a:lnTo>
                    <a:pt x="110712" y="357603"/>
                  </a:lnTo>
                  <a:lnTo>
                    <a:pt x="92571" y="321964"/>
                  </a:lnTo>
                  <a:lnTo>
                    <a:pt x="75792" y="285189"/>
                  </a:lnTo>
                  <a:lnTo>
                    <a:pt x="60418" y="247325"/>
                  </a:lnTo>
                  <a:lnTo>
                    <a:pt x="46493" y="208418"/>
                  </a:lnTo>
                  <a:lnTo>
                    <a:pt x="34058" y="168518"/>
                  </a:lnTo>
                  <a:lnTo>
                    <a:pt x="23154" y="127674"/>
                  </a:lnTo>
                  <a:lnTo>
                    <a:pt x="13818" y="85937"/>
                  </a:lnTo>
                  <a:lnTo>
                    <a:pt x="6088" y="43361"/>
                  </a:lnTo>
                  <a:lnTo>
                    <a:pt x="0" y="0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8325622" y="802007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8717564" y="8182418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7541736" y="7790475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8717564" y="8966303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7933679" y="8966303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8357223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8357223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8357223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8357223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8357223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573338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248642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573338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9"/>
            <p:cNvSpPr/>
            <p:nvPr/>
          </p:nvSpPr>
          <p:spPr>
            <a:xfrm>
              <a:off x="8225184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9004962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9496295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8995864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8216085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7223160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698799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7232259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6730924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6681455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89" name="rc489"/>
            <p:cNvSpPr/>
            <p:nvPr/>
          </p:nvSpPr>
          <p:spPr>
            <a:xfrm>
              <a:off x="9840725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9840725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10168724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tx492"/>
            <p:cNvSpPr/>
            <p:nvPr/>
          </p:nvSpPr>
          <p:spPr>
            <a:xfrm>
              <a:off x="10941864" y="6921429"/>
              <a:ext cx="1344808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 (n=5)</a:t>
              </a:r>
            </a:p>
          </p:txBody>
        </p:sp>
        <p:sp>
          <p:nvSpPr>
            <p:cNvPr id="493" name="rc493"/>
            <p:cNvSpPr/>
            <p:nvPr/>
          </p:nvSpPr>
          <p:spPr>
            <a:xfrm>
              <a:off x="10228542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11614268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1614268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11614268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11614268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11614268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10732397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10367114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10732397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11060048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10505827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10367271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11345244" y="7497381"/>
              <a:ext cx="1221196" cy="1706586"/>
            </a:xfrm>
            <a:custGeom>
              <a:avLst/>
              <a:pathLst>
                <a:path w="1221196" h="1706586">
                  <a:moveTo>
                    <a:pt x="269024" y="1108581"/>
                  </a:moveTo>
                  <a:lnTo>
                    <a:pt x="297426" y="1107436"/>
                  </a:lnTo>
                  <a:lnTo>
                    <a:pt x="325690" y="1104006"/>
                  </a:lnTo>
                  <a:lnTo>
                    <a:pt x="353678" y="1098302"/>
                  </a:lnTo>
                  <a:lnTo>
                    <a:pt x="381252" y="1090342"/>
                  </a:lnTo>
                  <a:lnTo>
                    <a:pt x="408278" y="1080152"/>
                  </a:lnTo>
                  <a:lnTo>
                    <a:pt x="434619" y="1067765"/>
                  </a:lnTo>
                  <a:lnTo>
                    <a:pt x="460144" y="1053222"/>
                  </a:lnTo>
                  <a:lnTo>
                    <a:pt x="484723" y="1036570"/>
                  </a:lnTo>
                  <a:lnTo>
                    <a:pt x="508226" y="1017864"/>
                  </a:lnTo>
                  <a:lnTo>
                    <a:pt x="530530" y="997164"/>
                  </a:lnTo>
                  <a:lnTo>
                    <a:pt x="551512" y="974539"/>
                  </a:lnTo>
                  <a:lnTo>
                    <a:pt x="571055" y="950063"/>
                  </a:lnTo>
                  <a:lnTo>
                    <a:pt x="589044" y="923817"/>
                  </a:lnTo>
                  <a:lnTo>
                    <a:pt x="605370" y="895889"/>
                  </a:lnTo>
                  <a:lnTo>
                    <a:pt x="619926" y="866371"/>
                  </a:lnTo>
                  <a:lnTo>
                    <a:pt x="632613" y="835362"/>
                  </a:lnTo>
                  <a:lnTo>
                    <a:pt x="643335" y="802966"/>
                  </a:lnTo>
                  <a:lnTo>
                    <a:pt x="652002" y="769292"/>
                  </a:lnTo>
                  <a:lnTo>
                    <a:pt x="658530" y="734456"/>
                  </a:lnTo>
                  <a:lnTo>
                    <a:pt x="662840" y="698575"/>
                  </a:lnTo>
                  <a:lnTo>
                    <a:pt x="664861" y="661774"/>
                  </a:lnTo>
                  <a:lnTo>
                    <a:pt x="664526" y="624179"/>
                  </a:lnTo>
                  <a:lnTo>
                    <a:pt x="661777" y="585922"/>
                  </a:lnTo>
                  <a:lnTo>
                    <a:pt x="656560" y="547138"/>
                  </a:lnTo>
                  <a:lnTo>
                    <a:pt x="648831" y="507964"/>
                  </a:lnTo>
                  <a:lnTo>
                    <a:pt x="638551" y="468541"/>
                  </a:lnTo>
                  <a:lnTo>
                    <a:pt x="625690" y="429012"/>
                  </a:lnTo>
                  <a:lnTo>
                    <a:pt x="610223" y="389521"/>
                  </a:lnTo>
                  <a:lnTo>
                    <a:pt x="592134" y="350214"/>
                  </a:lnTo>
                  <a:lnTo>
                    <a:pt x="571415" y="311241"/>
                  </a:lnTo>
                  <a:lnTo>
                    <a:pt x="548066" y="272749"/>
                  </a:lnTo>
                  <a:lnTo>
                    <a:pt x="522092" y="234889"/>
                  </a:lnTo>
                  <a:lnTo>
                    <a:pt x="493510" y="197808"/>
                  </a:lnTo>
                  <a:lnTo>
                    <a:pt x="462340" y="161657"/>
                  </a:lnTo>
                  <a:lnTo>
                    <a:pt x="428614" y="126584"/>
                  </a:lnTo>
                  <a:lnTo>
                    <a:pt x="392370" y="92736"/>
                  </a:lnTo>
                  <a:lnTo>
                    <a:pt x="353653" y="60260"/>
                  </a:lnTo>
                  <a:lnTo>
                    <a:pt x="312518" y="29301"/>
                  </a:lnTo>
                  <a:lnTo>
                    <a:pt x="269024" y="0"/>
                  </a:lnTo>
                  <a:lnTo>
                    <a:pt x="306872" y="646"/>
                  </a:lnTo>
                  <a:lnTo>
                    <a:pt x="344676" y="2584"/>
                  </a:lnTo>
                  <a:lnTo>
                    <a:pt x="382392" y="5811"/>
                  </a:lnTo>
                  <a:lnTo>
                    <a:pt x="419976" y="10325"/>
                  </a:lnTo>
                  <a:lnTo>
                    <a:pt x="457384" y="16119"/>
                  </a:lnTo>
                  <a:lnTo>
                    <a:pt x="494572" y="23186"/>
                  </a:lnTo>
                  <a:lnTo>
                    <a:pt x="531497" y="31520"/>
                  </a:lnTo>
                  <a:lnTo>
                    <a:pt x="568116" y="41109"/>
                  </a:lnTo>
                  <a:lnTo>
                    <a:pt x="604386" y="51942"/>
                  </a:lnTo>
                  <a:lnTo>
                    <a:pt x="640265" y="64008"/>
                  </a:lnTo>
                  <a:lnTo>
                    <a:pt x="675712" y="77292"/>
                  </a:lnTo>
                  <a:lnTo>
                    <a:pt x="710684" y="91778"/>
                  </a:lnTo>
                  <a:lnTo>
                    <a:pt x="745142" y="107449"/>
                  </a:lnTo>
                  <a:lnTo>
                    <a:pt x="779044" y="124288"/>
                  </a:lnTo>
                  <a:lnTo>
                    <a:pt x="812351" y="142274"/>
                  </a:lnTo>
                  <a:lnTo>
                    <a:pt x="845025" y="161387"/>
                  </a:lnTo>
                  <a:lnTo>
                    <a:pt x="877028" y="181605"/>
                  </a:lnTo>
                  <a:lnTo>
                    <a:pt x="908321" y="202903"/>
                  </a:lnTo>
                  <a:lnTo>
                    <a:pt x="938869" y="225258"/>
                  </a:lnTo>
                  <a:lnTo>
                    <a:pt x="968637" y="248642"/>
                  </a:lnTo>
                  <a:lnTo>
                    <a:pt x="997588" y="273029"/>
                  </a:lnTo>
                  <a:lnTo>
                    <a:pt x="1025690" y="298390"/>
                  </a:lnTo>
                  <a:lnTo>
                    <a:pt x="1052910" y="324695"/>
                  </a:lnTo>
                  <a:lnTo>
                    <a:pt x="1088171" y="382880"/>
                  </a:lnTo>
                  <a:lnTo>
                    <a:pt x="1119305" y="442428"/>
                  </a:lnTo>
                  <a:lnTo>
                    <a:pt x="1146279" y="503056"/>
                  </a:lnTo>
                  <a:lnTo>
                    <a:pt x="1169076" y="564481"/>
                  </a:lnTo>
                  <a:lnTo>
                    <a:pt x="1187701" y="626422"/>
                  </a:lnTo>
                  <a:lnTo>
                    <a:pt x="1202177" y="688603"/>
                  </a:lnTo>
                  <a:lnTo>
                    <a:pt x="1212543" y="750751"/>
                  </a:lnTo>
                  <a:lnTo>
                    <a:pt x="1218858" y="812601"/>
                  </a:lnTo>
                  <a:lnTo>
                    <a:pt x="1221196" y="873892"/>
                  </a:lnTo>
                  <a:lnTo>
                    <a:pt x="1219649" y="934372"/>
                  </a:lnTo>
                  <a:lnTo>
                    <a:pt x="1214324" y="993801"/>
                  </a:lnTo>
                  <a:lnTo>
                    <a:pt x="1205343" y="1051944"/>
                  </a:lnTo>
                  <a:lnTo>
                    <a:pt x="1192842" y="1108581"/>
                  </a:lnTo>
                  <a:lnTo>
                    <a:pt x="1176970" y="1163501"/>
                  </a:lnTo>
                  <a:lnTo>
                    <a:pt x="1157888" y="1216509"/>
                  </a:lnTo>
                  <a:lnTo>
                    <a:pt x="1135770" y="1267418"/>
                  </a:lnTo>
                  <a:lnTo>
                    <a:pt x="1110799" y="1316060"/>
                  </a:lnTo>
                  <a:lnTo>
                    <a:pt x="1083167" y="1362278"/>
                  </a:lnTo>
                  <a:lnTo>
                    <a:pt x="1053075" y="1405932"/>
                  </a:lnTo>
                  <a:lnTo>
                    <a:pt x="1020730" y="1446896"/>
                  </a:lnTo>
                  <a:lnTo>
                    <a:pt x="986347" y="1485061"/>
                  </a:lnTo>
                  <a:lnTo>
                    <a:pt x="950144" y="1520332"/>
                  </a:lnTo>
                  <a:lnTo>
                    <a:pt x="912344" y="1552633"/>
                  </a:lnTo>
                  <a:lnTo>
                    <a:pt x="873171" y="1581900"/>
                  </a:lnTo>
                  <a:lnTo>
                    <a:pt x="832853" y="1608089"/>
                  </a:lnTo>
                  <a:lnTo>
                    <a:pt x="791614" y="1631171"/>
                  </a:lnTo>
                  <a:lnTo>
                    <a:pt x="749683" y="1651133"/>
                  </a:lnTo>
                  <a:lnTo>
                    <a:pt x="707283" y="1667976"/>
                  </a:lnTo>
                  <a:lnTo>
                    <a:pt x="664634" y="1681720"/>
                  </a:lnTo>
                  <a:lnTo>
                    <a:pt x="621954" y="1692398"/>
                  </a:lnTo>
                  <a:lnTo>
                    <a:pt x="579455" y="1700058"/>
                  </a:lnTo>
                  <a:lnTo>
                    <a:pt x="537343" y="1704762"/>
                  </a:lnTo>
                  <a:lnTo>
                    <a:pt x="495817" y="1706586"/>
                  </a:lnTo>
                  <a:lnTo>
                    <a:pt x="455069" y="1705619"/>
                  </a:lnTo>
                  <a:lnTo>
                    <a:pt x="415280" y="1701963"/>
                  </a:lnTo>
                  <a:lnTo>
                    <a:pt x="376624" y="1695732"/>
                  </a:lnTo>
                  <a:lnTo>
                    <a:pt x="339263" y="1687048"/>
                  </a:lnTo>
                  <a:lnTo>
                    <a:pt x="303350" y="1676047"/>
                  </a:lnTo>
                  <a:lnTo>
                    <a:pt x="269024" y="1662872"/>
                  </a:lnTo>
                  <a:lnTo>
                    <a:pt x="236415" y="1647674"/>
                  </a:lnTo>
                  <a:lnTo>
                    <a:pt x="205638" y="1630612"/>
                  </a:lnTo>
                  <a:lnTo>
                    <a:pt x="176796" y="1611853"/>
                  </a:lnTo>
                  <a:lnTo>
                    <a:pt x="149979" y="1591567"/>
                  </a:lnTo>
                  <a:lnTo>
                    <a:pt x="125262" y="1569929"/>
                  </a:lnTo>
                  <a:lnTo>
                    <a:pt x="102709" y="1547118"/>
                  </a:lnTo>
                  <a:lnTo>
                    <a:pt x="82367" y="1523315"/>
                  </a:lnTo>
                  <a:lnTo>
                    <a:pt x="64272" y="1498704"/>
                  </a:lnTo>
                  <a:lnTo>
                    <a:pt x="48443" y="1473467"/>
                  </a:lnTo>
                  <a:lnTo>
                    <a:pt x="34888" y="1447786"/>
                  </a:lnTo>
                  <a:lnTo>
                    <a:pt x="23599" y="1421842"/>
                  </a:lnTo>
                  <a:lnTo>
                    <a:pt x="14558" y="1395814"/>
                  </a:lnTo>
                  <a:lnTo>
                    <a:pt x="7729" y="1369876"/>
                  </a:lnTo>
                  <a:lnTo>
                    <a:pt x="3067" y="1344198"/>
                  </a:lnTo>
                  <a:lnTo>
                    <a:pt x="514" y="1318945"/>
                  </a:lnTo>
                  <a:lnTo>
                    <a:pt x="0" y="1294275"/>
                  </a:lnTo>
                  <a:lnTo>
                    <a:pt x="1441" y="1270340"/>
                  </a:lnTo>
                  <a:lnTo>
                    <a:pt x="4747" y="1247284"/>
                  </a:lnTo>
                  <a:lnTo>
                    <a:pt x="9815" y="1225241"/>
                  </a:lnTo>
                  <a:lnTo>
                    <a:pt x="16533" y="1204338"/>
                  </a:lnTo>
                  <a:lnTo>
                    <a:pt x="24781" y="1184690"/>
                  </a:lnTo>
                  <a:lnTo>
                    <a:pt x="34431" y="1166403"/>
                  </a:lnTo>
                  <a:lnTo>
                    <a:pt x="45348" y="1149571"/>
                  </a:lnTo>
                  <a:lnTo>
                    <a:pt x="57390" y="1134278"/>
                  </a:lnTo>
                  <a:lnTo>
                    <a:pt x="70411" y="1120595"/>
                  </a:lnTo>
                  <a:lnTo>
                    <a:pt x="84261" y="1108581"/>
                  </a:lnTo>
                  <a:lnTo>
                    <a:pt x="98784" y="1098283"/>
                  </a:lnTo>
                  <a:lnTo>
                    <a:pt x="113826" y="1089736"/>
                  </a:lnTo>
                  <a:lnTo>
                    <a:pt x="129226" y="1082962"/>
                  </a:lnTo>
                  <a:lnTo>
                    <a:pt x="144828" y="1077969"/>
                  </a:lnTo>
                  <a:lnTo>
                    <a:pt x="160472" y="1074755"/>
                  </a:lnTo>
                  <a:lnTo>
                    <a:pt x="176001" y="1073302"/>
                  </a:lnTo>
                  <a:lnTo>
                    <a:pt x="191261" y="1073583"/>
                  </a:lnTo>
                  <a:lnTo>
                    <a:pt x="206101" y="1075556"/>
                  </a:lnTo>
                  <a:lnTo>
                    <a:pt x="220373" y="1079170"/>
                  </a:lnTo>
                  <a:lnTo>
                    <a:pt x="233934" y="1084360"/>
                  </a:lnTo>
                  <a:lnTo>
                    <a:pt x="246648" y="1091051"/>
                  </a:lnTo>
                  <a:lnTo>
                    <a:pt x="258386" y="1099156"/>
                  </a:lnTo>
                  <a:lnTo>
                    <a:pt x="269024" y="1108581"/>
                  </a:lnTo>
                  <a:lnTo>
                    <a:pt x="270230" y="1137729"/>
                  </a:lnTo>
                  <a:lnTo>
                    <a:pt x="273842" y="1166728"/>
                  </a:lnTo>
                  <a:lnTo>
                    <a:pt x="279850" y="1195428"/>
                  </a:lnTo>
                  <a:lnTo>
                    <a:pt x="288231" y="1223682"/>
                  </a:lnTo>
                  <a:lnTo>
                    <a:pt x="298958" y="1251342"/>
                  </a:lnTo>
                  <a:lnTo>
                    <a:pt x="311994" y="1278264"/>
                  </a:lnTo>
                  <a:lnTo>
                    <a:pt x="327293" y="1304304"/>
                  </a:lnTo>
                  <a:lnTo>
                    <a:pt x="344804" y="1329321"/>
                  </a:lnTo>
                  <a:lnTo>
                    <a:pt x="364466" y="1353178"/>
                  </a:lnTo>
                  <a:lnTo>
                    <a:pt x="386212" y="1375741"/>
                  </a:lnTo>
                  <a:lnTo>
                    <a:pt x="409965" y="1396879"/>
                  </a:lnTo>
                  <a:lnTo>
                    <a:pt x="435643" y="1416466"/>
                  </a:lnTo>
                  <a:lnTo>
                    <a:pt x="463157" y="1434378"/>
                  </a:lnTo>
                  <a:lnTo>
                    <a:pt x="492411" y="1450500"/>
                  </a:lnTo>
                  <a:lnTo>
                    <a:pt x="523302" y="1464719"/>
                  </a:lnTo>
                  <a:lnTo>
                    <a:pt x="555721" y="1476929"/>
                  </a:lnTo>
                  <a:lnTo>
                    <a:pt x="589553" y="1487028"/>
                  </a:lnTo>
                  <a:lnTo>
                    <a:pt x="624677" y="1494922"/>
                  </a:lnTo>
                  <a:lnTo>
                    <a:pt x="660967" y="1500524"/>
                  </a:lnTo>
                  <a:lnTo>
                    <a:pt x="617468" y="1508193"/>
                  </a:lnTo>
                  <a:lnTo>
                    <a:pt x="574823" y="1511837"/>
                  </a:lnTo>
                  <a:lnTo>
                    <a:pt x="533374" y="1511614"/>
                  </a:lnTo>
                  <a:lnTo>
                    <a:pt x="493442" y="1507708"/>
                  </a:lnTo>
                  <a:lnTo>
                    <a:pt x="455331" y="1500328"/>
                  </a:lnTo>
                  <a:lnTo>
                    <a:pt x="419322" y="1489710"/>
                  </a:lnTo>
                  <a:lnTo>
                    <a:pt x="385672" y="1476107"/>
                  </a:lnTo>
                  <a:lnTo>
                    <a:pt x="354613" y="1459796"/>
                  </a:lnTo>
                  <a:lnTo>
                    <a:pt x="326351" y="1441069"/>
                  </a:lnTo>
                  <a:lnTo>
                    <a:pt x="301063" y="1420233"/>
                  </a:lnTo>
                  <a:lnTo>
                    <a:pt x="278898" y="1397607"/>
                  </a:lnTo>
                  <a:lnTo>
                    <a:pt x="259974" y="1373522"/>
                  </a:lnTo>
                  <a:lnTo>
                    <a:pt x="244379" y="1348313"/>
                  </a:lnTo>
                  <a:lnTo>
                    <a:pt x="232171" y="1322323"/>
                  </a:lnTo>
                  <a:lnTo>
                    <a:pt x="223377" y="1295896"/>
                  </a:lnTo>
                  <a:lnTo>
                    <a:pt x="217991" y="1269374"/>
                  </a:lnTo>
                  <a:lnTo>
                    <a:pt x="215978" y="1243097"/>
                  </a:lnTo>
                  <a:lnTo>
                    <a:pt x="217272" y="1217400"/>
                  </a:lnTo>
                  <a:lnTo>
                    <a:pt x="221778" y="1192608"/>
                  </a:lnTo>
                  <a:lnTo>
                    <a:pt x="229372" y="1169036"/>
                  </a:lnTo>
                  <a:lnTo>
                    <a:pt x="239900" y="1146986"/>
                  </a:lnTo>
                  <a:lnTo>
                    <a:pt x="253186" y="1126745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11614268" y="7497381"/>
              <a:ext cx="783885" cy="1500524"/>
            </a:xfrm>
            <a:custGeom>
              <a:avLst/>
              <a:pathLst>
                <a:path w="783885" h="1500524">
                  <a:moveTo>
                    <a:pt x="0" y="0"/>
                  </a:moveTo>
                  <a:lnTo>
                    <a:pt x="37848" y="646"/>
                  </a:lnTo>
                  <a:lnTo>
                    <a:pt x="75652" y="2584"/>
                  </a:lnTo>
                  <a:lnTo>
                    <a:pt x="113368" y="5811"/>
                  </a:lnTo>
                  <a:lnTo>
                    <a:pt x="150951" y="10325"/>
                  </a:lnTo>
                  <a:lnTo>
                    <a:pt x="188359" y="16119"/>
                  </a:lnTo>
                  <a:lnTo>
                    <a:pt x="225547" y="23186"/>
                  </a:lnTo>
                  <a:lnTo>
                    <a:pt x="262472" y="31520"/>
                  </a:lnTo>
                  <a:lnTo>
                    <a:pt x="299091" y="41109"/>
                  </a:lnTo>
                  <a:lnTo>
                    <a:pt x="335361" y="51942"/>
                  </a:lnTo>
                  <a:lnTo>
                    <a:pt x="371241" y="64008"/>
                  </a:lnTo>
                  <a:lnTo>
                    <a:pt x="406687" y="77292"/>
                  </a:lnTo>
                  <a:lnTo>
                    <a:pt x="441660" y="91778"/>
                  </a:lnTo>
                  <a:lnTo>
                    <a:pt x="476117" y="107449"/>
                  </a:lnTo>
                  <a:lnTo>
                    <a:pt x="510019" y="124288"/>
                  </a:lnTo>
                  <a:lnTo>
                    <a:pt x="543327" y="142274"/>
                  </a:lnTo>
                  <a:lnTo>
                    <a:pt x="576001" y="161387"/>
                  </a:lnTo>
                  <a:lnTo>
                    <a:pt x="608003" y="181605"/>
                  </a:lnTo>
                  <a:lnTo>
                    <a:pt x="639297" y="202903"/>
                  </a:lnTo>
                  <a:lnTo>
                    <a:pt x="669845" y="225258"/>
                  </a:lnTo>
                  <a:lnTo>
                    <a:pt x="699612" y="248642"/>
                  </a:lnTo>
                  <a:lnTo>
                    <a:pt x="728563" y="273029"/>
                  </a:lnTo>
                  <a:lnTo>
                    <a:pt x="756665" y="298390"/>
                  </a:lnTo>
                  <a:lnTo>
                    <a:pt x="783885" y="324695"/>
                  </a:lnTo>
                  <a:lnTo>
                    <a:pt x="777796" y="368057"/>
                  </a:lnTo>
                  <a:lnTo>
                    <a:pt x="770066" y="410633"/>
                  </a:lnTo>
                  <a:lnTo>
                    <a:pt x="760731" y="452370"/>
                  </a:lnTo>
                  <a:lnTo>
                    <a:pt x="749826" y="493214"/>
                  </a:lnTo>
                  <a:lnTo>
                    <a:pt x="737392" y="533114"/>
                  </a:lnTo>
                  <a:lnTo>
                    <a:pt x="723466" y="572021"/>
                  </a:lnTo>
                  <a:lnTo>
                    <a:pt x="708093" y="609885"/>
                  </a:lnTo>
                  <a:lnTo>
                    <a:pt x="691313" y="646660"/>
                  </a:lnTo>
                  <a:lnTo>
                    <a:pt x="673173" y="682299"/>
                  </a:lnTo>
                  <a:lnTo>
                    <a:pt x="653717" y="716758"/>
                  </a:lnTo>
                  <a:lnTo>
                    <a:pt x="632993" y="749994"/>
                  </a:lnTo>
                  <a:lnTo>
                    <a:pt x="611050" y="781967"/>
                  </a:lnTo>
                  <a:lnTo>
                    <a:pt x="587938" y="812638"/>
                  </a:lnTo>
                  <a:lnTo>
                    <a:pt x="563706" y="841967"/>
                  </a:lnTo>
                  <a:lnTo>
                    <a:pt x="538409" y="869921"/>
                  </a:lnTo>
                  <a:lnTo>
                    <a:pt x="512097" y="896463"/>
                  </a:lnTo>
                  <a:lnTo>
                    <a:pt x="484827" y="921562"/>
                  </a:lnTo>
                  <a:lnTo>
                    <a:pt x="456652" y="945188"/>
                  </a:lnTo>
                  <a:lnTo>
                    <a:pt x="427630" y="967311"/>
                  </a:lnTo>
                  <a:lnTo>
                    <a:pt x="397817" y="987904"/>
                  </a:lnTo>
                  <a:lnTo>
                    <a:pt x="367270" y="1006943"/>
                  </a:lnTo>
                  <a:lnTo>
                    <a:pt x="336049" y="1024405"/>
                  </a:lnTo>
                  <a:lnTo>
                    <a:pt x="304212" y="1040268"/>
                  </a:lnTo>
                  <a:lnTo>
                    <a:pt x="271820" y="1054513"/>
                  </a:lnTo>
                  <a:lnTo>
                    <a:pt x="238931" y="1067122"/>
                  </a:lnTo>
                  <a:lnTo>
                    <a:pt x="205609" y="1078082"/>
                  </a:lnTo>
                  <a:lnTo>
                    <a:pt x="171913" y="1087377"/>
                  </a:lnTo>
                  <a:lnTo>
                    <a:pt x="137905" y="1094998"/>
                  </a:lnTo>
                  <a:lnTo>
                    <a:pt x="103647" y="1100935"/>
                  </a:lnTo>
                  <a:lnTo>
                    <a:pt x="69202" y="1105181"/>
                  </a:lnTo>
                  <a:lnTo>
                    <a:pt x="34632" y="1107731"/>
                  </a:lnTo>
                  <a:lnTo>
                    <a:pt x="0" y="1108581"/>
                  </a:lnTo>
                  <a:lnTo>
                    <a:pt x="29148" y="1109786"/>
                  </a:lnTo>
                  <a:lnTo>
                    <a:pt x="58147" y="1113399"/>
                  </a:lnTo>
                  <a:lnTo>
                    <a:pt x="86847" y="1119406"/>
                  </a:lnTo>
                  <a:lnTo>
                    <a:pt x="115101" y="1127788"/>
                  </a:lnTo>
                  <a:lnTo>
                    <a:pt x="142761" y="1138515"/>
                  </a:lnTo>
                  <a:lnTo>
                    <a:pt x="169683" y="1151550"/>
                  </a:lnTo>
                  <a:lnTo>
                    <a:pt x="195722" y="1166850"/>
                  </a:lnTo>
                  <a:lnTo>
                    <a:pt x="220740" y="1184361"/>
                  </a:lnTo>
                  <a:lnTo>
                    <a:pt x="244597" y="1204023"/>
                  </a:lnTo>
                  <a:lnTo>
                    <a:pt x="267160" y="1225768"/>
                  </a:lnTo>
                  <a:lnTo>
                    <a:pt x="288298" y="1249521"/>
                  </a:lnTo>
                  <a:lnTo>
                    <a:pt x="307884" y="1275200"/>
                  </a:lnTo>
                  <a:lnTo>
                    <a:pt x="325797" y="1302714"/>
                  </a:lnTo>
                  <a:lnTo>
                    <a:pt x="341919" y="1331968"/>
                  </a:lnTo>
                  <a:lnTo>
                    <a:pt x="356138" y="1362859"/>
                  </a:lnTo>
                  <a:lnTo>
                    <a:pt x="368347" y="1395278"/>
                  </a:lnTo>
                  <a:lnTo>
                    <a:pt x="378447" y="1429109"/>
                  </a:lnTo>
                  <a:lnTo>
                    <a:pt x="386341" y="1464233"/>
                  </a:lnTo>
                  <a:lnTo>
                    <a:pt x="391942" y="1500524"/>
                  </a:lnTo>
                  <a:lnTo>
                    <a:pt x="355652" y="1494922"/>
                  </a:lnTo>
                  <a:lnTo>
                    <a:pt x="320528" y="1487028"/>
                  </a:lnTo>
                  <a:lnTo>
                    <a:pt x="286696" y="1476929"/>
                  </a:lnTo>
                  <a:lnTo>
                    <a:pt x="254278" y="1464719"/>
                  </a:lnTo>
                  <a:lnTo>
                    <a:pt x="223387" y="1450500"/>
                  </a:lnTo>
                  <a:lnTo>
                    <a:pt x="194133" y="1434378"/>
                  </a:lnTo>
                  <a:lnTo>
                    <a:pt x="166618" y="1416466"/>
                  </a:lnTo>
                  <a:lnTo>
                    <a:pt x="140940" y="1396879"/>
                  </a:lnTo>
                  <a:lnTo>
                    <a:pt x="117187" y="1375741"/>
                  </a:lnTo>
                  <a:lnTo>
                    <a:pt x="95442" y="1353178"/>
                  </a:lnTo>
                  <a:lnTo>
                    <a:pt x="75780" y="1329321"/>
                  </a:lnTo>
                  <a:lnTo>
                    <a:pt x="58269" y="1304304"/>
                  </a:lnTo>
                  <a:lnTo>
                    <a:pt x="42969" y="1278264"/>
                  </a:lnTo>
                  <a:lnTo>
                    <a:pt x="29933" y="1251342"/>
                  </a:lnTo>
                  <a:lnTo>
                    <a:pt x="19206" y="1223682"/>
                  </a:lnTo>
                  <a:lnTo>
                    <a:pt x="10825" y="1195428"/>
                  </a:lnTo>
                  <a:lnTo>
                    <a:pt x="4818" y="1166728"/>
                  </a:lnTo>
                  <a:lnTo>
                    <a:pt x="1205" y="1137729"/>
                  </a:lnTo>
                  <a:lnTo>
                    <a:pt x="0" y="1108581"/>
                  </a:lnTo>
                  <a:lnTo>
                    <a:pt x="0" y="1108581"/>
                  </a:lnTo>
                  <a:lnTo>
                    <a:pt x="0" y="1108581"/>
                  </a:lnTo>
                  <a:lnTo>
                    <a:pt x="0" y="1108581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1582667" y="7465779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2366553" y="7790475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11974610" y="8966303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11614268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11614268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11614268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11614268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11614268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10830383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10505687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10830383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tx523"/>
            <p:cNvSpPr/>
            <p:nvPr/>
          </p:nvSpPr>
          <p:spPr>
            <a:xfrm>
              <a:off x="11482229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12262007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12753340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12252909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11473131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0480206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10245042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10489304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9987969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9938500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33" name="rc533"/>
            <p:cNvSpPr/>
            <p:nvPr/>
          </p:nvSpPr>
          <p:spPr>
            <a:xfrm>
              <a:off x="69589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69589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397588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6" name="tx536"/>
            <p:cNvSpPr/>
            <p:nvPr/>
          </p:nvSpPr>
          <p:spPr>
            <a:xfrm>
              <a:off x="1261162" y="10269915"/>
              <a:ext cx="116393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Suliformes (n=4)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457405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1843132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1843132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1843132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1843132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1843132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961261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595978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961261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1288911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734690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596135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1451189" y="10845866"/>
              <a:ext cx="787779" cy="1662872"/>
            </a:xfrm>
            <a:custGeom>
              <a:avLst/>
              <a:pathLst>
                <a:path w="787779" h="1662872">
                  <a:moveTo>
                    <a:pt x="391942" y="1108581"/>
                  </a:moveTo>
                  <a:lnTo>
                    <a:pt x="420344" y="1107436"/>
                  </a:lnTo>
                  <a:lnTo>
                    <a:pt x="448608" y="1104006"/>
                  </a:lnTo>
                  <a:lnTo>
                    <a:pt x="476596" y="1098302"/>
                  </a:lnTo>
                  <a:lnTo>
                    <a:pt x="504170" y="1090342"/>
                  </a:lnTo>
                  <a:lnTo>
                    <a:pt x="531196" y="1080152"/>
                  </a:lnTo>
                  <a:lnTo>
                    <a:pt x="557537" y="1067765"/>
                  </a:lnTo>
                  <a:lnTo>
                    <a:pt x="583062" y="1053222"/>
                  </a:lnTo>
                  <a:lnTo>
                    <a:pt x="607641" y="1036570"/>
                  </a:lnTo>
                  <a:lnTo>
                    <a:pt x="631144" y="1017864"/>
                  </a:lnTo>
                  <a:lnTo>
                    <a:pt x="653448" y="997164"/>
                  </a:lnTo>
                  <a:lnTo>
                    <a:pt x="674430" y="974539"/>
                  </a:lnTo>
                  <a:lnTo>
                    <a:pt x="693973" y="950063"/>
                  </a:lnTo>
                  <a:lnTo>
                    <a:pt x="711962" y="923817"/>
                  </a:lnTo>
                  <a:lnTo>
                    <a:pt x="728288" y="895889"/>
                  </a:lnTo>
                  <a:lnTo>
                    <a:pt x="742844" y="866371"/>
                  </a:lnTo>
                  <a:lnTo>
                    <a:pt x="755531" y="835362"/>
                  </a:lnTo>
                  <a:lnTo>
                    <a:pt x="766253" y="802966"/>
                  </a:lnTo>
                  <a:lnTo>
                    <a:pt x="774920" y="769292"/>
                  </a:lnTo>
                  <a:lnTo>
                    <a:pt x="781448" y="734456"/>
                  </a:lnTo>
                  <a:lnTo>
                    <a:pt x="785758" y="698575"/>
                  </a:lnTo>
                  <a:lnTo>
                    <a:pt x="787779" y="661774"/>
                  </a:lnTo>
                  <a:lnTo>
                    <a:pt x="787444" y="624179"/>
                  </a:lnTo>
                  <a:lnTo>
                    <a:pt x="784695" y="585922"/>
                  </a:lnTo>
                  <a:lnTo>
                    <a:pt x="779478" y="547138"/>
                  </a:lnTo>
                  <a:lnTo>
                    <a:pt x="771749" y="507964"/>
                  </a:lnTo>
                  <a:lnTo>
                    <a:pt x="761469" y="468541"/>
                  </a:lnTo>
                  <a:lnTo>
                    <a:pt x="748608" y="429012"/>
                  </a:lnTo>
                  <a:lnTo>
                    <a:pt x="733141" y="389521"/>
                  </a:lnTo>
                  <a:lnTo>
                    <a:pt x="715052" y="350214"/>
                  </a:lnTo>
                  <a:lnTo>
                    <a:pt x="694333" y="311241"/>
                  </a:lnTo>
                  <a:lnTo>
                    <a:pt x="670984" y="272749"/>
                  </a:lnTo>
                  <a:lnTo>
                    <a:pt x="645010" y="234889"/>
                  </a:lnTo>
                  <a:lnTo>
                    <a:pt x="616428" y="197808"/>
                  </a:lnTo>
                  <a:lnTo>
                    <a:pt x="585258" y="161657"/>
                  </a:lnTo>
                  <a:lnTo>
                    <a:pt x="551532" y="126584"/>
                  </a:lnTo>
                  <a:lnTo>
                    <a:pt x="515288" y="92736"/>
                  </a:lnTo>
                  <a:lnTo>
                    <a:pt x="476571" y="60260"/>
                  </a:lnTo>
                  <a:lnTo>
                    <a:pt x="435436" y="29301"/>
                  </a:lnTo>
                  <a:lnTo>
                    <a:pt x="391942" y="0"/>
                  </a:lnTo>
                  <a:lnTo>
                    <a:pt x="418298" y="34966"/>
                  </a:lnTo>
                  <a:lnTo>
                    <a:pt x="442938" y="70538"/>
                  </a:lnTo>
                  <a:lnTo>
                    <a:pt x="465849" y="106651"/>
                  </a:lnTo>
                  <a:lnTo>
                    <a:pt x="487020" y="143243"/>
                  </a:lnTo>
                  <a:lnTo>
                    <a:pt x="506441" y="180250"/>
                  </a:lnTo>
                  <a:lnTo>
                    <a:pt x="524106" y="217607"/>
                  </a:lnTo>
                  <a:lnTo>
                    <a:pt x="540009" y="255252"/>
                  </a:lnTo>
                  <a:lnTo>
                    <a:pt x="554147" y="293121"/>
                  </a:lnTo>
                  <a:lnTo>
                    <a:pt x="566521" y="331148"/>
                  </a:lnTo>
                  <a:lnTo>
                    <a:pt x="577129" y="369272"/>
                  </a:lnTo>
                  <a:lnTo>
                    <a:pt x="585977" y="407427"/>
                  </a:lnTo>
                  <a:lnTo>
                    <a:pt x="593070" y="445552"/>
                  </a:lnTo>
                  <a:lnTo>
                    <a:pt x="598414" y="483582"/>
                  </a:lnTo>
                  <a:lnTo>
                    <a:pt x="602019" y="521456"/>
                  </a:lnTo>
                  <a:lnTo>
                    <a:pt x="603897" y="559110"/>
                  </a:lnTo>
                  <a:lnTo>
                    <a:pt x="604060" y="596483"/>
                  </a:lnTo>
                  <a:lnTo>
                    <a:pt x="602525" y="633514"/>
                  </a:lnTo>
                  <a:lnTo>
                    <a:pt x="599308" y="670142"/>
                  </a:lnTo>
                  <a:lnTo>
                    <a:pt x="594430" y="706307"/>
                  </a:lnTo>
                  <a:lnTo>
                    <a:pt x="587910" y="741950"/>
                  </a:lnTo>
                  <a:lnTo>
                    <a:pt x="579773" y="777013"/>
                  </a:lnTo>
                  <a:lnTo>
                    <a:pt x="570044" y="811437"/>
                  </a:lnTo>
                  <a:lnTo>
                    <a:pt x="558748" y="845165"/>
                  </a:lnTo>
                  <a:lnTo>
                    <a:pt x="545916" y="878143"/>
                  </a:lnTo>
                  <a:lnTo>
                    <a:pt x="531577" y="910315"/>
                  </a:lnTo>
                  <a:lnTo>
                    <a:pt x="515764" y="941627"/>
                  </a:lnTo>
                  <a:lnTo>
                    <a:pt x="498510" y="972027"/>
                  </a:lnTo>
                  <a:lnTo>
                    <a:pt x="479852" y="1001463"/>
                  </a:lnTo>
                  <a:lnTo>
                    <a:pt x="459826" y="1029885"/>
                  </a:lnTo>
                  <a:lnTo>
                    <a:pt x="438472" y="1057243"/>
                  </a:lnTo>
                  <a:lnTo>
                    <a:pt x="415830" y="1083491"/>
                  </a:lnTo>
                  <a:lnTo>
                    <a:pt x="391942" y="1108581"/>
                  </a:lnTo>
                  <a:lnTo>
                    <a:pt x="376817" y="1095809"/>
                  </a:lnTo>
                  <a:lnTo>
                    <a:pt x="359652" y="1085670"/>
                  </a:lnTo>
                  <a:lnTo>
                    <a:pt x="340790" y="1078407"/>
                  </a:lnTo>
                  <a:lnTo>
                    <a:pt x="320600" y="1074224"/>
                  </a:lnTo>
                  <a:lnTo>
                    <a:pt x="299470" y="1073282"/>
                  </a:lnTo>
                  <a:lnTo>
                    <a:pt x="277808" y="1075699"/>
                  </a:lnTo>
                  <a:lnTo>
                    <a:pt x="256032" y="1081547"/>
                  </a:lnTo>
                  <a:lnTo>
                    <a:pt x="234569" y="1090849"/>
                  </a:lnTo>
                  <a:lnTo>
                    <a:pt x="213847" y="1103584"/>
                  </a:lnTo>
                  <a:lnTo>
                    <a:pt x="194293" y="1119681"/>
                  </a:lnTo>
                  <a:lnTo>
                    <a:pt x="176323" y="1139021"/>
                  </a:lnTo>
                  <a:lnTo>
                    <a:pt x="160345" y="1161441"/>
                  </a:lnTo>
                  <a:lnTo>
                    <a:pt x="146746" y="1186732"/>
                  </a:lnTo>
                  <a:lnTo>
                    <a:pt x="135893" y="1214640"/>
                  </a:lnTo>
                  <a:lnTo>
                    <a:pt x="128126" y="1244872"/>
                  </a:lnTo>
                  <a:lnTo>
                    <a:pt x="123753" y="1277095"/>
                  </a:lnTo>
                  <a:lnTo>
                    <a:pt x="123048" y="1310944"/>
                  </a:lnTo>
                  <a:lnTo>
                    <a:pt x="126248" y="1346020"/>
                  </a:lnTo>
                  <a:lnTo>
                    <a:pt x="133545" y="1381897"/>
                  </a:lnTo>
                  <a:lnTo>
                    <a:pt x="145089" y="1418125"/>
                  </a:lnTo>
                  <a:lnTo>
                    <a:pt x="160982" y="1454238"/>
                  </a:lnTo>
                  <a:lnTo>
                    <a:pt x="181276" y="1489753"/>
                  </a:lnTo>
                  <a:lnTo>
                    <a:pt x="205973" y="1524180"/>
                  </a:lnTo>
                  <a:lnTo>
                    <a:pt x="235025" y="1557026"/>
                  </a:lnTo>
                  <a:lnTo>
                    <a:pt x="268327" y="1587797"/>
                  </a:lnTo>
                  <a:lnTo>
                    <a:pt x="305727" y="1616007"/>
                  </a:lnTo>
                  <a:lnTo>
                    <a:pt x="347018" y="1641184"/>
                  </a:lnTo>
                  <a:lnTo>
                    <a:pt x="391942" y="1662872"/>
                  </a:lnTo>
                  <a:lnTo>
                    <a:pt x="413643" y="1633250"/>
                  </a:lnTo>
                  <a:lnTo>
                    <a:pt x="432897" y="1602831"/>
                  </a:lnTo>
                  <a:lnTo>
                    <a:pt x="449678" y="1571767"/>
                  </a:lnTo>
                  <a:lnTo>
                    <a:pt x="463968" y="1540211"/>
                  </a:lnTo>
                  <a:lnTo>
                    <a:pt x="475757" y="1508313"/>
                  </a:lnTo>
                  <a:lnTo>
                    <a:pt x="485043" y="1476227"/>
                  </a:lnTo>
                  <a:lnTo>
                    <a:pt x="491832" y="1444106"/>
                  </a:lnTo>
                  <a:lnTo>
                    <a:pt x="496140" y="1412098"/>
                  </a:lnTo>
                  <a:lnTo>
                    <a:pt x="497989" y="1380356"/>
                  </a:lnTo>
                  <a:lnTo>
                    <a:pt x="497411" y="1349025"/>
                  </a:lnTo>
                  <a:lnTo>
                    <a:pt x="494444" y="1318252"/>
                  </a:lnTo>
                  <a:lnTo>
                    <a:pt x="489137" y="1288180"/>
                  </a:lnTo>
                  <a:lnTo>
                    <a:pt x="481542" y="1258949"/>
                  </a:lnTo>
                  <a:lnTo>
                    <a:pt x="471723" y="1230695"/>
                  </a:lnTo>
                  <a:lnTo>
                    <a:pt x="459750" y="1203551"/>
                  </a:lnTo>
                  <a:lnTo>
                    <a:pt x="445698" y="1177646"/>
                  </a:lnTo>
                  <a:lnTo>
                    <a:pt x="429651" y="1153104"/>
                  </a:lnTo>
                  <a:lnTo>
                    <a:pt x="411701" y="1130044"/>
                  </a:lnTo>
                  <a:lnTo>
                    <a:pt x="391942" y="1108581"/>
                  </a:lnTo>
                  <a:lnTo>
                    <a:pt x="407781" y="1126745"/>
                  </a:lnTo>
                  <a:lnTo>
                    <a:pt x="421066" y="1146986"/>
                  </a:lnTo>
                  <a:lnTo>
                    <a:pt x="431595" y="1169036"/>
                  </a:lnTo>
                  <a:lnTo>
                    <a:pt x="439188" y="1192608"/>
                  </a:lnTo>
                  <a:lnTo>
                    <a:pt x="443694" y="1217400"/>
                  </a:lnTo>
                  <a:lnTo>
                    <a:pt x="444988" y="1243097"/>
                  </a:lnTo>
                  <a:lnTo>
                    <a:pt x="442976" y="1269374"/>
                  </a:lnTo>
                  <a:lnTo>
                    <a:pt x="437590" y="1295896"/>
                  </a:lnTo>
                  <a:lnTo>
                    <a:pt x="428795" y="1322323"/>
                  </a:lnTo>
                  <a:lnTo>
                    <a:pt x="416587" y="1348313"/>
                  </a:lnTo>
                  <a:lnTo>
                    <a:pt x="400993" y="1373522"/>
                  </a:lnTo>
                  <a:lnTo>
                    <a:pt x="382069" y="1397607"/>
                  </a:lnTo>
                  <a:lnTo>
                    <a:pt x="359903" y="1420233"/>
                  </a:lnTo>
                  <a:lnTo>
                    <a:pt x="334615" y="1441069"/>
                  </a:lnTo>
                  <a:lnTo>
                    <a:pt x="306353" y="1459796"/>
                  </a:lnTo>
                  <a:lnTo>
                    <a:pt x="275295" y="1476107"/>
                  </a:lnTo>
                  <a:lnTo>
                    <a:pt x="241645" y="1489710"/>
                  </a:lnTo>
                  <a:lnTo>
                    <a:pt x="205635" y="1500328"/>
                  </a:lnTo>
                  <a:lnTo>
                    <a:pt x="167525" y="1507708"/>
                  </a:lnTo>
                  <a:lnTo>
                    <a:pt x="127593" y="1511614"/>
                  </a:lnTo>
                  <a:lnTo>
                    <a:pt x="86143" y="1511837"/>
                  </a:lnTo>
                  <a:lnTo>
                    <a:pt x="43499" y="1508193"/>
                  </a:lnTo>
                  <a:lnTo>
                    <a:pt x="0" y="1500524"/>
                  </a:lnTo>
                  <a:lnTo>
                    <a:pt x="5601" y="1464233"/>
                  </a:lnTo>
                  <a:lnTo>
                    <a:pt x="13495" y="1429109"/>
                  </a:lnTo>
                  <a:lnTo>
                    <a:pt x="23594" y="1395278"/>
                  </a:lnTo>
                  <a:lnTo>
                    <a:pt x="35804" y="1362859"/>
                  </a:lnTo>
                  <a:lnTo>
                    <a:pt x="50023" y="1331968"/>
                  </a:lnTo>
                  <a:lnTo>
                    <a:pt x="66145" y="1302714"/>
                  </a:lnTo>
                  <a:lnTo>
                    <a:pt x="84058" y="1275200"/>
                  </a:lnTo>
                  <a:lnTo>
                    <a:pt x="103644" y="1249521"/>
                  </a:lnTo>
                  <a:lnTo>
                    <a:pt x="124782" y="1225768"/>
                  </a:lnTo>
                  <a:lnTo>
                    <a:pt x="147345" y="1204023"/>
                  </a:lnTo>
                  <a:lnTo>
                    <a:pt x="171202" y="1184361"/>
                  </a:lnTo>
                  <a:lnTo>
                    <a:pt x="196219" y="1166850"/>
                  </a:lnTo>
                  <a:lnTo>
                    <a:pt x="222259" y="1151550"/>
                  </a:lnTo>
                  <a:lnTo>
                    <a:pt x="249181" y="1138515"/>
                  </a:lnTo>
                  <a:lnTo>
                    <a:pt x="276841" y="1127788"/>
                  </a:lnTo>
                  <a:lnTo>
                    <a:pt x="305095" y="1119406"/>
                  </a:lnTo>
                  <a:lnTo>
                    <a:pt x="333795" y="1113399"/>
                  </a:lnTo>
                  <a:lnTo>
                    <a:pt x="362794" y="1109786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1451189" y="10845866"/>
              <a:ext cx="604060" cy="1662872"/>
            </a:xfrm>
            <a:custGeom>
              <a:avLst/>
              <a:pathLst>
                <a:path w="604060" h="1662872">
                  <a:moveTo>
                    <a:pt x="391942" y="0"/>
                  </a:moveTo>
                  <a:lnTo>
                    <a:pt x="418298" y="34966"/>
                  </a:lnTo>
                  <a:lnTo>
                    <a:pt x="442938" y="70538"/>
                  </a:lnTo>
                  <a:lnTo>
                    <a:pt x="465849" y="106651"/>
                  </a:lnTo>
                  <a:lnTo>
                    <a:pt x="487020" y="143243"/>
                  </a:lnTo>
                  <a:lnTo>
                    <a:pt x="506441" y="180250"/>
                  </a:lnTo>
                  <a:lnTo>
                    <a:pt x="524106" y="217607"/>
                  </a:lnTo>
                  <a:lnTo>
                    <a:pt x="540009" y="255252"/>
                  </a:lnTo>
                  <a:lnTo>
                    <a:pt x="554147" y="293121"/>
                  </a:lnTo>
                  <a:lnTo>
                    <a:pt x="566521" y="331148"/>
                  </a:lnTo>
                  <a:lnTo>
                    <a:pt x="577129" y="369272"/>
                  </a:lnTo>
                  <a:lnTo>
                    <a:pt x="585977" y="407427"/>
                  </a:lnTo>
                  <a:lnTo>
                    <a:pt x="593070" y="445552"/>
                  </a:lnTo>
                  <a:lnTo>
                    <a:pt x="598414" y="483582"/>
                  </a:lnTo>
                  <a:lnTo>
                    <a:pt x="602019" y="521456"/>
                  </a:lnTo>
                  <a:lnTo>
                    <a:pt x="603897" y="559110"/>
                  </a:lnTo>
                  <a:lnTo>
                    <a:pt x="604060" y="596483"/>
                  </a:lnTo>
                  <a:lnTo>
                    <a:pt x="602525" y="633514"/>
                  </a:lnTo>
                  <a:lnTo>
                    <a:pt x="599308" y="670142"/>
                  </a:lnTo>
                  <a:lnTo>
                    <a:pt x="594430" y="706307"/>
                  </a:lnTo>
                  <a:lnTo>
                    <a:pt x="587910" y="741950"/>
                  </a:lnTo>
                  <a:lnTo>
                    <a:pt x="579773" y="777013"/>
                  </a:lnTo>
                  <a:lnTo>
                    <a:pt x="570044" y="811437"/>
                  </a:lnTo>
                  <a:lnTo>
                    <a:pt x="558748" y="845165"/>
                  </a:lnTo>
                  <a:lnTo>
                    <a:pt x="545916" y="878143"/>
                  </a:lnTo>
                  <a:lnTo>
                    <a:pt x="531577" y="910315"/>
                  </a:lnTo>
                  <a:lnTo>
                    <a:pt x="515764" y="941627"/>
                  </a:lnTo>
                  <a:lnTo>
                    <a:pt x="498510" y="972027"/>
                  </a:lnTo>
                  <a:lnTo>
                    <a:pt x="479852" y="1001463"/>
                  </a:lnTo>
                  <a:lnTo>
                    <a:pt x="459826" y="1029885"/>
                  </a:lnTo>
                  <a:lnTo>
                    <a:pt x="438472" y="1057243"/>
                  </a:lnTo>
                  <a:lnTo>
                    <a:pt x="415830" y="1083491"/>
                  </a:lnTo>
                  <a:lnTo>
                    <a:pt x="391942" y="1108581"/>
                  </a:lnTo>
                  <a:lnTo>
                    <a:pt x="391942" y="1108581"/>
                  </a:lnTo>
                  <a:lnTo>
                    <a:pt x="391942" y="1108581"/>
                  </a:lnTo>
                  <a:lnTo>
                    <a:pt x="411701" y="1130044"/>
                  </a:lnTo>
                  <a:lnTo>
                    <a:pt x="429651" y="1153104"/>
                  </a:lnTo>
                  <a:lnTo>
                    <a:pt x="445698" y="1177646"/>
                  </a:lnTo>
                  <a:lnTo>
                    <a:pt x="459750" y="1203551"/>
                  </a:lnTo>
                  <a:lnTo>
                    <a:pt x="471723" y="1230695"/>
                  </a:lnTo>
                  <a:lnTo>
                    <a:pt x="481542" y="1258949"/>
                  </a:lnTo>
                  <a:lnTo>
                    <a:pt x="489137" y="1288180"/>
                  </a:lnTo>
                  <a:lnTo>
                    <a:pt x="494444" y="1318252"/>
                  </a:lnTo>
                  <a:lnTo>
                    <a:pt x="497411" y="1349025"/>
                  </a:lnTo>
                  <a:lnTo>
                    <a:pt x="497989" y="1380356"/>
                  </a:lnTo>
                  <a:lnTo>
                    <a:pt x="496140" y="1412098"/>
                  </a:lnTo>
                  <a:lnTo>
                    <a:pt x="491832" y="1444106"/>
                  </a:lnTo>
                  <a:lnTo>
                    <a:pt x="485043" y="1476227"/>
                  </a:lnTo>
                  <a:lnTo>
                    <a:pt x="475757" y="1508313"/>
                  </a:lnTo>
                  <a:lnTo>
                    <a:pt x="463968" y="1540211"/>
                  </a:lnTo>
                  <a:lnTo>
                    <a:pt x="449678" y="1571767"/>
                  </a:lnTo>
                  <a:lnTo>
                    <a:pt x="432897" y="1602831"/>
                  </a:lnTo>
                  <a:lnTo>
                    <a:pt x="413643" y="1633250"/>
                  </a:lnTo>
                  <a:lnTo>
                    <a:pt x="391942" y="1662872"/>
                  </a:lnTo>
                  <a:lnTo>
                    <a:pt x="358475" y="1661860"/>
                  </a:lnTo>
                  <a:lnTo>
                    <a:pt x="325130" y="1658830"/>
                  </a:lnTo>
                  <a:lnTo>
                    <a:pt x="292029" y="1653792"/>
                  </a:lnTo>
                  <a:lnTo>
                    <a:pt x="259292" y="1646765"/>
                  </a:lnTo>
                  <a:lnTo>
                    <a:pt x="227039" y="1637774"/>
                  </a:lnTo>
                  <a:lnTo>
                    <a:pt x="195388" y="1626852"/>
                  </a:lnTo>
                  <a:lnTo>
                    <a:pt x="164454" y="1614038"/>
                  </a:lnTo>
                  <a:lnTo>
                    <a:pt x="134350" y="1599381"/>
                  </a:lnTo>
                  <a:lnTo>
                    <a:pt x="105187" y="1582932"/>
                  </a:lnTo>
                  <a:lnTo>
                    <a:pt x="77069" y="1564753"/>
                  </a:lnTo>
                  <a:lnTo>
                    <a:pt x="50101" y="1544909"/>
                  </a:lnTo>
                  <a:lnTo>
                    <a:pt x="24379" y="1523473"/>
                  </a:lnTo>
                  <a:lnTo>
                    <a:pt x="0" y="1500524"/>
                  </a:lnTo>
                  <a:lnTo>
                    <a:pt x="5601" y="1464233"/>
                  </a:lnTo>
                  <a:lnTo>
                    <a:pt x="13495" y="1429109"/>
                  </a:lnTo>
                  <a:lnTo>
                    <a:pt x="23594" y="1395278"/>
                  </a:lnTo>
                  <a:lnTo>
                    <a:pt x="35804" y="1362859"/>
                  </a:lnTo>
                  <a:lnTo>
                    <a:pt x="50023" y="1331968"/>
                  </a:lnTo>
                  <a:lnTo>
                    <a:pt x="66145" y="1302714"/>
                  </a:lnTo>
                  <a:lnTo>
                    <a:pt x="84058" y="1275200"/>
                  </a:lnTo>
                  <a:lnTo>
                    <a:pt x="103644" y="1249521"/>
                  </a:lnTo>
                  <a:lnTo>
                    <a:pt x="124782" y="1225768"/>
                  </a:lnTo>
                  <a:lnTo>
                    <a:pt x="147345" y="1204023"/>
                  </a:lnTo>
                  <a:lnTo>
                    <a:pt x="171202" y="1184361"/>
                  </a:lnTo>
                  <a:lnTo>
                    <a:pt x="196219" y="1166850"/>
                  </a:lnTo>
                  <a:lnTo>
                    <a:pt x="222259" y="1151550"/>
                  </a:lnTo>
                  <a:lnTo>
                    <a:pt x="249181" y="1138515"/>
                  </a:lnTo>
                  <a:lnTo>
                    <a:pt x="276841" y="1127788"/>
                  </a:lnTo>
                  <a:lnTo>
                    <a:pt x="305095" y="1119406"/>
                  </a:lnTo>
                  <a:lnTo>
                    <a:pt x="333795" y="1113399"/>
                  </a:lnTo>
                  <a:lnTo>
                    <a:pt x="362794" y="1109786"/>
                  </a:lnTo>
                  <a:lnTo>
                    <a:pt x="391942" y="1108581"/>
                  </a:lnTo>
                  <a:lnTo>
                    <a:pt x="391942" y="1108581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811531" y="10814265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811531" y="12477137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419588" y="1231478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1843132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1843132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1843132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843132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843132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1059247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34551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1059247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tx567"/>
            <p:cNvSpPr/>
            <p:nvPr/>
          </p:nvSpPr>
          <p:spPr>
            <a:xfrm>
              <a:off x="1711093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2490871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2982204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2481773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1701994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709069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47390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718168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216833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167364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77" name="rc577"/>
            <p:cNvSpPr/>
            <p:nvPr/>
          </p:nvSpPr>
          <p:spPr>
            <a:xfrm>
              <a:off x="3326634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3326634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3654633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4407199" y="10269915"/>
              <a:ext cx="1385956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Ciconiiformes (n=3)</a:t>
              </a:r>
            </a:p>
          </p:txBody>
        </p:sp>
        <p:sp>
          <p:nvSpPr>
            <p:cNvPr id="581" name="rc581"/>
            <p:cNvSpPr/>
            <p:nvPr/>
          </p:nvSpPr>
          <p:spPr>
            <a:xfrm>
              <a:off x="3714451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5100177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100177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5100177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5100177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5100177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4218306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3853023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4218306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4545957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991736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3853180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316292" y="11558611"/>
              <a:ext cx="1892466" cy="1504418"/>
            </a:xfrm>
            <a:custGeom>
              <a:avLst/>
              <a:pathLst>
                <a:path w="1892466" h="1504418">
                  <a:moveTo>
                    <a:pt x="1892466" y="395836"/>
                  </a:moveTo>
                  <a:lnTo>
                    <a:pt x="1863165" y="352343"/>
                  </a:lnTo>
                  <a:lnTo>
                    <a:pt x="1832206" y="311207"/>
                  </a:lnTo>
                  <a:lnTo>
                    <a:pt x="1799730" y="272490"/>
                  </a:lnTo>
                  <a:lnTo>
                    <a:pt x="1765882" y="236246"/>
                  </a:lnTo>
                  <a:lnTo>
                    <a:pt x="1730809" y="202520"/>
                  </a:lnTo>
                  <a:lnTo>
                    <a:pt x="1694658" y="171351"/>
                  </a:lnTo>
                  <a:lnTo>
                    <a:pt x="1657577" y="142768"/>
                  </a:lnTo>
                  <a:lnTo>
                    <a:pt x="1619716" y="116795"/>
                  </a:lnTo>
                  <a:lnTo>
                    <a:pt x="1581225" y="93445"/>
                  </a:lnTo>
                  <a:lnTo>
                    <a:pt x="1542251" y="72727"/>
                  </a:lnTo>
                  <a:lnTo>
                    <a:pt x="1502945" y="54638"/>
                  </a:lnTo>
                  <a:lnTo>
                    <a:pt x="1463454" y="39171"/>
                  </a:lnTo>
                  <a:lnTo>
                    <a:pt x="1423925" y="26309"/>
                  </a:lnTo>
                  <a:lnTo>
                    <a:pt x="1384502" y="16029"/>
                  </a:lnTo>
                  <a:lnTo>
                    <a:pt x="1345328" y="8300"/>
                  </a:lnTo>
                  <a:lnTo>
                    <a:pt x="1306544" y="3084"/>
                  </a:lnTo>
                  <a:lnTo>
                    <a:pt x="1268287" y="334"/>
                  </a:lnTo>
                  <a:lnTo>
                    <a:pt x="1230692" y="0"/>
                  </a:lnTo>
                  <a:lnTo>
                    <a:pt x="1193891" y="2020"/>
                  </a:lnTo>
                  <a:lnTo>
                    <a:pt x="1158010" y="6331"/>
                  </a:lnTo>
                  <a:lnTo>
                    <a:pt x="1123174" y="12859"/>
                  </a:lnTo>
                  <a:lnTo>
                    <a:pt x="1089500" y="21526"/>
                  </a:lnTo>
                  <a:lnTo>
                    <a:pt x="1057104" y="32248"/>
                  </a:lnTo>
                  <a:lnTo>
                    <a:pt x="1026095" y="44935"/>
                  </a:lnTo>
                  <a:lnTo>
                    <a:pt x="996577" y="59491"/>
                  </a:lnTo>
                  <a:lnTo>
                    <a:pt x="968648" y="75816"/>
                  </a:lnTo>
                  <a:lnTo>
                    <a:pt x="942403" y="93805"/>
                  </a:lnTo>
                  <a:lnTo>
                    <a:pt x="917927" y="113348"/>
                  </a:lnTo>
                  <a:lnTo>
                    <a:pt x="895302" y="134331"/>
                  </a:lnTo>
                  <a:lnTo>
                    <a:pt x="874602" y="156634"/>
                  </a:lnTo>
                  <a:lnTo>
                    <a:pt x="855896" y="180138"/>
                  </a:lnTo>
                  <a:lnTo>
                    <a:pt x="839244" y="204716"/>
                  </a:lnTo>
                  <a:lnTo>
                    <a:pt x="824700" y="230241"/>
                  </a:lnTo>
                  <a:lnTo>
                    <a:pt x="812314" y="256583"/>
                  </a:lnTo>
                  <a:lnTo>
                    <a:pt x="802124" y="283608"/>
                  </a:lnTo>
                  <a:lnTo>
                    <a:pt x="794164" y="311183"/>
                  </a:lnTo>
                  <a:lnTo>
                    <a:pt x="788459" y="339170"/>
                  </a:lnTo>
                  <a:lnTo>
                    <a:pt x="785029" y="367434"/>
                  </a:lnTo>
                  <a:lnTo>
                    <a:pt x="783885" y="395836"/>
                  </a:lnTo>
                  <a:lnTo>
                    <a:pt x="784735" y="430469"/>
                  </a:lnTo>
                  <a:lnTo>
                    <a:pt x="787285" y="465039"/>
                  </a:lnTo>
                  <a:lnTo>
                    <a:pt x="791530" y="499484"/>
                  </a:lnTo>
                  <a:lnTo>
                    <a:pt x="797467" y="533742"/>
                  </a:lnTo>
                  <a:lnTo>
                    <a:pt x="805088" y="567749"/>
                  </a:lnTo>
                  <a:lnTo>
                    <a:pt x="814384" y="601446"/>
                  </a:lnTo>
                  <a:lnTo>
                    <a:pt x="825344" y="634768"/>
                  </a:lnTo>
                  <a:lnTo>
                    <a:pt x="837953" y="667656"/>
                  </a:lnTo>
                  <a:lnTo>
                    <a:pt x="852198" y="700049"/>
                  </a:lnTo>
                  <a:lnTo>
                    <a:pt x="868061" y="731886"/>
                  </a:lnTo>
                  <a:lnTo>
                    <a:pt x="885522" y="763107"/>
                  </a:lnTo>
                  <a:lnTo>
                    <a:pt x="904561" y="793654"/>
                  </a:lnTo>
                  <a:lnTo>
                    <a:pt x="925155" y="823467"/>
                  </a:lnTo>
                  <a:lnTo>
                    <a:pt x="947278" y="852489"/>
                  </a:lnTo>
                  <a:lnTo>
                    <a:pt x="970903" y="880664"/>
                  </a:lnTo>
                  <a:lnTo>
                    <a:pt x="996003" y="907934"/>
                  </a:lnTo>
                  <a:lnTo>
                    <a:pt x="1022545" y="934245"/>
                  </a:lnTo>
                  <a:lnTo>
                    <a:pt x="1050498" y="959543"/>
                  </a:lnTo>
                  <a:lnTo>
                    <a:pt x="1079828" y="983775"/>
                  </a:lnTo>
                  <a:lnTo>
                    <a:pt x="1110498" y="1006887"/>
                  </a:lnTo>
                  <a:lnTo>
                    <a:pt x="1142472" y="1028830"/>
                  </a:lnTo>
                  <a:lnTo>
                    <a:pt x="1175708" y="1049554"/>
                  </a:lnTo>
                  <a:lnTo>
                    <a:pt x="1210167" y="1069010"/>
                  </a:lnTo>
                  <a:lnTo>
                    <a:pt x="1245806" y="1087150"/>
                  </a:lnTo>
                  <a:lnTo>
                    <a:pt x="1282580" y="1103929"/>
                  </a:lnTo>
                  <a:lnTo>
                    <a:pt x="1320445" y="1119303"/>
                  </a:lnTo>
                  <a:lnTo>
                    <a:pt x="1359351" y="1133228"/>
                  </a:lnTo>
                  <a:lnTo>
                    <a:pt x="1399252" y="1145663"/>
                  </a:lnTo>
                  <a:lnTo>
                    <a:pt x="1440096" y="1156568"/>
                  </a:lnTo>
                  <a:lnTo>
                    <a:pt x="1481833" y="1165903"/>
                  </a:lnTo>
                  <a:lnTo>
                    <a:pt x="1524409" y="1173633"/>
                  </a:lnTo>
                  <a:lnTo>
                    <a:pt x="1567770" y="1179722"/>
                  </a:lnTo>
                  <a:lnTo>
                    <a:pt x="1540551" y="1206027"/>
                  </a:lnTo>
                  <a:lnTo>
                    <a:pt x="1512449" y="1231388"/>
                  </a:lnTo>
                  <a:lnTo>
                    <a:pt x="1483497" y="1255775"/>
                  </a:lnTo>
                  <a:lnTo>
                    <a:pt x="1453730" y="1279160"/>
                  </a:lnTo>
                  <a:lnTo>
                    <a:pt x="1423182" y="1301514"/>
                  </a:lnTo>
                  <a:lnTo>
                    <a:pt x="1391888" y="1322812"/>
                  </a:lnTo>
                  <a:lnTo>
                    <a:pt x="1359886" y="1343030"/>
                  </a:lnTo>
                  <a:lnTo>
                    <a:pt x="1327212" y="1362143"/>
                  </a:lnTo>
                  <a:lnTo>
                    <a:pt x="1293904" y="1380129"/>
                  </a:lnTo>
                  <a:lnTo>
                    <a:pt x="1260002" y="1396968"/>
                  </a:lnTo>
                  <a:lnTo>
                    <a:pt x="1225545" y="1412640"/>
                  </a:lnTo>
                  <a:lnTo>
                    <a:pt x="1190573" y="1427126"/>
                  </a:lnTo>
                  <a:lnTo>
                    <a:pt x="1155126" y="1440409"/>
                  </a:lnTo>
                  <a:lnTo>
                    <a:pt x="1119247" y="1452475"/>
                  </a:lnTo>
                  <a:lnTo>
                    <a:pt x="1082977" y="1463308"/>
                  </a:lnTo>
                  <a:lnTo>
                    <a:pt x="1046358" y="1472897"/>
                  </a:lnTo>
                  <a:lnTo>
                    <a:pt x="1009432" y="1481231"/>
                  </a:lnTo>
                  <a:lnTo>
                    <a:pt x="972244" y="1488298"/>
                  </a:lnTo>
                  <a:lnTo>
                    <a:pt x="934837" y="1494092"/>
                  </a:lnTo>
                  <a:lnTo>
                    <a:pt x="897253" y="1498606"/>
                  </a:lnTo>
                  <a:lnTo>
                    <a:pt x="859537" y="1501833"/>
                  </a:lnTo>
                  <a:lnTo>
                    <a:pt x="821733" y="1503771"/>
                  </a:lnTo>
                  <a:lnTo>
                    <a:pt x="783885" y="1504418"/>
                  </a:lnTo>
                  <a:lnTo>
                    <a:pt x="746037" y="1503771"/>
                  </a:lnTo>
                  <a:lnTo>
                    <a:pt x="708233" y="1501833"/>
                  </a:lnTo>
                  <a:lnTo>
                    <a:pt x="670517" y="1498606"/>
                  </a:lnTo>
                  <a:lnTo>
                    <a:pt x="632933" y="1494092"/>
                  </a:lnTo>
                  <a:lnTo>
                    <a:pt x="595525" y="1488298"/>
                  </a:lnTo>
                  <a:lnTo>
                    <a:pt x="558337" y="1481231"/>
                  </a:lnTo>
                  <a:lnTo>
                    <a:pt x="521412" y="1472897"/>
                  </a:lnTo>
                  <a:lnTo>
                    <a:pt x="484793" y="1463308"/>
                  </a:lnTo>
                  <a:lnTo>
                    <a:pt x="448523" y="1452475"/>
                  </a:lnTo>
                  <a:lnTo>
                    <a:pt x="412644" y="1440409"/>
                  </a:lnTo>
                  <a:lnTo>
                    <a:pt x="377197" y="1427126"/>
                  </a:lnTo>
                  <a:lnTo>
                    <a:pt x="342225" y="1412640"/>
                  </a:lnTo>
                  <a:lnTo>
                    <a:pt x="307768" y="1396968"/>
                  </a:lnTo>
                  <a:lnTo>
                    <a:pt x="273865" y="1380129"/>
                  </a:lnTo>
                  <a:lnTo>
                    <a:pt x="240558" y="1362143"/>
                  </a:lnTo>
                  <a:lnTo>
                    <a:pt x="207884" y="1343030"/>
                  </a:lnTo>
                  <a:lnTo>
                    <a:pt x="175881" y="1322812"/>
                  </a:lnTo>
                  <a:lnTo>
                    <a:pt x="144588" y="1301514"/>
                  </a:lnTo>
                  <a:lnTo>
                    <a:pt x="114040" y="1279160"/>
                  </a:lnTo>
                  <a:lnTo>
                    <a:pt x="84273" y="1255775"/>
                  </a:lnTo>
                  <a:lnTo>
                    <a:pt x="55321" y="1231388"/>
                  </a:lnTo>
                  <a:lnTo>
                    <a:pt x="27219" y="1206027"/>
                  </a:lnTo>
                  <a:lnTo>
                    <a:pt x="0" y="1179722"/>
                  </a:lnTo>
                  <a:lnTo>
                    <a:pt x="6088" y="1136360"/>
                  </a:lnTo>
                  <a:lnTo>
                    <a:pt x="13818" y="1093784"/>
                  </a:lnTo>
                  <a:lnTo>
                    <a:pt x="23154" y="1052048"/>
                  </a:lnTo>
                  <a:lnTo>
                    <a:pt x="34058" y="1011203"/>
                  </a:lnTo>
                  <a:lnTo>
                    <a:pt x="46493" y="971303"/>
                  </a:lnTo>
                  <a:lnTo>
                    <a:pt x="60418" y="932396"/>
                  </a:lnTo>
                  <a:lnTo>
                    <a:pt x="75792" y="894532"/>
                  </a:lnTo>
                  <a:lnTo>
                    <a:pt x="92571" y="857757"/>
                  </a:lnTo>
                  <a:lnTo>
                    <a:pt x="110712" y="822119"/>
                  </a:lnTo>
                  <a:lnTo>
                    <a:pt x="130167" y="787660"/>
                  </a:lnTo>
                  <a:lnTo>
                    <a:pt x="150891" y="754423"/>
                  </a:lnTo>
                  <a:lnTo>
                    <a:pt x="172834" y="722450"/>
                  </a:lnTo>
                  <a:lnTo>
                    <a:pt x="195947" y="691780"/>
                  </a:lnTo>
                  <a:lnTo>
                    <a:pt x="220178" y="662450"/>
                  </a:lnTo>
                  <a:lnTo>
                    <a:pt x="245476" y="634497"/>
                  </a:lnTo>
                  <a:lnTo>
                    <a:pt x="271787" y="607954"/>
                  </a:lnTo>
                  <a:lnTo>
                    <a:pt x="299058" y="582855"/>
                  </a:lnTo>
                  <a:lnTo>
                    <a:pt x="327232" y="559229"/>
                  </a:lnTo>
                  <a:lnTo>
                    <a:pt x="356254" y="537106"/>
                  </a:lnTo>
                  <a:lnTo>
                    <a:pt x="386068" y="516513"/>
                  </a:lnTo>
                  <a:lnTo>
                    <a:pt x="416614" y="497474"/>
                  </a:lnTo>
                  <a:lnTo>
                    <a:pt x="447835" y="480012"/>
                  </a:lnTo>
                  <a:lnTo>
                    <a:pt x="479672" y="464150"/>
                  </a:lnTo>
                  <a:lnTo>
                    <a:pt x="512065" y="449905"/>
                  </a:lnTo>
                  <a:lnTo>
                    <a:pt x="544953" y="437295"/>
                  </a:lnTo>
                  <a:lnTo>
                    <a:pt x="578276" y="426336"/>
                  </a:lnTo>
                  <a:lnTo>
                    <a:pt x="611972" y="417040"/>
                  </a:lnTo>
                  <a:lnTo>
                    <a:pt x="645980" y="409419"/>
                  </a:lnTo>
                  <a:lnTo>
                    <a:pt x="680237" y="403482"/>
                  </a:lnTo>
                  <a:lnTo>
                    <a:pt x="714682" y="399236"/>
                  </a:lnTo>
                  <a:lnTo>
                    <a:pt x="749252" y="396686"/>
                  </a:lnTo>
                  <a:lnTo>
                    <a:pt x="783885" y="395836"/>
                  </a:lnTo>
                  <a:lnTo>
                    <a:pt x="764466" y="396908"/>
                  </a:lnTo>
                  <a:lnTo>
                    <a:pt x="745223" y="400115"/>
                  </a:lnTo>
                  <a:lnTo>
                    <a:pt x="726334" y="405440"/>
                  </a:lnTo>
                  <a:lnTo>
                    <a:pt x="707973" y="412849"/>
                  </a:lnTo>
                  <a:lnTo>
                    <a:pt x="690310" y="422297"/>
                  </a:lnTo>
                  <a:lnTo>
                    <a:pt x="673515" y="433726"/>
                  </a:lnTo>
                  <a:lnTo>
                    <a:pt x="657751" y="447068"/>
                  </a:lnTo>
                  <a:lnTo>
                    <a:pt x="643176" y="462239"/>
                  </a:lnTo>
                  <a:lnTo>
                    <a:pt x="629943" y="479146"/>
                  </a:lnTo>
                  <a:lnTo>
                    <a:pt x="618197" y="497684"/>
                  </a:lnTo>
                  <a:lnTo>
                    <a:pt x="608076" y="517739"/>
                  </a:lnTo>
                  <a:lnTo>
                    <a:pt x="599711" y="539185"/>
                  </a:lnTo>
                  <a:lnTo>
                    <a:pt x="593221" y="561886"/>
                  </a:lnTo>
                  <a:lnTo>
                    <a:pt x="588717" y="585698"/>
                  </a:lnTo>
                  <a:lnTo>
                    <a:pt x="586300" y="610470"/>
                  </a:lnTo>
                  <a:lnTo>
                    <a:pt x="586060" y="636042"/>
                  </a:lnTo>
                  <a:lnTo>
                    <a:pt x="588074" y="662246"/>
                  </a:lnTo>
                  <a:lnTo>
                    <a:pt x="592410" y="688910"/>
                  </a:lnTo>
                  <a:lnTo>
                    <a:pt x="599121" y="715856"/>
                  </a:lnTo>
                  <a:lnTo>
                    <a:pt x="608249" y="742902"/>
                  </a:lnTo>
                  <a:lnTo>
                    <a:pt x="619823" y="769861"/>
                  </a:lnTo>
                  <a:lnTo>
                    <a:pt x="633856" y="796545"/>
                  </a:lnTo>
                  <a:lnTo>
                    <a:pt x="650353" y="822763"/>
                  </a:lnTo>
                  <a:lnTo>
                    <a:pt x="669299" y="848324"/>
                  </a:lnTo>
                  <a:lnTo>
                    <a:pt x="690671" y="873038"/>
                  </a:lnTo>
                  <a:lnTo>
                    <a:pt x="714430" y="896712"/>
                  </a:lnTo>
                  <a:lnTo>
                    <a:pt x="740521" y="919160"/>
                  </a:lnTo>
                  <a:lnTo>
                    <a:pt x="768880" y="940196"/>
                  </a:lnTo>
                  <a:lnTo>
                    <a:pt x="799426" y="959637"/>
                  </a:lnTo>
                  <a:lnTo>
                    <a:pt x="832067" y="977307"/>
                  </a:lnTo>
                  <a:lnTo>
                    <a:pt x="866697" y="993035"/>
                  </a:lnTo>
                  <a:lnTo>
                    <a:pt x="903198" y="1006654"/>
                  </a:lnTo>
                  <a:lnTo>
                    <a:pt x="941440" y="1018007"/>
                  </a:lnTo>
                  <a:lnTo>
                    <a:pt x="981281" y="1026945"/>
                  </a:lnTo>
                  <a:lnTo>
                    <a:pt x="1022567" y="1033327"/>
                  </a:lnTo>
                  <a:lnTo>
                    <a:pt x="1065135" y="1037021"/>
                  </a:lnTo>
                  <a:lnTo>
                    <a:pt x="1108811" y="1037907"/>
                  </a:lnTo>
                  <a:lnTo>
                    <a:pt x="1153412" y="1035876"/>
                  </a:lnTo>
                  <a:lnTo>
                    <a:pt x="1198747" y="1030830"/>
                  </a:lnTo>
                  <a:lnTo>
                    <a:pt x="1244615" y="1022683"/>
                  </a:lnTo>
                  <a:lnTo>
                    <a:pt x="1290811" y="1011363"/>
                  </a:lnTo>
                  <a:lnTo>
                    <a:pt x="1337122" y="996812"/>
                  </a:lnTo>
                  <a:lnTo>
                    <a:pt x="1383329" y="978984"/>
                  </a:lnTo>
                  <a:lnTo>
                    <a:pt x="1429209" y="957850"/>
                  </a:lnTo>
                  <a:lnTo>
                    <a:pt x="1474537" y="933393"/>
                  </a:lnTo>
                  <a:lnTo>
                    <a:pt x="1519084" y="905612"/>
                  </a:lnTo>
                  <a:lnTo>
                    <a:pt x="1562619" y="874522"/>
                  </a:lnTo>
                  <a:lnTo>
                    <a:pt x="1604911" y="840153"/>
                  </a:lnTo>
                  <a:lnTo>
                    <a:pt x="1645729" y="802550"/>
                  </a:lnTo>
                  <a:lnTo>
                    <a:pt x="1684845" y="761774"/>
                  </a:lnTo>
                  <a:lnTo>
                    <a:pt x="1722030" y="717902"/>
                  </a:lnTo>
                  <a:lnTo>
                    <a:pt x="1757063" y="671025"/>
                  </a:lnTo>
                  <a:lnTo>
                    <a:pt x="1789722" y="621250"/>
                  </a:lnTo>
                  <a:lnTo>
                    <a:pt x="1819796" y="568699"/>
                  </a:lnTo>
                  <a:lnTo>
                    <a:pt x="1847076" y="513510"/>
                  </a:lnTo>
                  <a:lnTo>
                    <a:pt x="1871364" y="455834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4316292" y="11742330"/>
              <a:ext cx="1892466" cy="996003"/>
            </a:xfrm>
            <a:custGeom>
              <a:avLst/>
              <a:pathLst>
                <a:path w="1892466" h="996003">
                  <a:moveTo>
                    <a:pt x="783885" y="212117"/>
                  </a:moveTo>
                  <a:lnTo>
                    <a:pt x="783885" y="212117"/>
                  </a:lnTo>
                  <a:lnTo>
                    <a:pt x="808975" y="188229"/>
                  </a:lnTo>
                  <a:lnTo>
                    <a:pt x="835223" y="165588"/>
                  </a:lnTo>
                  <a:lnTo>
                    <a:pt x="862581" y="144233"/>
                  </a:lnTo>
                  <a:lnTo>
                    <a:pt x="891003" y="124208"/>
                  </a:lnTo>
                  <a:lnTo>
                    <a:pt x="920439" y="105550"/>
                  </a:lnTo>
                  <a:lnTo>
                    <a:pt x="950839" y="88296"/>
                  </a:lnTo>
                  <a:lnTo>
                    <a:pt x="982151" y="72483"/>
                  </a:lnTo>
                  <a:lnTo>
                    <a:pt x="1014323" y="58144"/>
                  </a:lnTo>
                  <a:lnTo>
                    <a:pt x="1047301" y="45311"/>
                  </a:lnTo>
                  <a:lnTo>
                    <a:pt x="1081029" y="34016"/>
                  </a:lnTo>
                  <a:lnTo>
                    <a:pt x="1115453" y="24286"/>
                  </a:lnTo>
                  <a:lnTo>
                    <a:pt x="1150515" y="16149"/>
                  </a:lnTo>
                  <a:lnTo>
                    <a:pt x="1186158" y="9630"/>
                  </a:lnTo>
                  <a:lnTo>
                    <a:pt x="1222324" y="4751"/>
                  </a:lnTo>
                  <a:lnTo>
                    <a:pt x="1258952" y="1535"/>
                  </a:lnTo>
                  <a:lnTo>
                    <a:pt x="1295983" y="0"/>
                  </a:lnTo>
                  <a:lnTo>
                    <a:pt x="1333356" y="163"/>
                  </a:lnTo>
                  <a:lnTo>
                    <a:pt x="1371010" y="2041"/>
                  </a:lnTo>
                  <a:lnTo>
                    <a:pt x="1408884" y="5646"/>
                  </a:lnTo>
                  <a:lnTo>
                    <a:pt x="1446914" y="10990"/>
                  </a:lnTo>
                  <a:lnTo>
                    <a:pt x="1485038" y="18082"/>
                  </a:lnTo>
                  <a:lnTo>
                    <a:pt x="1523194" y="26930"/>
                  </a:lnTo>
                  <a:lnTo>
                    <a:pt x="1561317" y="37539"/>
                  </a:lnTo>
                  <a:lnTo>
                    <a:pt x="1599345" y="49912"/>
                  </a:lnTo>
                  <a:lnTo>
                    <a:pt x="1637213" y="64051"/>
                  </a:lnTo>
                  <a:lnTo>
                    <a:pt x="1674858" y="79954"/>
                  </a:lnTo>
                  <a:lnTo>
                    <a:pt x="1712216" y="97619"/>
                  </a:lnTo>
                  <a:lnTo>
                    <a:pt x="1749223" y="117040"/>
                  </a:lnTo>
                  <a:lnTo>
                    <a:pt x="1785815" y="138211"/>
                  </a:lnTo>
                  <a:lnTo>
                    <a:pt x="1821928" y="161122"/>
                  </a:lnTo>
                  <a:lnTo>
                    <a:pt x="1857500" y="185762"/>
                  </a:lnTo>
                  <a:lnTo>
                    <a:pt x="1892466" y="212117"/>
                  </a:lnTo>
                  <a:lnTo>
                    <a:pt x="1891820" y="249966"/>
                  </a:lnTo>
                  <a:lnTo>
                    <a:pt x="1889882" y="287770"/>
                  </a:lnTo>
                  <a:lnTo>
                    <a:pt x="1886654" y="325485"/>
                  </a:lnTo>
                  <a:lnTo>
                    <a:pt x="1882141" y="363069"/>
                  </a:lnTo>
                  <a:lnTo>
                    <a:pt x="1876347" y="400477"/>
                  </a:lnTo>
                  <a:lnTo>
                    <a:pt x="1869279" y="437665"/>
                  </a:lnTo>
                  <a:lnTo>
                    <a:pt x="1860946" y="474590"/>
                  </a:lnTo>
                  <a:lnTo>
                    <a:pt x="1851357" y="511209"/>
                  </a:lnTo>
                  <a:lnTo>
                    <a:pt x="1840523" y="547479"/>
                  </a:lnTo>
                  <a:lnTo>
                    <a:pt x="1828458" y="583359"/>
                  </a:lnTo>
                  <a:lnTo>
                    <a:pt x="1815174" y="618805"/>
                  </a:lnTo>
                  <a:lnTo>
                    <a:pt x="1800688" y="653777"/>
                  </a:lnTo>
                  <a:lnTo>
                    <a:pt x="1785017" y="688235"/>
                  </a:lnTo>
                  <a:lnTo>
                    <a:pt x="1768178" y="722137"/>
                  </a:lnTo>
                  <a:lnTo>
                    <a:pt x="1750191" y="755444"/>
                  </a:lnTo>
                  <a:lnTo>
                    <a:pt x="1731078" y="788118"/>
                  </a:lnTo>
                  <a:lnTo>
                    <a:pt x="1710861" y="820121"/>
                  </a:lnTo>
                  <a:lnTo>
                    <a:pt x="1689563" y="851414"/>
                  </a:lnTo>
                  <a:lnTo>
                    <a:pt x="1667208" y="881963"/>
                  </a:lnTo>
                  <a:lnTo>
                    <a:pt x="1643824" y="911730"/>
                  </a:lnTo>
                  <a:lnTo>
                    <a:pt x="1619437" y="940681"/>
                  </a:lnTo>
                  <a:lnTo>
                    <a:pt x="1594076" y="968783"/>
                  </a:lnTo>
                  <a:lnTo>
                    <a:pt x="1567770" y="996003"/>
                  </a:lnTo>
                  <a:lnTo>
                    <a:pt x="1524409" y="989914"/>
                  </a:lnTo>
                  <a:lnTo>
                    <a:pt x="1481833" y="982184"/>
                  </a:lnTo>
                  <a:lnTo>
                    <a:pt x="1440096" y="972849"/>
                  </a:lnTo>
                  <a:lnTo>
                    <a:pt x="1399252" y="961944"/>
                  </a:lnTo>
                  <a:lnTo>
                    <a:pt x="1359351" y="949509"/>
                  </a:lnTo>
                  <a:lnTo>
                    <a:pt x="1320445" y="935584"/>
                  </a:lnTo>
                  <a:lnTo>
                    <a:pt x="1282580" y="920211"/>
                  </a:lnTo>
                  <a:lnTo>
                    <a:pt x="1245806" y="903431"/>
                  </a:lnTo>
                  <a:lnTo>
                    <a:pt x="1210167" y="885291"/>
                  </a:lnTo>
                  <a:lnTo>
                    <a:pt x="1175708" y="865835"/>
                  </a:lnTo>
                  <a:lnTo>
                    <a:pt x="1142472" y="845111"/>
                  </a:lnTo>
                  <a:lnTo>
                    <a:pt x="1110498" y="823168"/>
                  </a:lnTo>
                  <a:lnTo>
                    <a:pt x="1079828" y="800056"/>
                  </a:lnTo>
                  <a:lnTo>
                    <a:pt x="1050498" y="775824"/>
                  </a:lnTo>
                  <a:lnTo>
                    <a:pt x="1022545" y="750526"/>
                  </a:lnTo>
                  <a:lnTo>
                    <a:pt x="996003" y="724215"/>
                  </a:lnTo>
                  <a:lnTo>
                    <a:pt x="970903" y="696945"/>
                  </a:lnTo>
                  <a:lnTo>
                    <a:pt x="947278" y="668770"/>
                  </a:lnTo>
                  <a:lnTo>
                    <a:pt x="925155" y="639748"/>
                  </a:lnTo>
                  <a:lnTo>
                    <a:pt x="904561" y="609935"/>
                  </a:lnTo>
                  <a:lnTo>
                    <a:pt x="885522" y="579388"/>
                  </a:lnTo>
                  <a:lnTo>
                    <a:pt x="868061" y="548167"/>
                  </a:lnTo>
                  <a:lnTo>
                    <a:pt x="852198" y="516330"/>
                  </a:lnTo>
                  <a:lnTo>
                    <a:pt x="837953" y="483937"/>
                  </a:lnTo>
                  <a:lnTo>
                    <a:pt x="825344" y="451049"/>
                  </a:lnTo>
                  <a:lnTo>
                    <a:pt x="814384" y="417727"/>
                  </a:lnTo>
                  <a:lnTo>
                    <a:pt x="805088" y="384031"/>
                  </a:lnTo>
                  <a:lnTo>
                    <a:pt x="797467" y="350023"/>
                  </a:lnTo>
                  <a:lnTo>
                    <a:pt x="791530" y="315765"/>
                  </a:lnTo>
                  <a:lnTo>
                    <a:pt x="787285" y="281320"/>
                  </a:lnTo>
                  <a:lnTo>
                    <a:pt x="784735" y="246750"/>
                  </a:lnTo>
                  <a:lnTo>
                    <a:pt x="783885" y="212117"/>
                  </a:lnTo>
                  <a:lnTo>
                    <a:pt x="783035" y="246750"/>
                  </a:lnTo>
                  <a:lnTo>
                    <a:pt x="780485" y="281320"/>
                  </a:lnTo>
                  <a:lnTo>
                    <a:pt x="776239" y="315765"/>
                  </a:lnTo>
                  <a:lnTo>
                    <a:pt x="770302" y="350023"/>
                  </a:lnTo>
                  <a:lnTo>
                    <a:pt x="762681" y="384031"/>
                  </a:lnTo>
                  <a:lnTo>
                    <a:pt x="753386" y="417727"/>
                  </a:lnTo>
                  <a:lnTo>
                    <a:pt x="742426" y="451049"/>
                  </a:lnTo>
                  <a:lnTo>
                    <a:pt x="729817" y="483937"/>
                  </a:lnTo>
                  <a:lnTo>
                    <a:pt x="715572" y="516330"/>
                  </a:lnTo>
                  <a:lnTo>
                    <a:pt x="699709" y="548167"/>
                  </a:lnTo>
                  <a:lnTo>
                    <a:pt x="682247" y="579388"/>
                  </a:lnTo>
                  <a:lnTo>
                    <a:pt x="663208" y="609935"/>
                  </a:lnTo>
                  <a:lnTo>
                    <a:pt x="642615" y="639748"/>
                  </a:lnTo>
                  <a:lnTo>
                    <a:pt x="620492" y="668770"/>
                  </a:lnTo>
                  <a:lnTo>
                    <a:pt x="596866" y="696945"/>
                  </a:lnTo>
                  <a:lnTo>
                    <a:pt x="571767" y="724215"/>
                  </a:lnTo>
                  <a:lnTo>
                    <a:pt x="545225" y="750526"/>
                  </a:lnTo>
                  <a:lnTo>
                    <a:pt x="517271" y="775824"/>
                  </a:lnTo>
                  <a:lnTo>
                    <a:pt x="487942" y="800056"/>
                  </a:lnTo>
                  <a:lnTo>
                    <a:pt x="457271" y="823168"/>
                  </a:lnTo>
                  <a:lnTo>
                    <a:pt x="425298" y="845111"/>
                  </a:lnTo>
                  <a:lnTo>
                    <a:pt x="392062" y="865835"/>
                  </a:lnTo>
                  <a:lnTo>
                    <a:pt x="357603" y="885291"/>
                  </a:lnTo>
                  <a:lnTo>
                    <a:pt x="321964" y="903431"/>
                  </a:lnTo>
                  <a:lnTo>
                    <a:pt x="285189" y="920211"/>
                  </a:lnTo>
                  <a:lnTo>
                    <a:pt x="247325" y="935584"/>
                  </a:lnTo>
                  <a:lnTo>
                    <a:pt x="208418" y="949509"/>
                  </a:lnTo>
                  <a:lnTo>
                    <a:pt x="168518" y="961944"/>
                  </a:lnTo>
                  <a:lnTo>
                    <a:pt x="127674" y="972849"/>
                  </a:lnTo>
                  <a:lnTo>
                    <a:pt x="85937" y="982184"/>
                  </a:lnTo>
                  <a:lnTo>
                    <a:pt x="43361" y="989914"/>
                  </a:lnTo>
                  <a:lnTo>
                    <a:pt x="0" y="996003"/>
                  </a:lnTo>
                  <a:lnTo>
                    <a:pt x="6088" y="952641"/>
                  </a:lnTo>
                  <a:lnTo>
                    <a:pt x="13818" y="910065"/>
                  </a:lnTo>
                  <a:lnTo>
                    <a:pt x="23154" y="868329"/>
                  </a:lnTo>
                  <a:lnTo>
                    <a:pt x="34058" y="827484"/>
                  </a:lnTo>
                  <a:lnTo>
                    <a:pt x="46493" y="787584"/>
                  </a:lnTo>
                  <a:lnTo>
                    <a:pt x="60418" y="748677"/>
                  </a:lnTo>
                  <a:lnTo>
                    <a:pt x="75792" y="710813"/>
                  </a:lnTo>
                  <a:lnTo>
                    <a:pt x="92571" y="674038"/>
                  </a:lnTo>
                  <a:lnTo>
                    <a:pt x="110712" y="638400"/>
                  </a:lnTo>
                  <a:lnTo>
                    <a:pt x="130167" y="603941"/>
                  </a:lnTo>
                  <a:lnTo>
                    <a:pt x="150891" y="570704"/>
                  </a:lnTo>
                  <a:lnTo>
                    <a:pt x="172834" y="538731"/>
                  </a:lnTo>
                  <a:lnTo>
                    <a:pt x="195947" y="508061"/>
                  </a:lnTo>
                  <a:lnTo>
                    <a:pt x="220178" y="478731"/>
                  </a:lnTo>
                  <a:lnTo>
                    <a:pt x="245476" y="450778"/>
                  </a:lnTo>
                  <a:lnTo>
                    <a:pt x="271787" y="424235"/>
                  </a:lnTo>
                  <a:lnTo>
                    <a:pt x="299058" y="399136"/>
                  </a:lnTo>
                  <a:lnTo>
                    <a:pt x="327232" y="375510"/>
                  </a:lnTo>
                  <a:lnTo>
                    <a:pt x="356254" y="353387"/>
                  </a:lnTo>
                  <a:lnTo>
                    <a:pt x="386068" y="332794"/>
                  </a:lnTo>
                  <a:lnTo>
                    <a:pt x="416614" y="313755"/>
                  </a:lnTo>
                  <a:lnTo>
                    <a:pt x="447835" y="296293"/>
                  </a:lnTo>
                  <a:lnTo>
                    <a:pt x="479672" y="280431"/>
                  </a:lnTo>
                  <a:lnTo>
                    <a:pt x="512065" y="266186"/>
                  </a:lnTo>
                  <a:lnTo>
                    <a:pt x="544953" y="253576"/>
                  </a:lnTo>
                  <a:lnTo>
                    <a:pt x="578276" y="242617"/>
                  </a:lnTo>
                  <a:lnTo>
                    <a:pt x="611972" y="233321"/>
                  </a:lnTo>
                  <a:lnTo>
                    <a:pt x="645980" y="225700"/>
                  </a:lnTo>
                  <a:lnTo>
                    <a:pt x="680237" y="219763"/>
                  </a:lnTo>
                  <a:lnTo>
                    <a:pt x="714682" y="215517"/>
                  </a:lnTo>
                  <a:lnTo>
                    <a:pt x="749252" y="212968"/>
                  </a:lnTo>
                  <a:lnTo>
                    <a:pt x="783885" y="212117"/>
                  </a:lnTo>
                  <a:lnTo>
                    <a:pt x="783885" y="212117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6177158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5852462" y="12706732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4284691" y="12706732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5100177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5100177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5100177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5100177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5100177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4316292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3991596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4316292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tx611"/>
            <p:cNvSpPr/>
            <p:nvPr/>
          </p:nvSpPr>
          <p:spPr>
            <a:xfrm>
              <a:off x="4968138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5747916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6239249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5738818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4959040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3966115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3730951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3975213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3473878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3424409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21" name="rc621"/>
            <p:cNvSpPr/>
            <p:nvPr/>
          </p:nvSpPr>
          <p:spPr>
            <a:xfrm>
              <a:off x="6583680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6583680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6911679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7729990" y="10269915"/>
              <a:ext cx="125446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 (n=3)</a:t>
              </a:r>
            </a:p>
          </p:txBody>
        </p:sp>
        <p:sp>
          <p:nvSpPr>
            <p:cNvPr id="625" name="rc625"/>
            <p:cNvSpPr/>
            <p:nvPr/>
          </p:nvSpPr>
          <p:spPr>
            <a:xfrm>
              <a:off x="6971496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8357223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8357223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8357223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8357223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8357223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7475352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7110069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7475352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7803002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7248781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7110226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7573338" y="11883696"/>
              <a:ext cx="1567770" cy="1179332"/>
            </a:xfrm>
            <a:custGeom>
              <a:avLst/>
              <a:pathLst>
                <a:path w="1567770" h="1179332">
                  <a:moveTo>
                    <a:pt x="783885" y="70751"/>
                  </a:moveTo>
                  <a:lnTo>
                    <a:pt x="766392" y="54929"/>
                  </a:lnTo>
                  <a:lnTo>
                    <a:pt x="747357" y="40900"/>
                  </a:lnTo>
                  <a:lnTo>
                    <a:pt x="726918" y="28777"/>
                  </a:lnTo>
                  <a:lnTo>
                    <a:pt x="705220" y="18662"/>
                  </a:lnTo>
                  <a:lnTo>
                    <a:pt x="682414" y="10650"/>
                  </a:lnTo>
                  <a:lnTo>
                    <a:pt x="658659" y="4822"/>
                  </a:lnTo>
                  <a:lnTo>
                    <a:pt x="634117" y="1251"/>
                  </a:lnTo>
                  <a:lnTo>
                    <a:pt x="608956" y="0"/>
                  </a:lnTo>
                  <a:lnTo>
                    <a:pt x="583349" y="1117"/>
                  </a:lnTo>
                  <a:lnTo>
                    <a:pt x="557470" y="4643"/>
                  </a:lnTo>
                  <a:lnTo>
                    <a:pt x="531498" y="10604"/>
                  </a:lnTo>
                  <a:lnTo>
                    <a:pt x="505611" y="19015"/>
                  </a:lnTo>
                  <a:lnTo>
                    <a:pt x="479992" y="29881"/>
                  </a:lnTo>
                  <a:lnTo>
                    <a:pt x="454821" y="43192"/>
                  </a:lnTo>
                  <a:lnTo>
                    <a:pt x="430280" y="58928"/>
                  </a:lnTo>
                  <a:lnTo>
                    <a:pt x="406548" y="77057"/>
                  </a:lnTo>
                  <a:lnTo>
                    <a:pt x="383804" y="97533"/>
                  </a:lnTo>
                  <a:lnTo>
                    <a:pt x="362223" y="120300"/>
                  </a:lnTo>
                  <a:lnTo>
                    <a:pt x="341978" y="145291"/>
                  </a:lnTo>
                  <a:lnTo>
                    <a:pt x="323236" y="172426"/>
                  </a:lnTo>
                  <a:lnTo>
                    <a:pt x="306161" y="201613"/>
                  </a:lnTo>
                  <a:lnTo>
                    <a:pt x="290910" y="232751"/>
                  </a:lnTo>
                  <a:lnTo>
                    <a:pt x="277637" y="265728"/>
                  </a:lnTo>
                  <a:lnTo>
                    <a:pt x="266485" y="300422"/>
                  </a:lnTo>
                  <a:lnTo>
                    <a:pt x="257592" y="336698"/>
                  </a:lnTo>
                  <a:lnTo>
                    <a:pt x="251088" y="374417"/>
                  </a:lnTo>
                  <a:lnTo>
                    <a:pt x="247094" y="413426"/>
                  </a:lnTo>
                  <a:lnTo>
                    <a:pt x="245719" y="453566"/>
                  </a:lnTo>
                  <a:lnTo>
                    <a:pt x="247068" y="494671"/>
                  </a:lnTo>
                  <a:lnTo>
                    <a:pt x="251230" y="536566"/>
                  </a:lnTo>
                  <a:lnTo>
                    <a:pt x="258287" y="579070"/>
                  </a:lnTo>
                  <a:lnTo>
                    <a:pt x="268308" y="621996"/>
                  </a:lnTo>
                  <a:lnTo>
                    <a:pt x="281350" y="665151"/>
                  </a:lnTo>
                  <a:lnTo>
                    <a:pt x="297461" y="708340"/>
                  </a:lnTo>
                  <a:lnTo>
                    <a:pt x="316673" y="751360"/>
                  </a:lnTo>
                  <a:lnTo>
                    <a:pt x="339008" y="794007"/>
                  </a:lnTo>
                  <a:lnTo>
                    <a:pt x="364475" y="836076"/>
                  </a:lnTo>
                  <a:lnTo>
                    <a:pt x="393068" y="877358"/>
                  </a:lnTo>
                  <a:lnTo>
                    <a:pt x="424771" y="917644"/>
                  </a:lnTo>
                  <a:lnTo>
                    <a:pt x="459552" y="956725"/>
                  </a:lnTo>
                  <a:lnTo>
                    <a:pt x="497369" y="994393"/>
                  </a:lnTo>
                  <a:lnTo>
                    <a:pt x="538162" y="1030439"/>
                  </a:lnTo>
                  <a:lnTo>
                    <a:pt x="581864" y="1064661"/>
                  </a:lnTo>
                  <a:lnTo>
                    <a:pt x="628389" y="1096857"/>
                  </a:lnTo>
                  <a:lnTo>
                    <a:pt x="677643" y="1126828"/>
                  </a:lnTo>
                  <a:lnTo>
                    <a:pt x="729515" y="1154382"/>
                  </a:lnTo>
                  <a:lnTo>
                    <a:pt x="783885" y="1179332"/>
                  </a:lnTo>
                  <a:lnTo>
                    <a:pt x="821733" y="1178686"/>
                  </a:lnTo>
                  <a:lnTo>
                    <a:pt x="859537" y="1176748"/>
                  </a:lnTo>
                  <a:lnTo>
                    <a:pt x="897253" y="1173520"/>
                  </a:lnTo>
                  <a:lnTo>
                    <a:pt x="934837" y="1169007"/>
                  </a:lnTo>
                  <a:lnTo>
                    <a:pt x="972244" y="1163213"/>
                  </a:lnTo>
                  <a:lnTo>
                    <a:pt x="1009432" y="1156145"/>
                  </a:lnTo>
                  <a:lnTo>
                    <a:pt x="1046358" y="1147812"/>
                  </a:lnTo>
                  <a:lnTo>
                    <a:pt x="1082977" y="1138223"/>
                  </a:lnTo>
                  <a:lnTo>
                    <a:pt x="1119247" y="1127389"/>
                  </a:lnTo>
                  <a:lnTo>
                    <a:pt x="1155126" y="1115324"/>
                  </a:lnTo>
                  <a:lnTo>
                    <a:pt x="1190573" y="1102040"/>
                  </a:lnTo>
                  <a:lnTo>
                    <a:pt x="1225545" y="1087554"/>
                  </a:lnTo>
                  <a:lnTo>
                    <a:pt x="1260002" y="1071883"/>
                  </a:lnTo>
                  <a:lnTo>
                    <a:pt x="1293904" y="1055044"/>
                  </a:lnTo>
                  <a:lnTo>
                    <a:pt x="1327212" y="1037057"/>
                  </a:lnTo>
                  <a:lnTo>
                    <a:pt x="1359886" y="1017944"/>
                  </a:lnTo>
                  <a:lnTo>
                    <a:pt x="1391888" y="997727"/>
                  </a:lnTo>
                  <a:lnTo>
                    <a:pt x="1423182" y="976428"/>
                  </a:lnTo>
                  <a:lnTo>
                    <a:pt x="1453730" y="954074"/>
                  </a:lnTo>
                  <a:lnTo>
                    <a:pt x="1483497" y="930690"/>
                  </a:lnTo>
                  <a:lnTo>
                    <a:pt x="1512449" y="906303"/>
                  </a:lnTo>
                  <a:lnTo>
                    <a:pt x="1540551" y="880942"/>
                  </a:lnTo>
                  <a:lnTo>
                    <a:pt x="1567770" y="854636"/>
                  </a:lnTo>
                  <a:lnTo>
                    <a:pt x="1540551" y="880942"/>
                  </a:lnTo>
                  <a:lnTo>
                    <a:pt x="1512449" y="906303"/>
                  </a:lnTo>
                  <a:lnTo>
                    <a:pt x="1483497" y="930690"/>
                  </a:lnTo>
                  <a:lnTo>
                    <a:pt x="1453730" y="954074"/>
                  </a:lnTo>
                  <a:lnTo>
                    <a:pt x="1423182" y="976428"/>
                  </a:lnTo>
                  <a:lnTo>
                    <a:pt x="1391888" y="997727"/>
                  </a:lnTo>
                  <a:lnTo>
                    <a:pt x="1359886" y="1017944"/>
                  </a:lnTo>
                  <a:lnTo>
                    <a:pt x="1327212" y="1037057"/>
                  </a:lnTo>
                  <a:lnTo>
                    <a:pt x="1293904" y="1055044"/>
                  </a:lnTo>
                  <a:lnTo>
                    <a:pt x="1260002" y="1071883"/>
                  </a:lnTo>
                  <a:lnTo>
                    <a:pt x="1225545" y="1087554"/>
                  </a:lnTo>
                  <a:lnTo>
                    <a:pt x="1190573" y="1102040"/>
                  </a:lnTo>
                  <a:lnTo>
                    <a:pt x="1155126" y="1115324"/>
                  </a:lnTo>
                  <a:lnTo>
                    <a:pt x="1119247" y="1127389"/>
                  </a:lnTo>
                  <a:lnTo>
                    <a:pt x="1082977" y="1138223"/>
                  </a:lnTo>
                  <a:lnTo>
                    <a:pt x="1046358" y="1147812"/>
                  </a:lnTo>
                  <a:lnTo>
                    <a:pt x="1009432" y="1156145"/>
                  </a:lnTo>
                  <a:lnTo>
                    <a:pt x="972244" y="1163213"/>
                  </a:lnTo>
                  <a:lnTo>
                    <a:pt x="934837" y="1169007"/>
                  </a:lnTo>
                  <a:lnTo>
                    <a:pt x="897253" y="1173520"/>
                  </a:lnTo>
                  <a:lnTo>
                    <a:pt x="859537" y="1176748"/>
                  </a:lnTo>
                  <a:lnTo>
                    <a:pt x="821733" y="1178686"/>
                  </a:lnTo>
                  <a:lnTo>
                    <a:pt x="783885" y="1179332"/>
                  </a:lnTo>
                  <a:lnTo>
                    <a:pt x="746037" y="1178686"/>
                  </a:lnTo>
                  <a:lnTo>
                    <a:pt x="708233" y="1176748"/>
                  </a:lnTo>
                  <a:lnTo>
                    <a:pt x="670517" y="1173520"/>
                  </a:lnTo>
                  <a:lnTo>
                    <a:pt x="632933" y="1169007"/>
                  </a:lnTo>
                  <a:lnTo>
                    <a:pt x="595525" y="1163213"/>
                  </a:lnTo>
                  <a:lnTo>
                    <a:pt x="558337" y="1156145"/>
                  </a:lnTo>
                  <a:lnTo>
                    <a:pt x="521412" y="1147812"/>
                  </a:lnTo>
                  <a:lnTo>
                    <a:pt x="484793" y="1138223"/>
                  </a:lnTo>
                  <a:lnTo>
                    <a:pt x="448523" y="1127389"/>
                  </a:lnTo>
                  <a:lnTo>
                    <a:pt x="412644" y="1115324"/>
                  </a:lnTo>
                  <a:lnTo>
                    <a:pt x="377197" y="1102040"/>
                  </a:lnTo>
                  <a:lnTo>
                    <a:pt x="342225" y="1087554"/>
                  </a:lnTo>
                  <a:lnTo>
                    <a:pt x="307768" y="1071883"/>
                  </a:lnTo>
                  <a:lnTo>
                    <a:pt x="273865" y="1055044"/>
                  </a:lnTo>
                  <a:lnTo>
                    <a:pt x="240558" y="1037057"/>
                  </a:lnTo>
                  <a:lnTo>
                    <a:pt x="207884" y="1017944"/>
                  </a:lnTo>
                  <a:lnTo>
                    <a:pt x="175881" y="997727"/>
                  </a:lnTo>
                  <a:lnTo>
                    <a:pt x="144588" y="976428"/>
                  </a:lnTo>
                  <a:lnTo>
                    <a:pt x="114040" y="954074"/>
                  </a:lnTo>
                  <a:lnTo>
                    <a:pt x="84273" y="930690"/>
                  </a:lnTo>
                  <a:lnTo>
                    <a:pt x="55321" y="906303"/>
                  </a:lnTo>
                  <a:lnTo>
                    <a:pt x="27219" y="880942"/>
                  </a:lnTo>
                  <a:lnTo>
                    <a:pt x="0" y="854636"/>
                  </a:lnTo>
                  <a:lnTo>
                    <a:pt x="6088" y="811275"/>
                  </a:lnTo>
                  <a:lnTo>
                    <a:pt x="13818" y="768699"/>
                  </a:lnTo>
                  <a:lnTo>
                    <a:pt x="23154" y="726962"/>
                  </a:lnTo>
                  <a:lnTo>
                    <a:pt x="34058" y="686118"/>
                  </a:lnTo>
                  <a:lnTo>
                    <a:pt x="46493" y="646217"/>
                  </a:lnTo>
                  <a:lnTo>
                    <a:pt x="60418" y="607310"/>
                  </a:lnTo>
                  <a:lnTo>
                    <a:pt x="75792" y="569446"/>
                  </a:lnTo>
                  <a:lnTo>
                    <a:pt x="92571" y="532672"/>
                  </a:lnTo>
                  <a:lnTo>
                    <a:pt x="110712" y="497033"/>
                  </a:lnTo>
                  <a:lnTo>
                    <a:pt x="130167" y="462574"/>
                  </a:lnTo>
                  <a:lnTo>
                    <a:pt x="150891" y="429337"/>
                  </a:lnTo>
                  <a:lnTo>
                    <a:pt x="172834" y="397364"/>
                  </a:lnTo>
                  <a:lnTo>
                    <a:pt x="195947" y="366694"/>
                  </a:lnTo>
                  <a:lnTo>
                    <a:pt x="220178" y="337364"/>
                  </a:lnTo>
                  <a:lnTo>
                    <a:pt x="245476" y="309411"/>
                  </a:lnTo>
                  <a:lnTo>
                    <a:pt x="271787" y="282869"/>
                  </a:lnTo>
                  <a:lnTo>
                    <a:pt x="299058" y="257769"/>
                  </a:lnTo>
                  <a:lnTo>
                    <a:pt x="327232" y="234144"/>
                  </a:lnTo>
                  <a:lnTo>
                    <a:pt x="356254" y="212021"/>
                  </a:lnTo>
                  <a:lnTo>
                    <a:pt x="386068" y="191427"/>
                  </a:lnTo>
                  <a:lnTo>
                    <a:pt x="416614" y="172388"/>
                  </a:lnTo>
                  <a:lnTo>
                    <a:pt x="447835" y="154927"/>
                  </a:lnTo>
                  <a:lnTo>
                    <a:pt x="479672" y="139064"/>
                  </a:lnTo>
                  <a:lnTo>
                    <a:pt x="512065" y="124819"/>
                  </a:lnTo>
                  <a:lnTo>
                    <a:pt x="544953" y="112209"/>
                  </a:lnTo>
                  <a:lnTo>
                    <a:pt x="578276" y="101250"/>
                  </a:lnTo>
                  <a:lnTo>
                    <a:pt x="611972" y="91954"/>
                  </a:lnTo>
                  <a:lnTo>
                    <a:pt x="645980" y="84333"/>
                  </a:lnTo>
                  <a:lnTo>
                    <a:pt x="680237" y="78396"/>
                  </a:lnTo>
                  <a:lnTo>
                    <a:pt x="714682" y="74150"/>
                  </a:lnTo>
                  <a:lnTo>
                    <a:pt x="749252" y="71601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7573338" y="11954447"/>
              <a:ext cx="1567770" cy="1108581"/>
            </a:xfrm>
            <a:custGeom>
              <a:avLst/>
              <a:pathLst>
                <a:path w="1567770" h="1108581">
                  <a:moveTo>
                    <a:pt x="783885" y="0"/>
                  </a:moveTo>
                  <a:lnTo>
                    <a:pt x="783885" y="0"/>
                  </a:lnTo>
                  <a:lnTo>
                    <a:pt x="783885" y="0"/>
                  </a:lnTo>
                  <a:lnTo>
                    <a:pt x="818518" y="850"/>
                  </a:lnTo>
                  <a:lnTo>
                    <a:pt x="853088" y="3399"/>
                  </a:lnTo>
                  <a:lnTo>
                    <a:pt x="887533" y="7645"/>
                  </a:lnTo>
                  <a:lnTo>
                    <a:pt x="921790" y="13582"/>
                  </a:lnTo>
                  <a:lnTo>
                    <a:pt x="955798" y="21203"/>
                  </a:lnTo>
                  <a:lnTo>
                    <a:pt x="989494" y="30499"/>
                  </a:lnTo>
                  <a:lnTo>
                    <a:pt x="1022817" y="41458"/>
                  </a:lnTo>
                  <a:lnTo>
                    <a:pt x="1055705" y="54068"/>
                  </a:lnTo>
                  <a:lnTo>
                    <a:pt x="1088098" y="68313"/>
                  </a:lnTo>
                  <a:lnTo>
                    <a:pt x="1119934" y="84176"/>
                  </a:lnTo>
                  <a:lnTo>
                    <a:pt x="1151156" y="101637"/>
                  </a:lnTo>
                  <a:lnTo>
                    <a:pt x="1181702" y="120676"/>
                  </a:lnTo>
                  <a:lnTo>
                    <a:pt x="1211516" y="141270"/>
                  </a:lnTo>
                  <a:lnTo>
                    <a:pt x="1240538" y="163393"/>
                  </a:lnTo>
                  <a:lnTo>
                    <a:pt x="1268712" y="187018"/>
                  </a:lnTo>
                  <a:lnTo>
                    <a:pt x="1295983" y="212117"/>
                  </a:lnTo>
                  <a:lnTo>
                    <a:pt x="1322294" y="238660"/>
                  </a:lnTo>
                  <a:lnTo>
                    <a:pt x="1347592" y="266613"/>
                  </a:lnTo>
                  <a:lnTo>
                    <a:pt x="1371823" y="295943"/>
                  </a:lnTo>
                  <a:lnTo>
                    <a:pt x="1394936" y="326613"/>
                  </a:lnTo>
                  <a:lnTo>
                    <a:pt x="1416879" y="358586"/>
                  </a:lnTo>
                  <a:lnTo>
                    <a:pt x="1437603" y="391823"/>
                  </a:lnTo>
                  <a:lnTo>
                    <a:pt x="1457058" y="426282"/>
                  </a:lnTo>
                  <a:lnTo>
                    <a:pt x="1475199" y="461921"/>
                  </a:lnTo>
                  <a:lnTo>
                    <a:pt x="1491978" y="498695"/>
                  </a:lnTo>
                  <a:lnTo>
                    <a:pt x="1507352" y="536559"/>
                  </a:lnTo>
                  <a:lnTo>
                    <a:pt x="1521277" y="575466"/>
                  </a:lnTo>
                  <a:lnTo>
                    <a:pt x="1533712" y="615367"/>
                  </a:lnTo>
                  <a:lnTo>
                    <a:pt x="1544616" y="656211"/>
                  </a:lnTo>
                  <a:lnTo>
                    <a:pt x="1553952" y="697947"/>
                  </a:lnTo>
                  <a:lnTo>
                    <a:pt x="1561682" y="740523"/>
                  </a:lnTo>
                  <a:lnTo>
                    <a:pt x="1567770" y="783885"/>
                  </a:lnTo>
                  <a:lnTo>
                    <a:pt x="1540551" y="810191"/>
                  </a:lnTo>
                  <a:lnTo>
                    <a:pt x="1512449" y="835552"/>
                  </a:lnTo>
                  <a:lnTo>
                    <a:pt x="1483497" y="859939"/>
                  </a:lnTo>
                  <a:lnTo>
                    <a:pt x="1453730" y="883323"/>
                  </a:lnTo>
                  <a:lnTo>
                    <a:pt x="1423182" y="905677"/>
                  </a:lnTo>
                  <a:lnTo>
                    <a:pt x="1391888" y="926975"/>
                  </a:lnTo>
                  <a:lnTo>
                    <a:pt x="1359886" y="947193"/>
                  </a:lnTo>
                  <a:lnTo>
                    <a:pt x="1327212" y="966306"/>
                  </a:lnTo>
                  <a:lnTo>
                    <a:pt x="1293904" y="984293"/>
                  </a:lnTo>
                  <a:lnTo>
                    <a:pt x="1260002" y="1001131"/>
                  </a:lnTo>
                  <a:lnTo>
                    <a:pt x="1225545" y="1016803"/>
                  </a:lnTo>
                  <a:lnTo>
                    <a:pt x="1190573" y="1031289"/>
                  </a:lnTo>
                  <a:lnTo>
                    <a:pt x="1155126" y="1044572"/>
                  </a:lnTo>
                  <a:lnTo>
                    <a:pt x="1119247" y="1056638"/>
                  </a:lnTo>
                  <a:lnTo>
                    <a:pt x="1082977" y="1067472"/>
                  </a:lnTo>
                  <a:lnTo>
                    <a:pt x="1046358" y="1077061"/>
                  </a:lnTo>
                  <a:lnTo>
                    <a:pt x="1009432" y="1085394"/>
                  </a:lnTo>
                  <a:lnTo>
                    <a:pt x="972244" y="1092462"/>
                  </a:lnTo>
                  <a:lnTo>
                    <a:pt x="934837" y="1098255"/>
                  </a:lnTo>
                  <a:lnTo>
                    <a:pt x="897253" y="1102769"/>
                  </a:lnTo>
                  <a:lnTo>
                    <a:pt x="859537" y="1105997"/>
                  </a:lnTo>
                  <a:lnTo>
                    <a:pt x="821733" y="1107935"/>
                  </a:lnTo>
                  <a:lnTo>
                    <a:pt x="783885" y="1108581"/>
                  </a:lnTo>
                  <a:lnTo>
                    <a:pt x="746037" y="1107935"/>
                  </a:lnTo>
                  <a:lnTo>
                    <a:pt x="708233" y="1105997"/>
                  </a:lnTo>
                  <a:lnTo>
                    <a:pt x="670517" y="1102769"/>
                  </a:lnTo>
                  <a:lnTo>
                    <a:pt x="632933" y="1098255"/>
                  </a:lnTo>
                  <a:lnTo>
                    <a:pt x="595525" y="1092462"/>
                  </a:lnTo>
                  <a:lnTo>
                    <a:pt x="558337" y="1085394"/>
                  </a:lnTo>
                  <a:lnTo>
                    <a:pt x="521412" y="1077061"/>
                  </a:lnTo>
                  <a:lnTo>
                    <a:pt x="484793" y="1067472"/>
                  </a:lnTo>
                  <a:lnTo>
                    <a:pt x="448523" y="1056638"/>
                  </a:lnTo>
                  <a:lnTo>
                    <a:pt x="412644" y="1044572"/>
                  </a:lnTo>
                  <a:lnTo>
                    <a:pt x="377197" y="1031289"/>
                  </a:lnTo>
                  <a:lnTo>
                    <a:pt x="342225" y="1016803"/>
                  </a:lnTo>
                  <a:lnTo>
                    <a:pt x="307768" y="1001131"/>
                  </a:lnTo>
                  <a:lnTo>
                    <a:pt x="273865" y="984293"/>
                  </a:lnTo>
                  <a:lnTo>
                    <a:pt x="240558" y="966306"/>
                  </a:lnTo>
                  <a:lnTo>
                    <a:pt x="207884" y="947193"/>
                  </a:lnTo>
                  <a:lnTo>
                    <a:pt x="175881" y="926975"/>
                  </a:lnTo>
                  <a:lnTo>
                    <a:pt x="144588" y="905677"/>
                  </a:lnTo>
                  <a:lnTo>
                    <a:pt x="114040" y="883323"/>
                  </a:lnTo>
                  <a:lnTo>
                    <a:pt x="84273" y="859939"/>
                  </a:lnTo>
                  <a:lnTo>
                    <a:pt x="55321" y="835552"/>
                  </a:lnTo>
                  <a:lnTo>
                    <a:pt x="27219" y="810191"/>
                  </a:lnTo>
                  <a:lnTo>
                    <a:pt x="0" y="783885"/>
                  </a:lnTo>
                  <a:lnTo>
                    <a:pt x="6088" y="740523"/>
                  </a:lnTo>
                  <a:lnTo>
                    <a:pt x="13818" y="697947"/>
                  </a:lnTo>
                  <a:lnTo>
                    <a:pt x="23154" y="656211"/>
                  </a:lnTo>
                  <a:lnTo>
                    <a:pt x="34058" y="615367"/>
                  </a:lnTo>
                  <a:lnTo>
                    <a:pt x="46493" y="575466"/>
                  </a:lnTo>
                  <a:lnTo>
                    <a:pt x="60418" y="536559"/>
                  </a:lnTo>
                  <a:lnTo>
                    <a:pt x="75792" y="498695"/>
                  </a:lnTo>
                  <a:lnTo>
                    <a:pt x="92571" y="461921"/>
                  </a:lnTo>
                  <a:lnTo>
                    <a:pt x="110712" y="426282"/>
                  </a:lnTo>
                  <a:lnTo>
                    <a:pt x="130167" y="391823"/>
                  </a:lnTo>
                  <a:lnTo>
                    <a:pt x="150891" y="358586"/>
                  </a:lnTo>
                  <a:lnTo>
                    <a:pt x="172834" y="326613"/>
                  </a:lnTo>
                  <a:lnTo>
                    <a:pt x="195947" y="295943"/>
                  </a:lnTo>
                  <a:lnTo>
                    <a:pt x="220178" y="266613"/>
                  </a:lnTo>
                  <a:lnTo>
                    <a:pt x="245476" y="238660"/>
                  </a:lnTo>
                  <a:lnTo>
                    <a:pt x="271787" y="212117"/>
                  </a:lnTo>
                  <a:lnTo>
                    <a:pt x="299058" y="187018"/>
                  </a:lnTo>
                  <a:lnTo>
                    <a:pt x="327232" y="163393"/>
                  </a:lnTo>
                  <a:lnTo>
                    <a:pt x="356254" y="141270"/>
                  </a:lnTo>
                  <a:lnTo>
                    <a:pt x="386068" y="120676"/>
                  </a:lnTo>
                  <a:lnTo>
                    <a:pt x="416614" y="101637"/>
                  </a:lnTo>
                  <a:lnTo>
                    <a:pt x="447835" y="84176"/>
                  </a:lnTo>
                  <a:lnTo>
                    <a:pt x="479672" y="68313"/>
                  </a:lnTo>
                  <a:lnTo>
                    <a:pt x="512065" y="54068"/>
                  </a:lnTo>
                  <a:lnTo>
                    <a:pt x="544953" y="41458"/>
                  </a:lnTo>
                  <a:lnTo>
                    <a:pt x="578276" y="30499"/>
                  </a:lnTo>
                  <a:lnTo>
                    <a:pt x="611972" y="21203"/>
                  </a:lnTo>
                  <a:lnTo>
                    <a:pt x="645980" y="13582"/>
                  </a:lnTo>
                  <a:lnTo>
                    <a:pt x="680237" y="7645"/>
                  </a:lnTo>
                  <a:lnTo>
                    <a:pt x="714682" y="3399"/>
                  </a:lnTo>
                  <a:lnTo>
                    <a:pt x="749252" y="850"/>
                  </a:lnTo>
                  <a:lnTo>
                    <a:pt x="783885" y="0"/>
                  </a:lnTo>
                  <a:lnTo>
                    <a:pt x="783885" y="0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8325622" y="1303142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9109507" y="1270673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7541736" y="1270673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8357223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8357223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8357223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8357223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8357223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7573338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7248642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7573338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tx655"/>
            <p:cNvSpPr/>
            <p:nvPr/>
          </p:nvSpPr>
          <p:spPr>
            <a:xfrm>
              <a:off x="8225184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9004962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9496295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8995864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8216085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7223160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698799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7232259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6730924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6681455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65" name="rc665"/>
            <p:cNvSpPr/>
            <p:nvPr/>
          </p:nvSpPr>
          <p:spPr>
            <a:xfrm>
              <a:off x="9840725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9840725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10168724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10781433" y="10269915"/>
              <a:ext cx="1665671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Caprimulgiformes (n=2)</a:t>
              </a:r>
            </a:p>
          </p:txBody>
        </p:sp>
        <p:sp>
          <p:nvSpPr>
            <p:cNvPr id="669" name="rc669"/>
            <p:cNvSpPr/>
            <p:nvPr/>
          </p:nvSpPr>
          <p:spPr>
            <a:xfrm>
              <a:off x="10228542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11614268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11614268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11614268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11614268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1614268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10732397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10367114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10732397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11060048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10505827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10367271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11345244" y="11170562"/>
              <a:ext cx="1377606" cy="1425956"/>
            </a:xfrm>
            <a:custGeom>
              <a:avLst/>
              <a:pathLst>
                <a:path w="1377606" h="1425956">
                  <a:moveTo>
                    <a:pt x="1377606" y="783885"/>
                  </a:moveTo>
                  <a:lnTo>
                    <a:pt x="1348304" y="740391"/>
                  </a:lnTo>
                  <a:lnTo>
                    <a:pt x="1317345" y="699256"/>
                  </a:lnTo>
                  <a:lnTo>
                    <a:pt x="1284869" y="660539"/>
                  </a:lnTo>
                  <a:lnTo>
                    <a:pt x="1251021" y="624295"/>
                  </a:lnTo>
                  <a:lnTo>
                    <a:pt x="1215948" y="590569"/>
                  </a:lnTo>
                  <a:lnTo>
                    <a:pt x="1179797" y="559400"/>
                  </a:lnTo>
                  <a:lnTo>
                    <a:pt x="1142716" y="530817"/>
                  </a:lnTo>
                  <a:lnTo>
                    <a:pt x="1104856" y="504843"/>
                  </a:lnTo>
                  <a:lnTo>
                    <a:pt x="1066364" y="481494"/>
                  </a:lnTo>
                  <a:lnTo>
                    <a:pt x="1027391" y="460775"/>
                  </a:lnTo>
                  <a:lnTo>
                    <a:pt x="988085" y="442687"/>
                  </a:lnTo>
                  <a:lnTo>
                    <a:pt x="948593" y="427219"/>
                  </a:lnTo>
                  <a:lnTo>
                    <a:pt x="909064" y="414358"/>
                  </a:lnTo>
                  <a:lnTo>
                    <a:pt x="869641" y="404078"/>
                  </a:lnTo>
                  <a:lnTo>
                    <a:pt x="830467" y="396349"/>
                  </a:lnTo>
                  <a:lnTo>
                    <a:pt x="791683" y="391132"/>
                  </a:lnTo>
                  <a:lnTo>
                    <a:pt x="753426" y="388383"/>
                  </a:lnTo>
                  <a:lnTo>
                    <a:pt x="715832" y="388048"/>
                  </a:lnTo>
                  <a:lnTo>
                    <a:pt x="679030" y="390069"/>
                  </a:lnTo>
                  <a:lnTo>
                    <a:pt x="643149" y="394379"/>
                  </a:lnTo>
                  <a:lnTo>
                    <a:pt x="608313" y="400907"/>
                  </a:lnTo>
                  <a:lnTo>
                    <a:pt x="574639" y="409574"/>
                  </a:lnTo>
                  <a:lnTo>
                    <a:pt x="542243" y="420296"/>
                  </a:lnTo>
                  <a:lnTo>
                    <a:pt x="511234" y="432983"/>
                  </a:lnTo>
                  <a:lnTo>
                    <a:pt x="481716" y="447540"/>
                  </a:lnTo>
                  <a:lnTo>
                    <a:pt x="453788" y="463865"/>
                  </a:lnTo>
                  <a:lnTo>
                    <a:pt x="427542" y="481854"/>
                  </a:lnTo>
                  <a:lnTo>
                    <a:pt x="403066" y="501397"/>
                  </a:lnTo>
                  <a:lnTo>
                    <a:pt x="380441" y="522379"/>
                  </a:lnTo>
                  <a:lnTo>
                    <a:pt x="359742" y="544683"/>
                  </a:lnTo>
                  <a:lnTo>
                    <a:pt x="341035" y="568186"/>
                  </a:lnTo>
                  <a:lnTo>
                    <a:pt x="324383" y="592765"/>
                  </a:lnTo>
                  <a:lnTo>
                    <a:pt x="309840" y="618290"/>
                  </a:lnTo>
                  <a:lnTo>
                    <a:pt x="297453" y="644631"/>
                  </a:lnTo>
                  <a:lnTo>
                    <a:pt x="287263" y="671657"/>
                  </a:lnTo>
                  <a:lnTo>
                    <a:pt x="279303" y="699231"/>
                  </a:lnTo>
                  <a:lnTo>
                    <a:pt x="273599" y="727219"/>
                  </a:lnTo>
                  <a:lnTo>
                    <a:pt x="270169" y="755483"/>
                  </a:lnTo>
                  <a:lnTo>
                    <a:pt x="269024" y="783885"/>
                  </a:lnTo>
                  <a:lnTo>
                    <a:pt x="269874" y="749252"/>
                  </a:lnTo>
                  <a:lnTo>
                    <a:pt x="272424" y="714682"/>
                  </a:lnTo>
                  <a:lnTo>
                    <a:pt x="276670" y="680237"/>
                  </a:lnTo>
                  <a:lnTo>
                    <a:pt x="282607" y="645980"/>
                  </a:lnTo>
                  <a:lnTo>
                    <a:pt x="290228" y="611972"/>
                  </a:lnTo>
                  <a:lnTo>
                    <a:pt x="299523" y="578276"/>
                  </a:lnTo>
                  <a:lnTo>
                    <a:pt x="310483" y="544953"/>
                  </a:lnTo>
                  <a:lnTo>
                    <a:pt x="323093" y="512065"/>
                  </a:lnTo>
                  <a:lnTo>
                    <a:pt x="337337" y="479672"/>
                  </a:lnTo>
                  <a:lnTo>
                    <a:pt x="353200" y="447835"/>
                  </a:lnTo>
                  <a:lnTo>
                    <a:pt x="370662" y="416614"/>
                  </a:lnTo>
                  <a:lnTo>
                    <a:pt x="389701" y="386068"/>
                  </a:lnTo>
                  <a:lnTo>
                    <a:pt x="410294" y="356254"/>
                  </a:lnTo>
                  <a:lnTo>
                    <a:pt x="432417" y="327232"/>
                  </a:lnTo>
                  <a:lnTo>
                    <a:pt x="456043" y="299058"/>
                  </a:lnTo>
                  <a:lnTo>
                    <a:pt x="481142" y="271787"/>
                  </a:lnTo>
                  <a:lnTo>
                    <a:pt x="507685" y="245476"/>
                  </a:lnTo>
                  <a:lnTo>
                    <a:pt x="535638" y="220178"/>
                  </a:lnTo>
                  <a:lnTo>
                    <a:pt x="564967" y="195947"/>
                  </a:lnTo>
                  <a:lnTo>
                    <a:pt x="595638" y="172834"/>
                  </a:lnTo>
                  <a:lnTo>
                    <a:pt x="627611" y="150891"/>
                  </a:lnTo>
                  <a:lnTo>
                    <a:pt x="660847" y="130167"/>
                  </a:lnTo>
                  <a:lnTo>
                    <a:pt x="695306" y="110712"/>
                  </a:lnTo>
                  <a:lnTo>
                    <a:pt x="730945" y="92571"/>
                  </a:lnTo>
                  <a:lnTo>
                    <a:pt x="767720" y="75792"/>
                  </a:lnTo>
                  <a:lnTo>
                    <a:pt x="805584" y="60418"/>
                  </a:lnTo>
                  <a:lnTo>
                    <a:pt x="844491" y="46493"/>
                  </a:lnTo>
                  <a:lnTo>
                    <a:pt x="884391" y="34058"/>
                  </a:lnTo>
                  <a:lnTo>
                    <a:pt x="925236" y="23154"/>
                  </a:lnTo>
                  <a:lnTo>
                    <a:pt x="966972" y="13818"/>
                  </a:lnTo>
                  <a:lnTo>
                    <a:pt x="1009548" y="6088"/>
                  </a:lnTo>
                  <a:lnTo>
                    <a:pt x="1052910" y="0"/>
                  </a:lnTo>
                  <a:lnTo>
                    <a:pt x="1088171" y="58184"/>
                  </a:lnTo>
                  <a:lnTo>
                    <a:pt x="1119305" y="117732"/>
                  </a:lnTo>
                  <a:lnTo>
                    <a:pt x="1146279" y="178360"/>
                  </a:lnTo>
                  <a:lnTo>
                    <a:pt x="1169076" y="239785"/>
                  </a:lnTo>
                  <a:lnTo>
                    <a:pt x="1187701" y="301726"/>
                  </a:lnTo>
                  <a:lnTo>
                    <a:pt x="1202177" y="363907"/>
                  </a:lnTo>
                  <a:lnTo>
                    <a:pt x="1212543" y="426055"/>
                  </a:lnTo>
                  <a:lnTo>
                    <a:pt x="1218858" y="487905"/>
                  </a:lnTo>
                  <a:lnTo>
                    <a:pt x="1221196" y="549196"/>
                  </a:lnTo>
                  <a:lnTo>
                    <a:pt x="1219649" y="609676"/>
                  </a:lnTo>
                  <a:lnTo>
                    <a:pt x="1214324" y="669105"/>
                  </a:lnTo>
                  <a:lnTo>
                    <a:pt x="1205343" y="727248"/>
                  </a:lnTo>
                  <a:lnTo>
                    <a:pt x="1192842" y="783885"/>
                  </a:lnTo>
                  <a:lnTo>
                    <a:pt x="1176970" y="838806"/>
                  </a:lnTo>
                  <a:lnTo>
                    <a:pt x="1157888" y="891813"/>
                  </a:lnTo>
                  <a:lnTo>
                    <a:pt x="1135770" y="942722"/>
                  </a:lnTo>
                  <a:lnTo>
                    <a:pt x="1110799" y="991364"/>
                  </a:lnTo>
                  <a:lnTo>
                    <a:pt x="1083167" y="1037582"/>
                  </a:lnTo>
                  <a:lnTo>
                    <a:pt x="1053075" y="1081236"/>
                  </a:lnTo>
                  <a:lnTo>
                    <a:pt x="1020730" y="1122200"/>
                  </a:lnTo>
                  <a:lnTo>
                    <a:pt x="986347" y="1160365"/>
                  </a:lnTo>
                  <a:lnTo>
                    <a:pt x="950144" y="1195636"/>
                  </a:lnTo>
                  <a:lnTo>
                    <a:pt x="912344" y="1227937"/>
                  </a:lnTo>
                  <a:lnTo>
                    <a:pt x="873171" y="1257204"/>
                  </a:lnTo>
                  <a:lnTo>
                    <a:pt x="832853" y="1283393"/>
                  </a:lnTo>
                  <a:lnTo>
                    <a:pt x="791614" y="1306475"/>
                  </a:lnTo>
                  <a:lnTo>
                    <a:pt x="749683" y="1326437"/>
                  </a:lnTo>
                  <a:lnTo>
                    <a:pt x="707283" y="1343280"/>
                  </a:lnTo>
                  <a:lnTo>
                    <a:pt x="664634" y="1357024"/>
                  </a:lnTo>
                  <a:lnTo>
                    <a:pt x="621954" y="1367702"/>
                  </a:lnTo>
                  <a:lnTo>
                    <a:pt x="579455" y="1375362"/>
                  </a:lnTo>
                  <a:lnTo>
                    <a:pt x="537343" y="1380066"/>
                  </a:lnTo>
                  <a:lnTo>
                    <a:pt x="495817" y="1381890"/>
                  </a:lnTo>
                  <a:lnTo>
                    <a:pt x="455069" y="1380923"/>
                  </a:lnTo>
                  <a:lnTo>
                    <a:pt x="415280" y="1377267"/>
                  </a:lnTo>
                  <a:lnTo>
                    <a:pt x="376624" y="1371036"/>
                  </a:lnTo>
                  <a:lnTo>
                    <a:pt x="339263" y="1362352"/>
                  </a:lnTo>
                  <a:lnTo>
                    <a:pt x="303350" y="1351351"/>
                  </a:lnTo>
                  <a:lnTo>
                    <a:pt x="269024" y="1338176"/>
                  </a:lnTo>
                  <a:lnTo>
                    <a:pt x="236415" y="1322978"/>
                  </a:lnTo>
                  <a:lnTo>
                    <a:pt x="205638" y="1305916"/>
                  </a:lnTo>
                  <a:lnTo>
                    <a:pt x="176796" y="1287157"/>
                  </a:lnTo>
                  <a:lnTo>
                    <a:pt x="149979" y="1266871"/>
                  </a:lnTo>
                  <a:lnTo>
                    <a:pt x="125262" y="1245233"/>
                  </a:lnTo>
                  <a:lnTo>
                    <a:pt x="102709" y="1222422"/>
                  </a:lnTo>
                  <a:lnTo>
                    <a:pt x="82367" y="1198619"/>
                  </a:lnTo>
                  <a:lnTo>
                    <a:pt x="64272" y="1174008"/>
                  </a:lnTo>
                  <a:lnTo>
                    <a:pt x="48443" y="1148771"/>
                  </a:lnTo>
                  <a:lnTo>
                    <a:pt x="34888" y="1123090"/>
                  </a:lnTo>
                  <a:lnTo>
                    <a:pt x="23599" y="1097146"/>
                  </a:lnTo>
                  <a:lnTo>
                    <a:pt x="14558" y="1071118"/>
                  </a:lnTo>
                  <a:lnTo>
                    <a:pt x="7729" y="1045180"/>
                  </a:lnTo>
                  <a:lnTo>
                    <a:pt x="3067" y="1019502"/>
                  </a:lnTo>
                  <a:lnTo>
                    <a:pt x="514" y="994249"/>
                  </a:lnTo>
                  <a:lnTo>
                    <a:pt x="0" y="969579"/>
                  </a:lnTo>
                  <a:lnTo>
                    <a:pt x="1441" y="945644"/>
                  </a:lnTo>
                  <a:lnTo>
                    <a:pt x="4747" y="922588"/>
                  </a:lnTo>
                  <a:lnTo>
                    <a:pt x="9815" y="900545"/>
                  </a:lnTo>
                  <a:lnTo>
                    <a:pt x="16533" y="879642"/>
                  </a:lnTo>
                  <a:lnTo>
                    <a:pt x="24781" y="859994"/>
                  </a:lnTo>
                  <a:lnTo>
                    <a:pt x="34431" y="841707"/>
                  </a:lnTo>
                  <a:lnTo>
                    <a:pt x="45348" y="824875"/>
                  </a:lnTo>
                  <a:lnTo>
                    <a:pt x="57390" y="809582"/>
                  </a:lnTo>
                  <a:lnTo>
                    <a:pt x="70411" y="795899"/>
                  </a:lnTo>
                  <a:lnTo>
                    <a:pt x="84261" y="783885"/>
                  </a:lnTo>
                  <a:lnTo>
                    <a:pt x="98784" y="773587"/>
                  </a:lnTo>
                  <a:lnTo>
                    <a:pt x="113826" y="765040"/>
                  </a:lnTo>
                  <a:lnTo>
                    <a:pt x="129226" y="758266"/>
                  </a:lnTo>
                  <a:lnTo>
                    <a:pt x="144828" y="753273"/>
                  </a:lnTo>
                  <a:lnTo>
                    <a:pt x="160472" y="750059"/>
                  </a:lnTo>
                  <a:lnTo>
                    <a:pt x="176001" y="748606"/>
                  </a:lnTo>
                  <a:lnTo>
                    <a:pt x="191261" y="748887"/>
                  </a:lnTo>
                  <a:lnTo>
                    <a:pt x="206101" y="750860"/>
                  </a:lnTo>
                  <a:lnTo>
                    <a:pt x="220373" y="754474"/>
                  </a:lnTo>
                  <a:lnTo>
                    <a:pt x="233934" y="759664"/>
                  </a:lnTo>
                  <a:lnTo>
                    <a:pt x="246648" y="766355"/>
                  </a:lnTo>
                  <a:lnTo>
                    <a:pt x="258386" y="774460"/>
                  </a:lnTo>
                  <a:lnTo>
                    <a:pt x="269024" y="783885"/>
                  </a:lnTo>
                  <a:lnTo>
                    <a:pt x="249605" y="784956"/>
                  </a:lnTo>
                  <a:lnTo>
                    <a:pt x="230363" y="788164"/>
                  </a:lnTo>
                  <a:lnTo>
                    <a:pt x="211474" y="793488"/>
                  </a:lnTo>
                  <a:lnTo>
                    <a:pt x="193112" y="800897"/>
                  </a:lnTo>
                  <a:lnTo>
                    <a:pt x="175449" y="810345"/>
                  </a:lnTo>
                  <a:lnTo>
                    <a:pt x="158654" y="821775"/>
                  </a:lnTo>
                  <a:lnTo>
                    <a:pt x="142890" y="835116"/>
                  </a:lnTo>
                  <a:lnTo>
                    <a:pt x="128315" y="850287"/>
                  </a:lnTo>
                  <a:lnTo>
                    <a:pt x="115082" y="867194"/>
                  </a:lnTo>
                  <a:lnTo>
                    <a:pt x="103336" y="885733"/>
                  </a:lnTo>
                  <a:lnTo>
                    <a:pt x="93216" y="905788"/>
                  </a:lnTo>
                  <a:lnTo>
                    <a:pt x="84850" y="927233"/>
                  </a:lnTo>
                  <a:lnTo>
                    <a:pt x="78360" y="949934"/>
                  </a:lnTo>
                  <a:lnTo>
                    <a:pt x="73856" y="973747"/>
                  </a:lnTo>
                  <a:lnTo>
                    <a:pt x="71440" y="998519"/>
                  </a:lnTo>
                  <a:lnTo>
                    <a:pt x="71199" y="1024091"/>
                  </a:lnTo>
                  <a:lnTo>
                    <a:pt x="73214" y="1050295"/>
                  </a:lnTo>
                  <a:lnTo>
                    <a:pt x="77549" y="1076959"/>
                  </a:lnTo>
                  <a:lnTo>
                    <a:pt x="84261" y="1103905"/>
                  </a:lnTo>
                  <a:lnTo>
                    <a:pt x="93389" y="1130950"/>
                  </a:lnTo>
                  <a:lnTo>
                    <a:pt x="104962" y="1157909"/>
                  </a:lnTo>
                  <a:lnTo>
                    <a:pt x="118996" y="1184593"/>
                  </a:lnTo>
                  <a:lnTo>
                    <a:pt x="135492" y="1210812"/>
                  </a:lnTo>
                  <a:lnTo>
                    <a:pt x="154439" y="1236373"/>
                  </a:lnTo>
                  <a:lnTo>
                    <a:pt x="175811" y="1261086"/>
                  </a:lnTo>
                  <a:lnTo>
                    <a:pt x="199569" y="1284761"/>
                  </a:lnTo>
                  <a:lnTo>
                    <a:pt x="225660" y="1307209"/>
                  </a:lnTo>
                  <a:lnTo>
                    <a:pt x="254019" y="1328244"/>
                  </a:lnTo>
                  <a:lnTo>
                    <a:pt x="284565" y="1347686"/>
                  </a:lnTo>
                  <a:lnTo>
                    <a:pt x="317206" y="1365356"/>
                  </a:lnTo>
                  <a:lnTo>
                    <a:pt x="351836" y="1381083"/>
                  </a:lnTo>
                  <a:lnTo>
                    <a:pt x="388337" y="1394703"/>
                  </a:lnTo>
                  <a:lnTo>
                    <a:pt x="426579" y="1406056"/>
                  </a:lnTo>
                  <a:lnTo>
                    <a:pt x="466420" y="1414994"/>
                  </a:lnTo>
                  <a:lnTo>
                    <a:pt x="507706" y="1421375"/>
                  </a:lnTo>
                  <a:lnTo>
                    <a:pt x="550274" y="1425070"/>
                  </a:lnTo>
                  <a:lnTo>
                    <a:pt x="593950" y="1425956"/>
                  </a:lnTo>
                  <a:lnTo>
                    <a:pt x="638551" y="1423925"/>
                  </a:lnTo>
                  <a:lnTo>
                    <a:pt x="683886" y="1418878"/>
                  </a:lnTo>
                  <a:lnTo>
                    <a:pt x="729755" y="1410731"/>
                  </a:lnTo>
                  <a:lnTo>
                    <a:pt x="775951" y="1399412"/>
                  </a:lnTo>
                  <a:lnTo>
                    <a:pt x="822261" y="1384861"/>
                  </a:lnTo>
                  <a:lnTo>
                    <a:pt x="868468" y="1367033"/>
                  </a:lnTo>
                  <a:lnTo>
                    <a:pt x="914349" y="1345899"/>
                  </a:lnTo>
                  <a:lnTo>
                    <a:pt x="959677" y="1321441"/>
                  </a:lnTo>
                  <a:lnTo>
                    <a:pt x="1004223" y="1293661"/>
                  </a:lnTo>
                  <a:lnTo>
                    <a:pt x="1047758" y="1262571"/>
                  </a:lnTo>
                  <a:lnTo>
                    <a:pt x="1090050" y="1228202"/>
                  </a:lnTo>
                  <a:lnTo>
                    <a:pt x="1130868" y="1190599"/>
                  </a:lnTo>
                  <a:lnTo>
                    <a:pt x="1169984" y="1149823"/>
                  </a:lnTo>
                  <a:lnTo>
                    <a:pt x="1207170" y="1105951"/>
                  </a:lnTo>
                  <a:lnTo>
                    <a:pt x="1242202" y="1059073"/>
                  </a:lnTo>
                  <a:lnTo>
                    <a:pt x="1274862" y="1009298"/>
                  </a:lnTo>
                  <a:lnTo>
                    <a:pt x="1304935" y="956748"/>
                  </a:lnTo>
                  <a:lnTo>
                    <a:pt x="1332216" y="901559"/>
                  </a:lnTo>
                  <a:lnTo>
                    <a:pt x="1356503" y="843883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11614268" y="11170562"/>
              <a:ext cx="1108581" cy="996003"/>
            </a:xfrm>
            <a:custGeom>
              <a:avLst/>
              <a:pathLst>
                <a:path w="1108581" h="996003">
                  <a:moveTo>
                    <a:pt x="0" y="783885"/>
                  </a:moveTo>
                  <a:lnTo>
                    <a:pt x="850" y="749252"/>
                  </a:lnTo>
                  <a:lnTo>
                    <a:pt x="3399" y="714682"/>
                  </a:lnTo>
                  <a:lnTo>
                    <a:pt x="7645" y="680237"/>
                  </a:lnTo>
                  <a:lnTo>
                    <a:pt x="13582" y="645980"/>
                  </a:lnTo>
                  <a:lnTo>
                    <a:pt x="21203" y="611972"/>
                  </a:lnTo>
                  <a:lnTo>
                    <a:pt x="30499" y="578276"/>
                  </a:lnTo>
                  <a:lnTo>
                    <a:pt x="41458" y="544953"/>
                  </a:lnTo>
                  <a:lnTo>
                    <a:pt x="54068" y="512065"/>
                  </a:lnTo>
                  <a:lnTo>
                    <a:pt x="68313" y="479672"/>
                  </a:lnTo>
                  <a:lnTo>
                    <a:pt x="84176" y="447835"/>
                  </a:lnTo>
                  <a:lnTo>
                    <a:pt x="101637" y="416614"/>
                  </a:lnTo>
                  <a:lnTo>
                    <a:pt x="120676" y="386068"/>
                  </a:lnTo>
                  <a:lnTo>
                    <a:pt x="141270" y="356254"/>
                  </a:lnTo>
                  <a:lnTo>
                    <a:pt x="163393" y="327232"/>
                  </a:lnTo>
                  <a:lnTo>
                    <a:pt x="187018" y="299058"/>
                  </a:lnTo>
                  <a:lnTo>
                    <a:pt x="212117" y="271787"/>
                  </a:lnTo>
                  <a:lnTo>
                    <a:pt x="238660" y="245476"/>
                  </a:lnTo>
                  <a:lnTo>
                    <a:pt x="266613" y="220178"/>
                  </a:lnTo>
                  <a:lnTo>
                    <a:pt x="295943" y="195947"/>
                  </a:lnTo>
                  <a:lnTo>
                    <a:pt x="326613" y="172834"/>
                  </a:lnTo>
                  <a:lnTo>
                    <a:pt x="358586" y="150891"/>
                  </a:lnTo>
                  <a:lnTo>
                    <a:pt x="391823" y="130167"/>
                  </a:lnTo>
                  <a:lnTo>
                    <a:pt x="426282" y="110712"/>
                  </a:lnTo>
                  <a:lnTo>
                    <a:pt x="461921" y="92571"/>
                  </a:lnTo>
                  <a:lnTo>
                    <a:pt x="498695" y="75792"/>
                  </a:lnTo>
                  <a:lnTo>
                    <a:pt x="536559" y="60418"/>
                  </a:lnTo>
                  <a:lnTo>
                    <a:pt x="575466" y="46493"/>
                  </a:lnTo>
                  <a:lnTo>
                    <a:pt x="615367" y="34058"/>
                  </a:lnTo>
                  <a:lnTo>
                    <a:pt x="656211" y="23154"/>
                  </a:lnTo>
                  <a:lnTo>
                    <a:pt x="697947" y="13818"/>
                  </a:lnTo>
                  <a:lnTo>
                    <a:pt x="740523" y="6088"/>
                  </a:lnTo>
                  <a:lnTo>
                    <a:pt x="783885" y="0"/>
                  </a:lnTo>
                  <a:lnTo>
                    <a:pt x="810191" y="27219"/>
                  </a:lnTo>
                  <a:lnTo>
                    <a:pt x="835552" y="55321"/>
                  </a:lnTo>
                  <a:lnTo>
                    <a:pt x="859939" y="84273"/>
                  </a:lnTo>
                  <a:lnTo>
                    <a:pt x="883323" y="114040"/>
                  </a:lnTo>
                  <a:lnTo>
                    <a:pt x="905677" y="144588"/>
                  </a:lnTo>
                  <a:lnTo>
                    <a:pt x="926975" y="175881"/>
                  </a:lnTo>
                  <a:lnTo>
                    <a:pt x="947193" y="207884"/>
                  </a:lnTo>
                  <a:lnTo>
                    <a:pt x="966306" y="240558"/>
                  </a:lnTo>
                  <a:lnTo>
                    <a:pt x="984293" y="273865"/>
                  </a:lnTo>
                  <a:lnTo>
                    <a:pt x="1001131" y="307768"/>
                  </a:lnTo>
                  <a:lnTo>
                    <a:pt x="1016803" y="342225"/>
                  </a:lnTo>
                  <a:lnTo>
                    <a:pt x="1031289" y="377197"/>
                  </a:lnTo>
                  <a:lnTo>
                    <a:pt x="1044572" y="412644"/>
                  </a:lnTo>
                  <a:lnTo>
                    <a:pt x="1056638" y="448523"/>
                  </a:lnTo>
                  <a:lnTo>
                    <a:pt x="1067472" y="484793"/>
                  </a:lnTo>
                  <a:lnTo>
                    <a:pt x="1077061" y="521412"/>
                  </a:lnTo>
                  <a:lnTo>
                    <a:pt x="1085394" y="558337"/>
                  </a:lnTo>
                  <a:lnTo>
                    <a:pt x="1092462" y="595525"/>
                  </a:lnTo>
                  <a:lnTo>
                    <a:pt x="1098255" y="632933"/>
                  </a:lnTo>
                  <a:lnTo>
                    <a:pt x="1102769" y="670517"/>
                  </a:lnTo>
                  <a:lnTo>
                    <a:pt x="1105997" y="708233"/>
                  </a:lnTo>
                  <a:lnTo>
                    <a:pt x="1107935" y="746037"/>
                  </a:lnTo>
                  <a:lnTo>
                    <a:pt x="1108581" y="783885"/>
                  </a:lnTo>
                  <a:lnTo>
                    <a:pt x="1073614" y="810241"/>
                  </a:lnTo>
                  <a:lnTo>
                    <a:pt x="1038043" y="834881"/>
                  </a:lnTo>
                  <a:lnTo>
                    <a:pt x="1001929" y="857792"/>
                  </a:lnTo>
                  <a:lnTo>
                    <a:pt x="965337" y="878962"/>
                  </a:lnTo>
                  <a:lnTo>
                    <a:pt x="928331" y="898384"/>
                  </a:lnTo>
                  <a:lnTo>
                    <a:pt x="890973" y="916048"/>
                  </a:lnTo>
                  <a:lnTo>
                    <a:pt x="853328" y="931951"/>
                  </a:lnTo>
                  <a:lnTo>
                    <a:pt x="815460" y="946090"/>
                  </a:lnTo>
                  <a:lnTo>
                    <a:pt x="777432" y="958463"/>
                  </a:lnTo>
                  <a:lnTo>
                    <a:pt x="739309" y="969072"/>
                  </a:lnTo>
                  <a:lnTo>
                    <a:pt x="701153" y="977920"/>
                  </a:lnTo>
                  <a:lnTo>
                    <a:pt x="663028" y="985013"/>
                  </a:lnTo>
                  <a:lnTo>
                    <a:pt x="624998" y="990357"/>
                  </a:lnTo>
                  <a:lnTo>
                    <a:pt x="587125" y="993962"/>
                  </a:lnTo>
                  <a:lnTo>
                    <a:pt x="549471" y="995839"/>
                  </a:lnTo>
                  <a:lnTo>
                    <a:pt x="512097" y="996003"/>
                  </a:lnTo>
                  <a:lnTo>
                    <a:pt x="475066" y="994468"/>
                  </a:lnTo>
                  <a:lnTo>
                    <a:pt x="438438" y="991251"/>
                  </a:lnTo>
                  <a:lnTo>
                    <a:pt x="402273" y="986372"/>
                  </a:lnTo>
                  <a:lnTo>
                    <a:pt x="366630" y="979853"/>
                  </a:lnTo>
                  <a:lnTo>
                    <a:pt x="331568" y="971716"/>
                  </a:lnTo>
                  <a:lnTo>
                    <a:pt x="297144" y="961986"/>
                  </a:lnTo>
                  <a:lnTo>
                    <a:pt x="263415" y="950691"/>
                  </a:lnTo>
                  <a:lnTo>
                    <a:pt x="230437" y="937859"/>
                  </a:lnTo>
                  <a:lnTo>
                    <a:pt x="198266" y="923520"/>
                  </a:lnTo>
                  <a:lnTo>
                    <a:pt x="166953" y="907706"/>
                  </a:lnTo>
                  <a:lnTo>
                    <a:pt x="136554" y="890453"/>
                  </a:lnTo>
                  <a:lnTo>
                    <a:pt x="107118" y="871794"/>
                  </a:lnTo>
                  <a:lnTo>
                    <a:pt x="78696" y="851769"/>
                  </a:lnTo>
                  <a:lnTo>
                    <a:pt x="51337" y="830415"/>
                  </a:lnTo>
                  <a:lnTo>
                    <a:pt x="25090" y="807773"/>
                  </a:lnTo>
                  <a:lnTo>
                    <a:pt x="0" y="783885"/>
                  </a:lnTo>
                  <a:lnTo>
                    <a:pt x="0" y="783885"/>
                  </a:lnTo>
                  <a:lnTo>
                    <a:pt x="0" y="783885"/>
                  </a:lnTo>
                  <a:lnTo>
                    <a:pt x="0" y="783885"/>
                  </a:lnTo>
                  <a:lnTo>
                    <a:pt x="0" y="783885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12691249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12366553" y="11138961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11614268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11614268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11614268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11614268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11614268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10830383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10505687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10830383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tx699"/>
            <p:cNvSpPr/>
            <p:nvPr/>
          </p:nvSpPr>
          <p:spPr>
            <a:xfrm>
              <a:off x="11482229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2262007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2753340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2252909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11473131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10480206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10245042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10489304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9987969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9938500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2026-05-11T10:28:42Z</dcterms:modified>
  <cp:category/>
</cp:coreProperties>
</file>