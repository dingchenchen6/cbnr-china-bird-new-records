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167360" cy="13533120"/>
            <a:chOff x="0" y="0"/>
            <a:chExt cx="13167360" cy="135331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16736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167360" y="0"/>
              <a:ext cx="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51262" y="224458"/>
              <a:ext cx="1583740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 (n=158)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457405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43132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3132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43132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3132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3132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61261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95978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61261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8911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4690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6135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5898" y="1166085"/>
              <a:ext cx="1525815" cy="1418850"/>
            </a:xfrm>
            <a:custGeom>
              <a:avLst/>
              <a:pathLst>
                <a:path w="1525815" h="1418850">
                  <a:moveTo>
                    <a:pt x="1525815" y="742906"/>
                  </a:moveTo>
                  <a:lnTo>
                    <a:pt x="1507921" y="697794"/>
                  </a:lnTo>
                  <a:lnTo>
                    <a:pt x="1488222" y="654161"/>
                  </a:lnTo>
                  <a:lnTo>
                    <a:pt x="1466809" y="612076"/>
                  </a:lnTo>
                  <a:lnTo>
                    <a:pt x="1443776" y="571606"/>
                  </a:lnTo>
                  <a:lnTo>
                    <a:pt x="1419220" y="532811"/>
                  </a:lnTo>
                  <a:lnTo>
                    <a:pt x="1393240" y="495747"/>
                  </a:lnTo>
                  <a:lnTo>
                    <a:pt x="1365936" y="460465"/>
                  </a:lnTo>
                  <a:lnTo>
                    <a:pt x="1337412" y="427008"/>
                  </a:lnTo>
                  <a:lnTo>
                    <a:pt x="1307770" y="395417"/>
                  </a:lnTo>
                  <a:lnTo>
                    <a:pt x="1277117" y="365726"/>
                  </a:lnTo>
                  <a:lnTo>
                    <a:pt x="1245558" y="337963"/>
                  </a:lnTo>
                  <a:lnTo>
                    <a:pt x="1213199" y="312151"/>
                  </a:lnTo>
                  <a:lnTo>
                    <a:pt x="1180147" y="288308"/>
                  </a:lnTo>
                  <a:lnTo>
                    <a:pt x="1146510" y="266445"/>
                  </a:lnTo>
                  <a:lnTo>
                    <a:pt x="1112394" y="246571"/>
                  </a:lnTo>
                  <a:lnTo>
                    <a:pt x="1077904" y="228685"/>
                  </a:lnTo>
                  <a:lnTo>
                    <a:pt x="1043147" y="212784"/>
                  </a:lnTo>
                  <a:lnTo>
                    <a:pt x="1008226" y="198859"/>
                  </a:lnTo>
                  <a:lnTo>
                    <a:pt x="973245" y="186894"/>
                  </a:lnTo>
                  <a:lnTo>
                    <a:pt x="938306" y="176870"/>
                  </a:lnTo>
                  <a:lnTo>
                    <a:pt x="903507" y="168763"/>
                  </a:lnTo>
                  <a:lnTo>
                    <a:pt x="868947" y="162543"/>
                  </a:lnTo>
                  <a:lnTo>
                    <a:pt x="834722" y="158176"/>
                  </a:lnTo>
                  <a:lnTo>
                    <a:pt x="800925" y="155622"/>
                  </a:lnTo>
                  <a:lnTo>
                    <a:pt x="767646" y="154838"/>
                  </a:lnTo>
                  <a:lnTo>
                    <a:pt x="734972" y="155777"/>
                  </a:lnTo>
                  <a:lnTo>
                    <a:pt x="702988" y="158385"/>
                  </a:lnTo>
                  <a:lnTo>
                    <a:pt x="671775" y="162609"/>
                  </a:lnTo>
                  <a:lnTo>
                    <a:pt x="641412" y="168386"/>
                  </a:lnTo>
                  <a:lnTo>
                    <a:pt x="611971" y="175655"/>
                  </a:lnTo>
                  <a:lnTo>
                    <a:pt x="583523" y="184348"/>
                  </a:lnTo>
                  <a:lnTo>
                    <a:pt x="556135" y="194395"/>
                  </a:lnTo>
                  <a:lnTo>
                    <a:pt x="529869" y="205724"/>
                  </a:lnTo>
                  <a:lnTo>
                    <a:pt x="504782" y="218258"/>
                  </a:lnTo>
                  <a:lnTo>
                    <a:pt x="480928" y="231919"/>
                  </a:lnTo>
                  <a:lnTo>
                    <a:pt x="458356" y="246627"/>
                  </a:lnTo>
                  <a:lnTo>
                    <a:pt x="437112" y="262298"/>
                  </a:lnTo>
                  <a:lnTo>
                    <a:pt x="417233" y="278848"/>
                  </a:lnTo>
                  <a:lnTo>
                    <a:pt x="435595" y="252183"/>
                  </a:lnTo>
                  <a:lnTo>
                    <a:pt x="455949" y="226280"/>
                  </a:lnTo>
                  <a:lnTo>
                    <a:pt x="478263" y="201250"/>
                  </a:lnTo>
                  <a:lnTo>
                    <a:pt x="502499" y="177204"/>
                  </a:lnTo>
                  <a:lnTo>
                    <a:pt x="528613" y="154250"/>
                  </a:lnTo>
                  <a:lnTo>
                    <a:pt x="556556" y="132494"/>
                  </a:lnTo>
                  <a:lnTo>
                    <a:pt x="586273" y="112042"/>
                  </a:lnTo>
                  <a:lnTo>
                    <a:pt x="617704" y="92995"/>
                  </a:lnTo>
                  <a:lnTo>
                    <a:pt x="650785" y="75453"/>
                  </a:lnTo>
                  <a:lnTo>
                    <a:pt x="685446" y="59511"/>
                  </a:lnTo>
                  <a:lnTo>
                    <a:pt x="721612" y="45262"/>
                  </a:lnTo>
                  <a:lnTo>
                    <a:pt x="759204" y="32797"/>
                  </a:lnTo>
                  <a:lnTo>
                    <a:pt x="798137" y="22202"/>
                  </a:lnTo>
                  <a:lnTo>
                    <a:pt x="838322" y="13558"/>
                  </a:lnTo>
                  <a:lnTo>
                    <a:pt x="879669" y="6944"/>
                  </a:lnTo>
                  <a:lnTo>
                    <a:pt x="922078" y="2434"/>
                  </a:lnTo>
                  <a:lnTo>
                    <a:pt x="965451" y="98"/>
                  </a:lnTo>
                  <a:lnTo>
                    <a:pt x="1009681" y="0"/>
                  </a:lnTo>
                  <a:lnTo>
                    <a:pt x="1054663" y="2200"/>
                  </a:lnTo>
                  <a:lnTo>
                    <a:pt x="1100283" y="6753"/>
                  </a:lnTo>
                  <a:lnTo>
                    <a:pt x="1146429" y="13710"/>
                  </a:lnTo>
                  <a:lnTo>
                    <a:pt x="1176883" y="58122"/>
                  </a:lnTo>
                  <a:lnTo>
                    <a:pt x="1204711" y="103717"/>
                  </a:lnTo>
                  <a:lnTo>
                    <a:pt x="1229873" y="150342"/>
                  </a:lnTo>
                  <a:lnTo>
                    <a:pt x="1252338" y="197845"/>
                  </a:lnTo>
                  <a:lnTo>
                    <a:pt x="1272084" y="246073"/>
                  </a:lnTo>
                  <a:lnTo>
                    <a:pt x="1289095" y="294872"/>
                  </a:lnTo>
                  <a:lnTo>
                    <a:pt x="1303367" y="344089"/>
                  </a:lnTo>
                  <a:lnTo>
                    <a:pt x="1314901" y="393574"/>
                  </a:lnTo>
                  <a:lnTo>
                    <a:pt x="1323710" y="443175"/>
                  </a:lnTo>
                  <a:lnTo>
                    <a:pt x="1329813" y="492744"/>
                  </a:lnTo>
                  <a:lnTo>
                    <a:pt x="1333236" y="542135"/>
                  </a:lnTo>
                  <a:lnTo>
                    <a:pt x="1334015" y="591206"/>
                  </a:lnTo>
                  <a:lnTo>
                    <a:pt x="1332193" y="639814"/>
                  </a:lnTo>
                  <a:lnTo>
                    <a:pt x="1327819" y="687825"/>
                  </a:lnTo>
                  <a:lnTo>
                    <a:pt x="1320950" y="735106"/>
                  </a:lnTo>
                  <a:lnTo>
                    <a:pt x="1311651" y="781527"/>
                  </a:lnTo>
                  <a:lnTo>
                    <a:pt x="1299992" y="826966"/>
                  </a:lnTo>
                  <a:lnTo>
                    <a:pt x="1286050" y="871303"/>
                  </a:lnTo>
                  <a:lnTo>
                    <a:pt x="1269907" y="914426"/>
                  </a:lnTo>
                  <a:lnTo>
                    <a:pt x="1251651" y="956227"/>
                  </a:lnTo>
                  <a:lnTo>
                    <a:pt x="1231376" y="996603"/>
                  </a:lnTo>
                  <a:lnTo>
                    <a:pt x="1209181" y="1035459"/>
                  </a:lnTo>
                  <a:lnTo>
                    <a:pt x="1185167" y="1072705"/>
                  </a:lnTo>
                  <a:lnTo>
                    <a:pt x="1159441" y="1108258"/>
                  </a:lnTo>
                  <a:lnTo>
                    <a:pt x="1132114" y="1142043"/>
                  </a:lnTo>
                  <a:lnTo>
                    <a:pt x="1103299" y="1173989"/>
                  </a:lnTo>
                  <a:lnTo>
                    <a:pt x="1073113" y="1204035"/>
                  </a:lnTo>
                  <a:lnTo>
                    <a:pt x="1041675" y="1232124"/>
                  </a:lnTo>
                  <a:lnTo>
                    <a:pt x="1009105" y="1258210"/>
                  </a:lnTo>
                  <a:lnTo>
                    <a:pt x="975526" y="1282250"/>
                  </a:lnTo>
                  <a:lnTo>
                    <a:pt x="941062" y="1304211"/>
                  </a:lnTo>
                  <a:lnTo>
                    <a:pt x="905836" y="1324067"/>
                  </a:lnTo>
                  <a:lnTo>
                    <a:pt x="869974" y="1341799"/>
                  </a:lnTo>
                  <a:lnTo>
                    <a:pt x="833600" y="1357394"/>
                  </a:lnTo>
                  <a:lnTo>
                    <a:pt x="796838" y="1370849"/>
                  </a:lnTo>
                  <a:lnTo>
                    <a:pt x="759812" y="1382164"/>
                  </a:lnTo>
                  <a:lnTo>
                    <a:pt x="722642" y="1391351"/>
                  </a:lnTo>
                  <a:lnTo>
                    <a:pt x="685450" y="1398424"/>
                  </a:lnTo>
                  <a:lnTo>
                    <a:pt x="648352" y="1403406"/>
                  </a:lnTo>
                  <a:lnTo>
                    <a:pt x="611466" y="1406327"/>
                  </a:lnTo>
                  <a:lnTo>
                    <a:pt x="574904" y="1407222"/>
                  </a:lnTo>
                  <a:lnTo>
                    <a:pt x="538774" y="1406132"/>
                  </a:lnTo>
                  <a:lnTo>
                    <a:pt x="503185" y="1403106"/>
                  </a:lnTo>
                  <a:lnTo>
                    <a:pt x="468237" y="1398197"/>
                  </a:lnTo>
                  <a:lnTo>
                    <a:pt x="434030" y="1391462"/>
                  </a:lnTo>
                  <a:lnTo>
                    <a:pt x="400657" y="1382965"/>
                  </a:lnTo>
                  <a:lnTo>
                    <a:pt x="368209" y="1372776"/>
                  </a:lnTo>
                  <a:lnTo>
                    <a:pt x="336769" y="1360966"/>
                  </a:lnTo>
                  <a:lnTo>
                    <a:pt x="306417" y="1347612"/>
                  </a:lnTo>
                  <a:lnTo>
                    <a:pt x="277228" y="1332796"/>
                  </a:lnTo>
                  <a:lnTo>
                    <a:pt x="249270" y="1316602"/>
                  </a:lnTo>
                  <a:lnTo>
                    <a:pt x="222607" y="1299116"/>
                  </a:lnTo>
                  <a:lnTo>
                    <a:pt x="197296" y="1280430"/>
                  </a:lnTo>
                  <a:lnTo>
                    <a:pt x="173389" y="1260637"/>
                  </a:lnTo>
                  <a:lnTo>
                    <a:pt x="150932" y="1239830"/>
                  </a:lnTo>
                  <a:lnTo>
                    <a:pt x="129965" y="1218106"/>
                  </a:lnTo>
                  <a:lnTo>
                    <a:pt x="110521" y="1195563"/>
                  </a:lnTo>
                  <a:lnTo>
                    <a:pt x="92627" y="1172301"/>
                  </a:lnTo>
                  <a:lnTo>
                    <a:pt x="76305" y="1148417"/>
                  </a:lnTo>
                  <a:lnTo>
                    <a:pt x="61571" y="1124013"/>
                  </a:lnTo>
                  <a:lnTo>
                    <a:pt x="48434" y="1099188"/>
                  </a:lnTo>
                  <a:lnTo>
                    <a:pt x="36897" y="1074040"/>
                  </a:lnTo>
                  <a:lnTo>
                    <a:pt x="26958" y="1048667"/>
                  </a:lnTo>
                  <a:lnTo>
                    <a:pt x="18607" y="1023168"/>
                  </a:lnTo>
                  <a:lnTo>
                    <a:pt x="11831" y="997637"/>
                  </a:lnTo>
                  <a:lnTo>
                    <a:pt x="6610" y="972168"/>
                  </a:lnTo>
                  <a:lnTo>
                    <a:pt x="2919" y="946853"/>
                  </a:lnTo>
                  <a:lnTo>
                    <a:pt x="727" y="921780"/>
                  </a:lnTo>
                  <a:lnTo>
                    <a:pt x="0" y="897036"/>
                  </a:lnTo>
                  <a:lnTo>
                    <a:pt x="695" y="872704"/>
                  </a:lnTo>
                  <a:lnTo>
                    <a:pt x="2769" y="848864"/>
                  </a:lnTo>
                  <a:lnTo>
                    <a:pt x="6173" y="825593"/>
                  </a:lnTo>
                  <a:lnTo>
                    <a:pt x="10852" y="802963"/>
                  </a:lnTo>
                  <a:lnTo>
                    <a:pt x="16749" y="781042"/>
                  </a:lnTo>
                  <a:lnTo>
                    <a:pt x="23803" y="759894"/>
                  </a:lnTo>
                  <a:lnTo>
                    <a:pt x="31950" y="739580"/>
                  </a:lnTo>
                  <a:lnTo>
                    <a:pt x="41122" y="720155"/>
                  </a:lnTo>
                  <a:lnTo>
                    <a:pt x="51250" y="701669"/>
                  </a:lnTo>
                  <a:lnTo>
                    <a:pt x="62260" y="684168"/>
                  </a:lnTo>
                  <a:lnTo>
                    <a:pt x="74078" y="667693"/>
                  </a:lnTo>
                  <a:lnTo>
                    <a:pt x="86628" y="652278"/>
                  </a:lnTo>
                  <a:lnTo>
                    <a:pt x="99832" y="637955"/>
                  </a:lnTo>
                  <a:lnTo>
                    <a:pt x="113610" y="624749"/>
                  </a:lnTo>
                  <a:lnTo>
                    <a:pt x="127884" y="612680"/>
                  </a:lnTo>
                  <a:lnTo>
                    <a:pt x="142572" y="601762"/>
                  </a:lnTo>
                  <a:lnTo>
                    <a:pt x="157594" y="592005"/>
                  </a:lnTo>
                  <a:lnTo>
                    <a:pt x="172870" y="583414"/>
                  </a:lnTo>
                  <a:lnTo>
                    <a:pt x="188321" y="575986"/>
                  </a:lnTo>
                  <a:lnTo>
                    <a:pt x="203867" y="569718"/>
                  </a:lnTo>
                  <a:lnTo>
                    <a:pt x="219430" y="564596"/>
                  </a:lnTo>
                  <a:lnTo>
                    <a:pt x="234934" y="560607"/>
                  </a:lnTo>
                  <a:lnTo>
                    <a:pt x="217248" y="580205"/>
                  </a:lnTo>
                  <a:lnTo>
                    <a:pt x="201658" y="601509"/>
                  </a:lnTo>
                  <a:lnTo>
                    <a:pt x="188328" y="624296"/>
                  </a:lnTo>
                  <a:lnTo>
                    <a:pt x="177399" y="648327"/>
                  </a:lnTo>
                  <a:lnTo>
                    <a:pt x="168984" y="673349"/>
                  </a:lnTo>
                  <a:lnTo>
                    <a:pt x="163172" y="699101"/>
                  </a:lnTo>
                  <a:lnTo>
                    <a:pt x="160025" y="725312"/>
                  </a:lnTo>
                  <a:lnTo>
                    <a:pt x="159574" y="751708"/>
                  </a:lnTo>
                  <a:lnTo>
                    <a:pt x="161825" y="778011"/>
                  </a:lnTo>
                  <a:lnTo>
                    <a:pt x="166754" y="803946"/>
                  </a:lnTo>
                  <a:lnTo>
                    <a:pt x="174309" y="829241"/>
                  </a:lnTo>
                  <a:lnTo>
                    <a:pt x="184412" y="853631"/>
                  </a:lnTo>
                  <a:lnTo>
                    <a:pt x="196956" y="876859"/>
                  </a:lnTo>
                  <a:lnTo>
                    <a:pt x="211809" y="898684"/>
                  </a:lnTo>
                  <a:lnTo>
                    <a:pt x="228817" y="918874"/>
                  </a:lnTo>
                  <a:lnTo>
                    <a:pt x="247800" y="937220"/>
                  </a:lnTo>
                  <a:lnTo>
                    <a:pt x="268560" y="953528"/>
                  </a:lnTo>
                  <a:lnTo>
                    <a:pt x="290878" y="967628"/>
                  </a:lnTo>
                  <a:lnTo>
                    <a:pt x="314522" y="979372"/>
                  </a:lnTo>
                  <a:lnTo>
                    <a:pt x="339242" y="988636"/>
                  </a:lnTo>
                  <a:lnTo>
                    <a:pt x="364781" y="995323"/>
                  </a:lnTo>
                  <a:lnTo>
                    <a:pt x="390869" y="999364"/>
                  </a:lnTo>
                  <a:lnTo>
                    <a:pt x="417233" y="1000715"/>
                  </a:lnTo>
                  <a:lnTo>
                    <a:pt x="434117" y="1022020"/>
                  </a:lnTo>
                  <a:lnTo>
                    <a:pt x="453568" y="1042147"/>
                  </a:lnTo>
                  <a:lnTo>
                    <a:pt x="475502" y="1060864"/>
                  </a:lnTo>
                  <a:lnTo>
                    <a:pt x="499814" y="1077947"/>
                  </a:lnTo>
                  <a:lnTo>
                    <a:pt x="526382" y="1093176"/>
                  </a:lnTo>
                  <a:lnTo>
                    <a:pt x="555067" y="1106344"/>
                  </a:lnTo>
                  <a:lnTo>
                    <a:pt x="585713" y="1117252"/>
                  </a:lnTo>
                  <a:lnTo>
                    <a:pt x="618146" y="1125712"/>
                  </a:lnTo>
                  <a:lnTo>
                    <a:pt x="652178" y="1131551"/>
                  </a:lnTo>
                  <a:lnTo>
                    <a:pt x="687607" y="1134610"/>
                  </a:lnTo>
                  <a:lnTo>
                    <a:pt x="724218" y="1134743"/>
                  </a:lnTo>
                  <a:lnTo>
                    <a:pt x="761782" y="1131821"/>
                  </a:lnTo>
                  <a:lnTo>
                    <a:pt x="800061" y="1125733"/>
                  </a:lnTo>
                  <a:lnTo>
                    <a:pt x="766414" y="1143362"/>
                  </a:lnTo>
                  <a:lnTo>
                    <a:pt x="732176" y="1158219"/>
                  </a:lnTo>
                  <a:lnTo>
                    <a:pt x="697567" y="1170308"/>
                  </a:lnTo>
                  <a:lnTo>
                    <a:pt x="662802" y="1179649"/>
                  </a:lnTo>
                  <a:lnTo>
                    <a:pt x="628092" y="1186278"/>
                  </a:lnTo>
                  <a:lnTo>
                    <a:pt x="593643" y="1190250"/>
                  </a:lnTo>
                  <a:lnTo>
                    <a:pt x="559652" y="1191630"/>
                  </a:lnTo>
                  <a:lnTo>
                    <a:pt x="526310" y="1190501"/>
                  </a:lnTo>
                  <a:lnTo>
                    <a:pt x="493796" y="1186960"/>
                  </a:lnTo>
                  <a:lnTo>
                    <a:pt x="462283" y="1181114"/>
                  </a:lnTo>
                  <a:lnTo>
                    <a:pt x="431929" y="1173085"/>
                  </a:lnTo>
                  <a:lnTo>
                    <a:pt x="402882" y="1163002"/>
                  </a:lnTo>
                  <a:lnTo>
                    <a:pt x="375279" y="1151008"/>
                  </a:lnTo>
                  <a:lnTo>
                    <a:pt x="349241" y="1137252"/>
                  </a:lnTo>
                  <a:lnTo>
                    <a:pt x="324877" y="1121892"/>
                  </a:lnTo>
                  <a:lnTo>
                    <a:pt x="302281" y="1105090"/>
                  </a:lnTo>
                  <a:lnTo>
                    <a:pt x="281534" y="1087016"/>
                  </a:lnTo>
                  <a:lnTo>
                    <a:pt x="262700" y="1067843"/>
                  </a:lnTo>
                  <a:lnTo>
                    <a:pt x="245830" y="1047747"/>
                  </a:lnTo>
                  <a:lnTo>
                    <a:pt x="230959" y="1026903"/>
                  </a:lnTo>
                  <a:lnTo>
                    <a:pt x="218109" y="1005491"/>
                  </a:lnTo>
                  <a:lnTo>
                    <a:pt x="207283" y="983687"/>
                  </a:lnTo>
                  <a:lnTo>
                    <a:pt x="198475" y="961664"/>
                  </a:lnTo>
                  <a:lnTo>
                    <a:pt x="197796" y="927035"/>
                  </a:lnTo>
                  <a:lnTo>
                    <a:pt x="201355" y="894065"/>
                  </a:lnTo>
                  <a:lnTo>
                    <a:pt x="208848" y="863217"/>
                  </a:lnTo>
                  <a:lnTo>
                    <a:pt x="219925" y="834912"/>
                  </a:lnTo>
                  <a:lnTo>
                    <a:pt x="234191" y="809528"/>
                  </a:lnTo>
                  <a:lnTo>
                    <a:pt x="251217" y="787390"/>
                  </a:lnTo>
                  <a:lnTo>
                    <a:pt x="270540" y="768772"/>
                  </a:lnTo>
                  <a:lnTo>
                    <a:pt x="291673" y="753891"/>
                  </a:lnTo>
                  <a:lnTo>
                    <a:pt x="314110" y="742906"/>
                  </a:lnTo>
                  <a:lnTo>
                    <a:pt x="297516" y="749180"/>
                  </a:lnTo>
                  <a:lnTo>
                    <a:pt x="281343" y="757188"/>
                  </a:lnTo>
                  <a:lnTo>
                    <a:pt x="265725" y="766902"/>
                  </a:lnTo>
                  <a:lnTo>
                    <a:pt x="250797" y="778283"/>
                  </a:lnTo>
                  <a:lnTo>
                    <a:pt x="236690" y="791282"/>
                  </a:lnTo>
                  <a:lnTo>
                    <a:pt x="223532" y="805843"/>
                  </a:lnTo>
                  <a:lnTo>
                    <a:pt x="211447" y="821900"/>
                  </a:lnTo>
                  <a:lnTo>
                    <a:pt x="200554" y="839377"/>
                  </a:lnTo>
                  <a:lnTo>
                    <a:pt x="190969" y="858193"/>
                  </a:lnTo>
                  <a:lnTo>
                    <a:pt x="182800" y="878256"/>
                  </a:lnTo>
                  <a:lnTo>
                    <a:pt x="176151" y="899466"/>
                  </a:lnTo>
                  <a:lnTo>
                    <a:pt x="171118" y="921719"/>
                  </a:lnTo>
                  <a:lnTo>
                    <a:pt x="167791" y="944900"/>
                  </a:lnTo>
                  <a:lnTo>
                    <a:pt x="166251" y="968892"/>
                  </a:lnTo>
                  <a:lnTo>
                    <a:pt x="166572" y="993567"/>
                  </a:lnTo>
                  <a:lnTo>
                    <a:pt x="168821" y="1018795"/>
                  </a:lnTo>
                  <a:lnTo>
                    <a:pt x="173055" y="1044441"/>
                  </a:lnTo>
                  <a:lnTo>
                    <a:pt x="179321" y="1070364"/>
                  </a:lnTo>
                  <a:lnTo>
                    <a:pt x="187658" y="1096421"/>
                  </a:lnTo>
                  <a:lnTo>
                    <a:pt x="198095" y="1122464"/>
                  </a:lnTo>
                  <a:lnTo>
                    <a:pt x="210652" y="1148344"/>
                  </a:lnTo>
                  <a:lnTo>
                    <a:pt x="225338" y="1173909"/>
                  </a:lnTo>
                  <a:lnTo>
                    <a:pt x="242153" y="1199006"/>
                  </a:lnTo>
                  <a:lnTo>
                    <a:pt x="261085" y="1223481"/>
                  </a:lnTo>
                  <a:lnTo>
                    <a:pt x="282113" y="1247181"/>
                  </a:lnTo>
                  <a:lnTo>
                    <a:pt x="305206" y="1269953"/>
                  </a:lnTo>
                  <a:lnTo>
                    <a:pt x="330322" y="1291645"/>
                  </a:lnTo>
                  <a:lnTo>
                    <a:pt x="357408" y="1312108"/>
                  </a:lnTo>
                  <a:lnTo>
                    <a:pt x="386403" y="1331193"/>
                  </a:lnTo>
                  <a:lnTo>
                    <a:pt x="417233" y="1348758"/>
                  </a:lnTo>
                  <a:lnTo>
                    <a:pt x="449818" y="1364663"/>
                  </a:lnTo>
                  <a:lnTo>
                    <a:pt x="484066" y="1378771"/>
                  </a:lnTo>
                  <a:lnTo>
                    <a:pt x="519874" y="1390953"/>
                  </a:lnTo>
                  <a:lnTo>
                    <a:pt x="557134" y="1401085"/>
                  </a:lnTo>
                  <a:lnTo>
                    <a:pt x="595726" y="1409047"/>
                  </a:lnTo>
                  <a:lnTo>
                    <a:pt x="635523" y="1414730"/>
                  </a:lnTo>
                  <a:lnTo>
                    <a:pt x="676389" y="1418030"/>
                  </a:lnTo>
                  <a:lnTo>
                    <a:pt x="718183" y="1418850"/>
                  </a:lnTo>
                  <a:lnTo>
                    <a:pt x="760755" y="1417105"/>
                  </a:lnTo>
                  <a:lnTo>
                    <a:pt x="803948" y="1412715"/>
                  </a:lnTo>
                  <a:lnTo>
                    <a:pt x="847600" y="1405612"/>
                  </a:lnTo>
                  <a:lnTo>
                    <a:pt x="891543" y="1395737"/>
                  </a:lnTo>
                  <a:lnTo>
                    <a:pt x="935606" y="1383042"/>
                  </a:lnTo>
                  <a:lnTo>
                    <a:pt x="979611" y="1367489"/>
                  </a:lnTo>
                  <a:lnTo>
                    <a:pt x="1023377" y="1349050"/>
                  </a:lnTo>
                  <a:lnTo>
                    <a:pt x="1066723" y="1327709"/>
                  </a:lnTo>
                  <a:lnTo>
                    <a:pt x="1109462" y="1303462"/>
                  </a:lnTo>
                  <a:lnTo>
                    <a:pt x="1151408" y="1276315"/>
                  </a:lnTo>
                  <a:lnTo>
                    <a:pt x="1192373" y="1246287"/>
                  </a:lnTo>
                  <a:lnTo>
                    <a:pt x="1232168" y="1213408"/>
                  </a:lnTo>
                  <a:lnTo>
                    <a:pt x="1270606" y="1177721"/>
                  </a:lnTo>
                  <a:lnTo>
                    <a:pt x="1307502" y="1139279"/>
                  </a:lnTo>
                  <a:lnTo>
                    <a:pt x="1342671" y="1098148"/>
                  </a:lnTo>
                  <a:lnTo>
                    <a:pt x="1375932" y="1054406"/>
                  </a:lnTo>
                  <a:lnTo>
                    <a:pt x="1407108" y="1008142"/>
                  </a:lnTo>
                  <a:lnTo>
                    <a:pt x="1436024" y="959456"/>
                  </a:lnTo>
                  <a:lnTo>
                    <a:pt x="1462512" y="908462"/>
                  </a:lnTo>
                  <a:lnTo>
                    <a:pt x="1486410" y="855281"/>
                  </a:lnTo>
                  <a:lnTo>
                    <a:pt x="1507561" y="800047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23695" y="1166085"/>
              <a:ext cx="1328018" cy="1134743"/>
            </a:xfrm>
            <a:custGeom>
              <a:avLst/>
              <a:pathLst>
                <a:path w="1328018" h="1134743">
                  <a:moveTo>
                    <a:pt x="219437" y="278848"/>
                  </a:moveTo>
                  <a:lnTo>
                    <a:pt x="237798" y="252183"/>
                  </a:lnTo>
                  <a:lnTo>
                    <a:pt x="258153" y="226280"/>
                  </a:lnTo>
                  <a:lnTo>
                    <a:pt x="280467" y="201250"/>
                  </a:lnTo>
                  <a:lnTo>
                    <a:pt x="304703" y="177204"/>
                  </a:lnTo>
                  <a:lnTo>
                    <a:pt x="330817" y="154250"/>
                  </a:lnTo>
                  <a:lnTo>
                    <a:pt x="358759" y="132494"/>
                  </a:lnTo>
                  <a:lnTo>
                    <a:pt x="388476" y="112042"/>
                  </a:lnTo>
                  <a:lnTo>
                    <a:pt x="419908" y="92995"/>
                  </a:lnTo>
                  <a:lnTo>
                    <a:pt x="452989" y="75453"/>
                  </a:lnTo>
                  <a:lnTo>
                    <a:pt x="487650" y="59511"/>
                  </a:lnTo>
                  <a:lnTo>
                    <a:pt x="523816" y="45262"/>
                  </a:lnTo>
                  <a:lnTo>
                    <a:pt x="561407" y="32797"/>
                  </a:lnTo>
                  <a:lnTo>
                    <a:pt x="600340" y="22202"/>
                  </a:lnTo>
                  <a:lnTo>
                    <a:pt x="640526" y="13558"/>
                  </a:lnTo>
                  <a:lnTo>
                    <a:pt x="681872" y="6944"/>
                  </a:lnTo>
                  <a:lnTo>
                    <a:pt x="724282" y="2434"/>
                  </a:lnTo>
                  <a:lnTo>
                    <a:pt x="767654" y="98"/>
                  </a:lnTo>
                  <a:lnTo>
                    <a:pt x="811885" y="0"/>
                  </a:lnTo>
                  <a:lnTo>
                    <a:pt x="856866" y="2200"/>
                  </a:lnTo>
                  <a:lnTo>
                    <a:pt x="902487" y="6753"/>
                  </a:lnTo>
                  <a:lnTo>
                    <a:pt x="948633" y="13710"/>
                  </a:lnTo>
                  <a:lnTo>
                    <a:pt x="976768" y="37806"/>
                  </a:lnTo>
                  <a:lnTo>
                    <a:pt x="1004109" y="62984"/>
                  </a:lnTo>
                  <a:lnTo>
                    <a:pt x="1030614" y="89218"/>
                  </a:lnTo>
                  <a:lnTo>
                    <a:pt x="1056243" y="116480"/>
                  </a:lnTo>
                  <a:lnTo>
                    <a:pt x="1080956" y="144742"/>
                  </a:lnTo>
                  <a:lnTo>
                    <a:pt x="1104715" y="173972"/>
                  </a:lnTo>
                  <a:lnTo>
                    <a:pt x="1127481" y="204138"/>
                  </a:lnTo>
                  <a:lnTo>
                    <a:pt x="1149218" y="235207"/>
                  </a:lnTo>
                  <a:lnTo>
                    <a:pt x="1169890" y="267143"/>
                  </a:lnTo>
                  <a:lnTo>
                    <a:pt x="1189463" y="299909"/>
                  </a:lnTo>
                  <a:lnTo>
                    <a:pt x="1207905" y="333469"/>
                  </a:lnTo>
                  <a:lnTo>
                    <a:pt x="1225183" y="367782"/>
                  </a:lnTo>
                  <a:lnTo>
                    <a:pt x="1241266" y="402808"/>
                  </a:lnTo>
                  <a:lnTo>
                    <a:pt x="1256127" y="438506"/>
                  </a:lnTo>
                  <a:lnTo>
                    <a:pt x="1269738" y="474832"/>
                  </a:lnTo>
                  <a:lnTo>
                    <a:pt x="1282072" y="511743"/>
                  </a:lnTo>
                  <a:lnTo>
                    <a:pt x="1293106" y="549194"/>
                  </a:lnTo>
                  <a:lnTo>
                    <a:pt x="1302815" y="587139"/>
                  </a:lnTo>
                  <a:lnTo>
                    <a:pt x="1311180" y="625531"/>
                  </a:lnTo>
                  <a:lnTo>
                    <a:pt x="1318180" y="664322"/>
                  </a:lnTo>
                  <a:lnTo>
                    <a:pt x="1323799" y="703463"/>
                  </a:lnTo>
                  <a:lnTo>
                    <a:pt x="1328018" y="742906"/>
                  </a:lnTo>
                  <a:lnTo>
                    <a:pt x="1301547" y="781553"/>
                  </a:lnTo>
                  <a:lnTo>
                    <a:pt x="1273763" y="818313"/>
                  </a:lnTo>
                  <a:lnTo>
                    <a:pt x="1244767" y="853140"/>
                  </a:lnTo>
                  <a:lnTo>
                    <a:pt x="1214660" y="885997"/>
                  </a:lnTo>
                  <a:lnTo>
                    <a:pt x="1183548" y="916850"/>
                  </a:lnTo>
                  <a:lnTo>
                    <a:pt x="1151533" y="945671"/>
                  </a:lnTo>
                  <a:lnTo>
                    <a:pt x="1118722" y="972434"/>
                  </a:lnTo>
                  <a:lnTo>
                    <a:pt x="1085220" y="997122"/>
                  </a:lnTo>
                  <a:lnTo>
                    <a:pt x="1051133" y="1019721"/>
                  </a:lnTo>
                  <a:lnTo>
                    <a:pt x="1016567" y="1040220"/>
                  </a:lnTo>
                  <a:lnTo>
                    <a:pt x="981629" y="1058616"/>
                  </a:lnTo>
                  <a:lnTo>
                    <a:pt x="946424" y="1074909"/>
                  </a:lnTo>
                  <a:lnTo>
                    <a:pt x="911057" y="1089106"/>
                  </a:lnTo>
                  <a:lnTo>
                    <a:pt x="875632" y="1101215"/>
                  </a:lnTo>
                  <a:lnTo>
                    <a:pt x="840253" y="1111253"/>
                  </a:lnTo>
                  <a:lnTo>
                    <a:pt x="805022" y="1119238"/>
                  </a:lnTo>
                  <a:lnTo>
                    <a:pt x="770039" y="1125196"/>
                  </a:lnTo>
                  <a:lnTo>
                    <a:pt x="735405" y="1129155"/>
                  </a:lnTo>
                  <a:lnTo>
                    <a:pt x="701216" y="1131148"/>
                  </a:lnTo>
                  <a:lnTo>
                    <a:pt x="667568" y="1131213"/>
                  </a:lnTo>
                  <a:lnTo>
                    <a:pt x="634554" y="1129393"/>
                  </a:lnTo>
                  <a:lnTo>
                    <a:pt x="602265" y="1125733"/>
                  </a:lnTo>
                  <a:lnTo>
                    <a:pt x="563986" y="1131821"/>
                  </a:lnTo>
                  <a:lnTo>
                    <a:pt x="526422" y="1134743"/>
                  </a:lnTo>
                  <a:lnTo>
                    <a:pt x="489811" y="1134610"/>
                  </a:lnTo>
                  <a:lnTo>
                    <a:pt x="454381" y="1131551"/>
                  </a:lnTo>
                  <a:lnTo>
                    <a:pt x="420349" y="1125712"/>
                  </a:lnTo>
                  <a:lnTo>
                    <a:pt x="387916" y="1117252"/>
                  </a:lnTo>
                  <a:lnTo>
                    <a:pt x="357271" y="1106344"/>
                  </a:lnTo>
                  <a:lnTo>
                    <a:pt x="328586" y="1093176"/>
                  </a:lnTo>
                  <a:lnTo>
                    <a:pt x="302017" y="1077947"/>
                  </a:lnTo>
                  <a:lnTo>
                    <a:pt x="277705" y="1060864"/>
                  </a:lnTo>
                  <a:lnTo>
                    <a:pt x="255771" y="1042147"/>
                  </a:lnTo>
                  <a:lnTo>
                    <a:pt x="236320" y="1022020"/>
                  </a:lnTo>
                  <a:lnTo>
                    <a:pt x="219437" y="1000715"/>
                  </a:lnTo>
                  <a:lnTo>
                    <a:pt x="193535" y="1005888"/>
                  </a:lnTo>
                  <a:lnTo>
                    <a:pt x="166626" y="1008404"/>
                  </a:lnTo>
                  <a:lnTo>
                    <a:pt x="138986" y="1008117"/>
                  </a:lnTo>
                  <a:lnTo>
                    <a:pt x="110911" y="1004909"/>
                  </a:lnTo>
                  <a:lnTo>
                    <a:pt x="82715" y="998694"/>
                  </a:lnTo>
                  <a:lnTo>
                    <a:pt x="54721" y="989421"/>
                  </a:lnTo>
                  <a:lnTo>
                    <a:pt x="27262" y="977071"/>
                  </a:lnTo>
                  <a:lnTo>
                    <a:pt x="678" y="961664"/>
                  </a:lnTo>
                  <a:lnTo>
                    <a:pt x="0" y="927035"/>
                  </a:lnTo>
                  <a:lnTo>
                    <a:pt x="3559" y="894065"/>
                  </a:lnTo>
                  <a:lnTo>
                    <a:pt x="11052" y="863217"/>
                  </a:lnTo>
                  <a:lnTo>
                    <a:pt x="22128" y="834912"/>
                  </a:lnTo>
                  <a:lnTo>
                    <a:pt x="36395" y="809528"/>
                  </a:lnTo>
                  <a:lnTo>
                    <a:pt x="53420" y="787390"/>
                  </a:lnTo>
                  <a:lnTo>
                    <a:pt x="72743" y="768772"/>
                  </a:lnTo>
                  <a:lnTo>
                    <a:pt x="93876" y="753891"/>
                  </a:lnTo>
                  <a:lnTo>
                    <a:pt x="116313" y="742906"/>
                  </a:lnTo>
                  <a:lnTo>
                    <a:pt x="95002" y="728885"/>
                  </a:lnTo>
                  <a:lnTo>
                    <a:pt x="75811" y="710124"/>
                  </a:lnTo>
                  <a:lnTo>
                    <a:pt x="59526" y="686950"/>
                  </a:lnTo>
                  <a:lnTo>
                    <a:pt x="46887" y="659810"/>
                  </a:lnTo>
                  <a:lnTo>
                    <a:pt x="38565" y="629256"/>
                  </a:lnTo>
                  <a:lnTo>
                    <a:pt x="35150" y="595942"/>
                  </a:lnTo>
                  <a:lnTo>
                    <a:pt x="37138" y="560607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920112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811531" y="1413332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540726" y="114819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629232" y="169509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11531" y="21351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194358" y="2260217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592772" y="209614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708407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43132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132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3132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132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3132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59247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34551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9247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11093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90871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82204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81773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01994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09069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7390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18168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6833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364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326634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326634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4633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4287870" y="224458"/>
              <a:ext cx="162461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 (n=34)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714451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00177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00177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00177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00177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00177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8306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53023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18306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45957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91736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53180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293044" y="1389144"/>
              <a:ext cx="1777141" cy="1384928"/>
            </a:xfrm>
            <a:custGeom>
              <a:avLst/>
              <a:pathLst>
                <a:path w="1777141" h="1384928">
                  <a:moveTo>
                    <a:pt x="1777141" y="519846"/>
                  </a:moveTo>
                  <a:lnTo>
                    <a:pt x="1759821" y="475801"/>
                  </a:lnTo>
                  <a:lnTo>
                    <a:pt x="1740537" y="433354"/>
                  </a:lnTo>
                  <a:lnTo>
                    <a:pt x="1719400" y="392590"/>
                  </a:lnTo>
                  <a:lnTo>
                    <a:pt x="1696525" y="353590"/>
                  </a:lnTo>
                  <a:lnTo>
                    <a:pt x="1672028" y="316425"/>
                  </a:lnTo>
                  <a:lnTo>
                    <a:pt x="1646030" y="281159"/>
                  </a:lnTo>
                  <a:lnTo>
                    <a:pt x="1618654" y="247852"/>
                  </a:lnTo>
                  <a:lnTo>
                    <a:pt x="1590025" y="216552"/>
                  </a:lnTo>
                  <a:lnTo>
                    <a:pt x="1560268" y="187304"/>
                  </a:lnTo>
                  <a:lnTo>
                    <a:pt x="1529513" y="160143"/>
                  </a:lnTo>
                  <a:lnTo>
                    <a:pt x="1497888" y="135098"/>
                  </a:lnTo>
                  <a:lnTo>
                    <a:pt x="1465521" y="112189"/>
                  </a:lnTo>
                  <a:lnTo>
                    <a:pt x="1432542" y="91431"/>
                  </a:lnTo>
                  <a:lnTo>
                    <a:pt x="1399079" y="72829"/>
                  </a:lnTo>
                  <a:lnTo>
                    <a:pt x="1365260" y="56383"/>
                  </a:lnTo>
                  <a:lnTo>
                    <a:pt x="1331213" y="42084"/>
                  </a:lnTo>
                  <a:lnTo>
                    <a:pt x="1297061" y="29918"/>
                  </a:lnTo>
                  <a:lnTo>
                    <a:pt x="1262929" y="19862"/>
                  </a:lnTo>
                  <a:lnTo>
                    <a:pt x="1228936" y="11887"/>
                  </a:lnTo>
                  <a:lnTo>
                    <a:pt x="1195202" y="5959"/>
                  </a:lnTo>
                  <a:lnTo>
                    <a:pt x="1161842" y="2034"/>
                  </a:lnTo>
                  <a:lnTo>
                    <a:pt x="1128967" y="66"/>
                  </a:lnTo>
                  <a:lnTo>
                    <a:pt x="1096685" y="0"/>
                  </a:lnTo>
                  <a:lnTo>
                    <a:pt x="1065101" y="1775"/>
                  </a:lnTo>
                  <a:lnTo>
                    <a:pt x="1034315" y="5328"/>
                  </a:lnTo>
                  <a:lnTo>
                    <a:pt x="1004421" y="10586"/>
                  </a:lnTo>
                  <a:lnTo>
                    <a:pt x="975510" y="17476"/>
                  </a:lnTo>
                  <a:lnTo>
                    <a:pt x="947668" y="25916"/>
                  </a:lnTo>
                  <a:lnTo>
                    <a:pt x="920974" y="35822"/>
                  </a:lnTo>
                  <a:lnTo>
                    <a:pt x="895503" y="47106"/>
                  </a:lnTo>
                  <a:lnTo>
                    <a:pt x="871324" y="59676"/>
                  </a:lnTo>
                  <a:lnTo>
                    <a:pt x="848499" y="73435"/>
                  </a:lnTo>
                  <a:lnTo>
                    <a:pt x="827085" y="88286"/>
                  </a:lnTo>
                  <a:lnTo>
                    <a:pt x="807133" y="104128"/>
                  </a:lnTo>
                  <a:lnTo>
                    <a:pt x="836790" y="105187"/>
                  </a:lnTo>
                  <a:lnTo>
                    <a:pt x="866296" y="108360"/>
                  </a:lnTo>
                  <a:lnTo>
                    <a:pt x="895500" y="113629"/>
                  </a:lnTo>
                  <a:lnTo>
                    <a:pt x="924254" y="120968"/>
                  </a:lnTo>
                  <a:lnTo>
                    <a:pt x="952411" y="130339"/>
                  </a:lnTo>
                  <a:lnTo>
                    <a:pt x="979828" y="141696"/>
                  </a:lnTo>
                  <a:lnTo>
                    <a:pt x="1006365" y="154979"/>
                  </a:lnTo>
                  <a:lnTo>
                    <a:pt x="1031887" y="170122"/>
                  </a:lnTo>
                  <a:lnTo>
                    <a:pt x="1056263" y="187047"/>
                  </a:lnTo>
                  <a:lnTo>
                    <a:pt x="1079370" y="205667"/>
                  </a:lnTo>
                  <a:lnTo>
                    <a:pt x="1101090" y="225889"/>
                  </a:lnTo>
                  <a:lnTo>
                    <a:pt x="1124024" y="259780"/>
                  </a:lnTo>
                  <a:lnTo>
                    <a:pt x="1143188" y="295301"/>
                  </a:lnTo>
                  <a:lnTo>
                    <a:pt x="1158487" y="332043"/>
                  </a:lnTo>
                  <a:lnTo>
                    <a:pt x="1169869" y="369596"/>
                  </a:lnTo>
                  <a:lnTo>
                    <a:pt x="1177324" y="407550"/>
                  </a:lnTo>
                  <a:lnTo>
                    <a:pt x="1180885" y="445502"/>
                  </a:lnTo>
                  <a:lnTo>
                    <a:pt x="1180626" y="483060"/>
                  </a:lnTo>
                  <a:lnTo>
                    <a:pt x="1176660" y="519846"/>
                  </a:lnTo>
                  <a:lnTo>
                    <a:pt x="1169134" y="555500"/>
                  </a:lnTo>
                  <a:lnTo>
                    <a:pt x="1158234" y="589685"/>
                  </a:lnTo>
                  <a:lnTo>
                    <a:pt x="1144172" y="622086"/>
                  </a:lnTo>
                  <a:lnTo>
                    <a:pt x="1127194" y="652420"/>
                  </a:lnTo>
                  <a:lnTo>
                    <a:pt x="1107566" y="680431"/>
                  </a:lnTo>
                  <a:lnTo>
                    <a:pt x="1085578" y="705898"/>
                  </a:lnTo>
                  <a:lnTo>
                    <a:pt x="1061538" y="728631"/>
                  </a:lnTo>
                  <a:lnTo>
                    <a:pt x="1035766" y="748479"/>
                  </a:lnTo>
                  <a:lnTo>
                    <a:pt x="1008592" y="765325"/>
                  </a:lnTo>
                  <a:lnTo>
                    <a:pt x="980353" y="779089"/>
                  </a:lnTo>
                  <a:lnTo>
                    <a:pt x="951387" y="789727"/>
                  </a:lnTo>
                  <a:lnTo>
                    <a:pt x="922030" y="797233"/>
                  </a:lnTo>
                  <a:lnTo>
                    <a:pt x="892612" y="801633"/>
                  </a:lnTo>
                  <a:lnTo>
                    <a:pt x="863454" y="802992"/>
                  </a:lnTo>
                  <a:lnTo>
                    <a:pt x="834864" y="801403"/>
                  </a:lnTo>
                  <a:lnTo>
                    <a:pt x="807133" y="796992"/>
                  </a:lnTo>
                  <a:lnTo>
                    <a:pt x="780534" y="789911"/>
                  </a:lnTo>
                  <a:lnTo>
                    <a:pt x="755317" y="780340"/>
                  </a:lnTo>
                  <a:lnTo>
                    <a:pt x="731710" y="768482"/>
                  </a:lnTo>
                  <a:lnTo>
                    <a:pt x="709912" y="754558"/>
                  </a:lnTo>
                  <a:lnTo>
                    <a:pt x="690096" y="738806"/>
                  </a:lnTo>
                  <a:lnTo>
                    <a:pt x="672406" y="721479"/>
                  </a:lnTo>
                  <a:lnTo>
                    <a:pt x="656954" y="702840"/>
                  </a:lnTo>
                  <a:lnTo>
                    <a:pt x="643823" y="683156"/>
                  </a:lnTo>
                  <a:lnTo>
                    <a:pt x="633066" y="662699"/>
                  </a:lnTo>
                  <a:lnTo>
                    <a:pt x="624703" y="641742"/>
                  </a:lnTo>
                  <a:lnTo>
                    <a:pt x="618725" y="620552"/>
                  </a:lnTo>
                  <a:lnTo>
                    <a:pt x="615096" y="599390"/>
                  </a:lnTo>
                  <a:lnTo>
                    <a:pt x="613749" y="578508"/>
                  </a:lnTo>
                  <a:lnTo>
                    <a:pt x="614593" y="558145"/>
                  </a:lnTo>
                  <a:lnTo>
                    <a:pt x="617513" y="538522"/>
                  </a:lnTo>
                  <a:lnTo>
                    <a:pt x="622369" y="519846"/>
                  </a:lnTo>
                  <a:lnTo>
                    <a:pt x="629005" y="502302"/>
                  </a:lnTo>
                  <a:lnTo>
                    <a:pt x="637245" y="486053"/>
                  </a:lnTo>
                  <a:lnTo>
                    <a:pt x="646901" y="471240"/>
                  </a:lnTo>
                  <a:lnTo>
                    <a:pt x="657771" y="457978"/>
                  </a:lnTo>
                  <a:lnTo>
                    <a:pt x="669646" y="446358"/>
                  </a:lnTo>
                  <a:lnTo>
                    <a:pt x="682312" y="436444"/>
                  </a:lnTo>
                  <a:lnTo>
                    <a:pt x="695551" y="428274"/>
                  </a:lnTo>
                  <a:lnTo>
                    <a:pt x="709147" y="421861"/>
                  </a:lnTo>
                  <a:lnTo>
                    <a:pt x="690851" y="418254"/>
                  </a:lnTo>
                  <a:lnTo>
                    <a:pt x="671680" y="416713"/>
                  </a:lnTo>
                  <a:lnTo>
                    <a:pt x="651833" y="417333"/>
                  </a:lnTo>
                  <a:lnTo>
                    <a:pt x="631514" y="420197"/>
                  </a:lnTo>
                  <a:lnTo>
                    <a:pt x="610940" y="425365"/>
                  </a:lnTo>
                  <a:lnTo>
                    <a:pt x="590331" y="432881"/>
                  </a:lnTo>
                  <a:lnTo>
                    <a:pt x="569910" y="442768"/>
                  </a:lnTo>
                  <a:lnTo>
                    <a:pt x="549905" y="455031"/>
                  </a:lnTo>
                  <a:lnTo>
                    <a:pt x="530546" y="469653"/>
                  </a:lnTo>
                  <a:lnTo>
                    <a:pt x="512058" y="486599"/>
                  </a:lnTo>
                  <a:lnTo>
                    <a:pt x="494669" y="505813"/>
                  </a:lnTo>
                  <a:lnTo>
                    <a:pt x="478600" y="527220"/>
                  </a:lnTo>
                  <a:lnTo>
                    <a:pt x="464067" y="550723"/>
                  </a:lnTo>
                  <a:lnTo>
                    <a:pt x="451279" y="576208"/>
                  </a:lnTo>
                  <a:lnTo>
                    <a:pt x="440437" y="603542"/>
                  </a:lnTo>
                  <a:lnTo>
                    <a:pt x="431730" y="632574"/>
                  </a:lnTo>
                  <a:lnTo>
                    <a:pt x="425336" y="663137"/>
                  </a:lnTo>
                  <a:lnTo>
                    <a:pt x="421421" y="695045"/>
                  </a:lnTo>
                  <a:lnTo>
                    <a:pt x="420134" y="728099"/>
                  </a:lnTo>
                  <a:lnTo>
                    <a:pt x="421610" y="762086"/>
                  </a:lnTo>
                  <a:lnTo>
                    <a:pt x="425967" y="796780"/>
                  </a:lnTo>
                  <a:lnTo>
                    <a:pt x="433302" y="831942"/>
                  </a:lnTo>
                  <a:lnTo>
                    <a:pt x="443696" y="867327"/>
                  </a:lnTo>
                  <a:lnTo>
                    <a:pt x="457210" y="902677"/>
                  </a:lnTo>
                  <a:lnTo>
                    <a:pt x="473881" y="937731"/>
                  </a:lnTo>
                  <a:lnTo>
                    <a:pt x="493727" y="972220"/>
                  </a:lnTo>
                  <a:lnTo>
                    <a:pt x="516745" y="1005873"/>
                  </a:lnTo>
                  <a:lnTo>
                    <a:pt x="542908" y="1038417"/>
                  </a:lnTo>
                  <a:lnTo>
                    <a:pt x="572166" y="1069579"/>
                  </a:lnTo>
                  <a:lnTo>
                    <a:pt x="604447" y="1099088"/>
                  </a:lnTo>
                  <a:lnTo>
                    <a:pt x="639658" y="1126676"/>
                  </a:lnTo>
                  <a:lnTo>
                    <a:pt x="677682" y="1152082"/>
                  </a:lnTo>
                  <a:lnTo>
                    <a:pt x="718379" y="1175052"/>
                  </a:lnTo>
                  <a:lnTo>
                    <a:pt x="761590" y="1195339"/>
                  </a:lnTo>
                  <a:lnTo>
                    <a:pt x="807133" y="1212710"/>
                  </a:lnTo>
                  <a:lnTo>
                    <a:pt x="842427" y="1193309"/>
                  </a:lnTo>
                  <a:lnTo>
                    <a:pt x="875694" y="1172164"/>
                  </a:lnTo>
                  <a:lnTo>
                    <a:pt x="906849" y="1149433"/>
                  </a:lnTo>
                  <a:lnTo>
                    <a:pt x="935821" y="1125278"/>
                  </a:lnTo>
                  <a:lnTo>
                    <a:pt x="962549" y="1099867"/>
                  </a:lnTo>
                  <a:lnTo>
                    <a:pt x="986982" y="1073366"/>
                  </a:lnTo>
                  <a:lnTo>
                    <a:pt x="1009083" y="1045946"/>
                  </a:lnTo>
                  <a:lnTo>
                    <a:pt x="1028825" y="1017776"/>
                  </a:lnTo>
                  <a:lnTo>
                    <a:pt x="1046193" y="989029"/>
                  </a:lnTo>
                  <a:lnTo>
                    <a:pt x="1061183" y="959874"/>
                  </a:lnTo>
                  <a:lnTo>
                    <a:pt x="1073801" y="930479"/>
                  </a:lnTo>
                  <a:lnTo>
                    <a:pt x="1084066" y="901012"/>
                  </a:lnTo>
                  <a:lnTo>
                    <a:pt x="1092008" y="871637"/>
                  </a:lnTo>
                  <a:lnTo>
                    <a:pt x="1097665" y="842515"/>
                  </a:lnTo>
                  <a:lnTo>
                    <a:pt x="1101090" y="813803"/>
                  </a:lnTo>
                  <a:lnTo>
                    <a:pt x="1101016" y="839806"/>
                  </a:lnTo>
                  <a:lnTo>
                    <a:pt x="1099243" y="866307"/>
                  </a:lnTo>
                  <a:lnTo>
                    <a:pt x="1095728" y="893208"/>
                  </a:lnTo>
                  <a:lnTo>
                    <a:pt x="1090435" y="920408"/>
                  </a:lnTo>
                  <a:lnTo>
                    <a:pt x="1083333" y="947805"/>
                  </a:lnTo>
                  <a:lnTo>
                    <a:pt x="1074399" y="975292"/>
                  </a:lnTo>
                  <a:lnTo>
                    <a:pt x="1063612" y="1002763"/>
                  </a:lnTo>
                  <a:lnTo>
                    <a:pt x="1050959" y="1030110"/>
                  </a:lnTo>
                  <a:lnTo>
                    <a:pt x="1036433" y="1057222"/>
                  </a:lnTo>
                  <a:lnTo>
                    <a:pt x="1020031" y="1083989"/>
                  </a:lnTo>
                  <a:lnTo>
                    <a:pt x="1001758" y="1110301"/>
                  </a:lnTo>
                  <a:lnTo>
                    <a:pt x="981625" y="1136047"/>
                  </a:lnTo>
                  <a:lnTo>
                    <a:pt x="959649" y="1161115"/>
                  </a:lnTo>
                  <a:lnTo>
                    <a:pt x="935851" y="1185396"/>
                  </a:lnTo>
                  <a:lnTo>
                    <a:pt x="910260" y="1208779"/>
                  </a:lnTo>
                  <a:lnTo>
                    <a:pt x="882912" y="1231156"/>
                  </a:lnTo>
                  <a:lnTo>
                    <a:pt x="853847" y="1252419"/>
                  </a:lnTo>
                  <a:lnTo>
                    <a:pt x="823111" y="1272463"/>
                  </a:lnTo>
                  <a:lnTo>
                    <a:pt x="790757" y="1291185"/>
                  </a:lnTo>
                  <a:lnTo>
                    <a:pt x="756844" y="1308483"/>
                  </a:lnTo>
                  <a:lnTo>
                    <a:pt x="721434" y="1324259"/>
                  </a:lnTo>
                  <a:lnTo>
                    <a:pt x="684599" y="1338417"/>
                  </a:lnTo>
                  <a:lnTo>
                    <a:pt x="646413" y="1350864"/>
                  </a:lnTo>
                  <a:lnTo>
                    <a:pt x="606955" y="1361512"/>
                  </a:lnTo>
                  <a:lnTo>
                    <a:pt x="566312" y="1370275"/>
                  </a:lnTo>
                  <a:lnTo>
                    <a:pt x="524574" y="1377073"/>
                  </a:lnTo>
                  <a:lnTo>
                    <a:pt x="481835" y="1381829"/>
                  </a:lnTo>
                  <a:lnTo>
                    <a:pt x="438195" y="1384469"/>
                  </a:lnTo>
                  <a:lnTo>
                    <a:pt x="393758" y="1384928"/>
                  </a:lnTo>
                  <a:lnTo>
                    <a:pt x="348632" y="1383143"/>
                  </a:lnTo>
                  <a:lnTo>
                    <a:pt x="302928" y="1379056"/>
                  </a:lnTo>
                  <a:lnTo>
                    <a:pt x="256762" y="1372617"/>
                  </a:lnTo>
                  <a:lnTo>
                    <a:pt x="210252" y="1363779"/>
                  </a:lnTo>
                  <a:lnTo>
                    <a:pt x="163520" y="1352502"/>
                  </a:lnTo>
                  <a:lnTo>
                    <a:pt x="116691" y="1338753"/>
                  </a:lnTo>
                  <a:lnTo>
                    <a:pt x="69890" y="1322503"/>
                  </a:lnTo>
                  <a:lnTo>
                    <a:pt x="23247" y="1303732"/>
                  </a:lnTo>
                  <a:lnTo>
                    <a:pt x="14208" y="1258085"/>
                  </a:lnTo>
                  <a:lnTo>
                    <a:pt x="7405" y="1212814"/>
                  </a:lnTo>
                  <a:lnTo>
                    <a:pt x="2799" y="1168019"/>
                  </a:lnTo>
                  <a:lnTo>
                    <a:pt x="346" y="1123799"/>
                  </a:lnTo>
                  <a:lnTo>
                    <a:pt x="0" y="1080249"/>
                  </a:lnTo>
                  <a:lnTo>
                    <a:pt x="1707" y="1037462"/>
                  </a:lnTo>
                  <a:lnTo>
                    <a:pt x="5413" y="995528"/>
                  </a:lnTo>
                  <a:lnTo>
                    <a:pt x="11059" y="954535"/>
                  </a:lnTo>
                  <a:lnTo>
                    <a:pt x="18581" y="914567"/>
                  </a:lnTo>
                  <a:lnTo>
                    <a:pt x="27914" y="875704"/>
                  </a:lnTo>
                  <a:lnTo>
                    <a:pt x="38986" y="838023"/>
                  </a:lnTo>
                  <a:lnTo>
                    <a:pt x="51725" y="801599"/>
                  </a:lnTo>
                  <a:lnTo>
                    <a:pt x="66056" y="766500"/>
                  </a:lnTo>
                  <a:lnTo>
                    <a:pt x="81899" y="732794"/>
                  </a:lnTo>
                  <a:lnTo>
                    <a:pt x="99173" y="700542"/>
                  </a:lnTo>
                  <a:lnTo>
                    <a:pt x="117794" y="669803"/>
                  </a:lnTo>
                  <a:lnTo>
                    <a:pt x="137675" y="640630"/>
                  </a:lnTo>
                  <a:lnTo>
                    <a:pt x="158730" y="613072"/>
                  </a:lnTo>
                  <a:lnTo>
                    <a:pt x="180866" y="587177"/>
                  </a:lnTo>
                  <a:lnTo>
                    <a:pt x="203993" y="562984"/>
                  </a:lnTo>
                  <a:lnTo>
                    <a:pt x="228016" y="540529"/>
                  </a:lnTo>
                  <a:lnTo>
                    <a:pt x="252842" y="519846"/>
                  </a:lnTo>
                  <a:lnTo>
                    <a:pt x="247467" y="544981"/>
                  </a:lnTo>
                  <a:lnTo>
                    <a:pt x="243244" y="570597"/>
                  </a:lnTo>
                  <a:lnTo>
                    <a:pt x="240203" y="596642"/>
                  </a:lnTo>
                  <a:lnTo>
                    <a:pt x="238376" y="623060"/>
                  </a:lnTo>
                  <a:lnTo>
                    <a:pt x="237790" y="649795"/>
                  </a:lnTo>
                  <a:lnTo>
                    <a:pt x="238468" y="676788"/>
                  </a:lnTo>
                  <a:lnTo>
                    <a:pt x="240434" y="703978"/>
                  </a:lnTo>
                  <a:lnTo>
                    <a:pt x="243705" y="731304"/>
                  </a:lnTo>
                  <a:lnTo>
                    <a:pt x="248299" y="758703"/>
                  </a:lnTo>
                  <a:lnTo>
                    <a:pt x="254227" y="786112"/>
                  </a:lnTo>
                  <a:lnTo>
                    <a:pt x="261500" y="813464"/>
                  </a:lnTo>
                  <a:lnTo>
                    <a:pt x="270124" y="840694"/>
                  </a:lnTo>
                  <a:lnTo>
                    <a:pt x="280103" y="867735"/>
                  </a:lnTo>
                  <a:lnTo>
                    <a:pt x="291437" y="894521"/>
                  </a:lnTo>
                  <a:lnTo>
                    <a:pt x="304123" y="920983"/>
                  </a:lnTo>
                  <a:lnTo>
                    <a:pt x="318154" y="947054"/>
                  </a:lnTo>
                  <a:lnTo>
                    <a:pt x="333521" y="972666"/>
                  </a:lnTo>
                  <a:lnTo>
                    <a:pt x="350209" y="997751"/>
                  </a:lnTo>
                  <a:lnTo>
                    <a:pt x="368203" y="1022242"/>
                  </a:lnTo>
                  <a:lnTo>
                    <a:pt x="387482" y="1046071"/>
                  </a:lnTo>
                  <a:lnTo>
                    <a:pt x="408023" y="1069174"/>
                  </a:lnTo>
                  <a:lnTo>
                    <a:pt x="429799" y="1091483"/>
                  </a:lnTo>
                  <a:lnTo>
                    <a:pt x="452779" y="1112935"/>
                  </a:lnTo>
                  <a:lnTo>
                    <a:pt x="476930" y="1133465"/>
                  </a:lnTo>
                  <a:lnTo>
                    <a:pt x="502216" y="1153012"/>
                  </a:lnTo>
                  <a:lnTo>
                    <a:pt x="528596" y="1171516"/>
                  </a:lnTo>
                  <a:lnTo>
                    <a:pt x="556026" y="1188916"/>
                  </a:lnTo>
                  <a:lnTo>
                    <a:pt x="584462" y="1205156"/>
                  </a:lnTo>
                  <a:lnTo>
                    <a:pt x="613852" y="1220181"/>
                  </a:lnTo>
                  <a:lnTo>
                    <a:pt x="644146" y="1233938"/>
                  </a:lnTo>
                  <a:lnTo>
                    <a:pt x="675287" y="1246374"/>
                  </a:lnTo>
                  <a:lnTo>
                    <a:pt x="707218" y="1257443"/>
                  </a:lnTo>
                  <a:lnTo>
                    <a:pt x="739879" y="1267098"/>
                  </a:lnTo>
                  <a:lnTo>
                    <a:pt x="773205" y="1275296"/>
                  </a:lnTo>
                  <a:lnTo>
                    <a:pt x="807133" y="1281996"/>
                  </a:lnTo>
                  <a:lnTo>
                    <a:pt x="841593" y="1287161"/>
                  </a:lnTo>
                  <a:lnTo>
                    <a:pt x="876516" y="1290758"/>
                  </a:lnTo>
                  <a:lnTo>
                    <a:pt x="911830" y="1292754"/>
                  </a:lnTo>
                  <a:lnTo>
                    <a:pt x="947461" y="1293121"/>
                  </a:lnTo>
                  <a:lnTo>
                    <a:pt x="983334" y="1291837"/>
                  </a:lnTo>
                  <a:lnTo>
                    <a:pt x="1019372" y="1288879"/>
                  </a:lnTo>
                  <a:lnTo>
                    <a:pt x="1055496" y="1284231"/>
                  </a:lnTo>
                  <a:lnTo>
                    <a:pt x="1091627" y="1277878"/>
                  </a:lnTo>
                  <a:lnTo>
                    <a:pt x="1127684" y="1269812"/>
                  </a:lnTo>
                  <a:lnTo>
                    <a:pt x="1163585" y="1260026"/>
                  </a:lnTo>
                  <a:lnTo>
                    <a:pt x="1199248" y="1248519"/>
                  </a:lnTo>
                  <a:lnTo>
                    <a:pt x="1234591" y="1235291"/>
                  </a:lnTo>
                  <a:lnTo>
                    <a:pt x="1269531" y="1220349"/>
                  </a:lnTo>
                  <a:lnTo>
                    <a:pt x="1303984" y="1203703"/>
                  </a:lnTo>
                  <a:lnTo>
                    <a:pt x="1337867" y="1185366"/>
                  </a:lnTo>
                  <a:lnTo>
                    <a:pt x="1371099" y="1165357"/>
                  </a:lnTo>
                  <a:lnTo>
                    <a:pt x="1403596" y="1143698"/>
                  </a:lnTo>
                  <a:lnTo>
                    <a:pt x="1435277" y="1120413"/>
                  </a:lnTo>
                  <a:lnTo>
                    <a:pt x="1466061" y="1095534"/>
                  </a:lnTo>
                  <a:lnTo>
                    <a:pt x="1495869" y="1069095"/>
                  </a:lnTo>
                  <a:lnTo>
                    <a:pt x="1524622" y="1041132"/>
                  </a:lnTo>
                  <a:lnTo>
                    <a:pt x="1552243" y="1011689"/>
                  </a:lnTo>
                  <a:lnTo>
                    <a:pt x="1578657" y="980811"/>
                  </a:lnTo>
                  <a:lnTo>
                    <a:pt x="1603791" y="948546"/>
                  </a:lnTo>
                  <a:lnTo>
                    <a:pt x="1627573" y="914950"/>
                  </a:lnTo>
                  <a:lnTo>
                    <a:pt x="1649934" y="880077"/>
                  </a:lnTo>
                  <a:lnTo>
                    <a:pt x="1670808" y="843989"/>
                  </a:lnTo>
                  <a:lnTo>
                    <a:pt x="1690129" y="806749"/>
                  </a:lnTo>
                  <a:lnTo>
                    <a:pt x="1707836" y="768425"/>
                  </a:lnTo>
                  <a:lnTo>
                    <a:pt x="1723872" y="729086"/>
                  </a:lnTo>
                  <a:lnTo>
                    <a:pt x="1738179" y="688806"/>
                  </a:lnTo>
                  <a:lnTo>
                    <a:pt x="1750707" y="647662"/>
                  </a:lnTo>
                  <a:lnTo>
                    <a:pt x="1761407" y="605732"/>
                  </a:lnTo>
                  <a:lnTo>
                    <a:pt x="1770232" y="563099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293044" y="1493273"/>
              <a:ext cx="1777141" cy="1255815"/>
            </a:xfrm>
            <a:custGeom>
              <a:avLst/>
              <a:pathLst>
                <a:path w="1777141" h="1255815">
                  <a:moveTo>
                    <a:pt x="807133" y="0"/>
                  </a:moveTo>
                  <a:lnTo>
                    <a:pt x="836790" y="1059"/>
                  </a:lnTo>
                  <a:lnTo>
                    <a:pt x="866296" y="4231"/>
                  </a:lnTo>
                  <a:lnTo>
                    <a:pt x="895500" y="9500"/>
                  </a:lnTo>
                  <a:lnTo>
                    <a:pt x="924254" y="16839"/>
                  </a:lnTo>
                  <a:lnTo>
                    <a:pt x="952411" y="26211"/>
                  </a:lnTo>
                  <a:lnTo>
                    <a:pt x="979828" y="37567"/>
                  </a:lnTo>
                  <a:lnTo>
                    <a:pt x="1006365" y="50851"/>
                  </a:lnTo>
                  <a:lnTo>
                    <a:pt x="1031887" y="65993"/>
                  </a:lnTo>
                  <a:lnTo>
                    <a:pt x="1056263" y="82918"/>
                  </a:lnTo>
                  <a:lnTo>
                    <a:pt x="1079370" y="101539"/>
                  </a:lnTo>
                  <a:lnTo>
                    <a:pt x="1101090" y="121760"/>
                  </a:lnTo>
                  <a:lnTo>
                    <a:pt x="1132755" y="114715"/>
                  </a:lnTo>
                  <a:lnTo>
                    <a:pt x="1165396" y="109732"/>
                  </a:lnTo>
                  <a:lnTo>
                    <a:pt x="1198897" y="106875"/>
                  </a:lnTo>
                  <a:lnTo>
                    <a:pt x="1233142" y="106204"/>
                  </a:lnTo>
                  <a:lnTo>
                    <a:pt x="1268009" y="107770"/>
                  </a:lnTo>
                  <a:lnTo>
                    <a:pt x="1303374" y="111621"/>
                  </a:lnTo>
                  <a:lnTo>
                    <a:pt x="1339111" y="117795"/>
                  </a:lnTo>
                  <a:lnTo>
                    <a:pt x="1375091" y="126328"/>
                  </a:lnTo>
                  <a:lnTo>
                    <a:pt x="1411183" y="137246"/>
                  </a:lnTo>
                  <a:lnTo>
                    <a:pt x="1447255" y="150570"/>
                  </a:lnTo>
                  <a:lnTo>
                    <a:pt x="1483173" y="166313"/>
                  </a:lnTo>
                  <a:lnTo>
                    <a:pt x="1518801" y="184482"/>
                  </a:lnTo>
                  <a:lnTo>
                    <a:pt x="1554005" y="205078"/>
                  </a:lnTo>
                  <a:lnTo>
                    <a:pt x="1588647" y="228092"/>
                  </a:lnTo>
                  <a:lnTo>
                    <a:pt x="1622593" y="253512"/>
                  </a:lnTo>
                  <a:lnTo>
                    <a:pt x="1655706" y="281317"/>
                  </a:lnTo>
                  <a:lnTo>
                    <a:pt x="1687850" y="311478"/>
                  </a:lnTo>
                  <a:lnTo>
                    <a:pt x="1718893" y="343960"/>
                  </a:lnTo>
                  <a:lnTo>
                    <a:pt x="1748700" y="378723"/>
                  </a:lnTo>
                  <a:lnTo>
                    <a:pt x="1777141" y="415718"/>
                  </a:lnTo>
                  <a:lnTo>
                    <a:pt x="1748700" y="452712"/>
                  </a:lnTo>
                  <a:lnTo>
                    <a:pt x="1718893" y="487475"/>
                  </a:lnTo>
                  <a:lnTo>
                    <a:pt x="1687850" y="519957"/>
                  </a:lnTo>
                  <a:lnTo>
                    <a:pt x="1655706" y="550118"/>
                  </a:lnTo>
                  <a:lnTo>
                    <a:pt x="1622593" y="577923"/>
                  </a:lnTo>
                  <a:lnTo>
                    <a:pt x="1588647" y="603343"/>
                  </a:lnTo>
                  <a:lnTo>
                    <a:pt x="1554005" y="626357"/>
                  </a:lnTo>
                  <a:lnTo>
                    <a:pt x="1518801" y="646953"/>
                  </a:lnTo>
                  <a:lnTo>
                    <a:pt x="1483173" y="665122"/>
                  </a:lnTo>
                  <a:lnTo>
                    <a:pt x="1447255" y="680865"/>
                  </a:lnTo>
                  <a:lnTo>
                    <a:pt x="1411183" y="694189"/>
                  </a:lnTo>
                  <a:lnTo>
                    <a:pt x="1375091" y="705107"/>
                  </a:lnTo>
                  <a:lnTo>
                    <a:pt x="1339111" y="713640"/>
                  </a:lnTo>
                  <a:lnTo>
                    <a:pt x="1303374" y="719814"/>
                  </a:lnTo>
                  <a:lnTo>
                    <a:pt x="1268009" y="723665"/>
                  </a:lnTo>
                  <a:lnTo>
                    <a:pt x="1233142" y="725231"/>
                  </a:lnTo>
                  <a:lnTo>
                    <a:pt x="1198897" y="724560"/>
                  </a:lnTo>
                  <a:lnTo>
                    <a:pt x="1165396" y="721703"/>
                  </a:lnTo>
                  <a:lnTo>
                    <a:pt x="1132755" y="716720"/>
                  </a:lnTo>
                  <a:lnTo>
                    <a:pt x="1101090" y="709675"/>
                  </a:lnTo>
                  <a:lnTo>
                    <a:pt x="1097665" y="738387"/>
                  </a:lnTo>
                  <a:lnTo>
                    <a:pt x="1092008" y="767509"/>
                  </a:lnTo>
                  <a:lnTo>
                    <a:pt x="1084066" y="796884"/>
                  </a:lnTo>
                  <a:lnTo>
                    <a:pt x="1073801" y="826350"/>
                  </a:lnTo>
                  <a:lnTo>
                    <a:pt x="1061183" y="855745"/>
                  </a:lnTo>
                  <a:lnTo>
                    <a:pt x="1046193" y="884900"/>
                  </a:lnTo>
                  <a:lnTo>
                    <a:pt x="1028825" y="913648"/>
                  </a:lnTo>
                  <a:lnTo>
                    <a:pt x="1009083" y="941817"/>
                  </a:lnTo>
                  <a:lnTo>
                    <a:pt x="986982" y="969237"/>
                  </a:lnTo>
                  <a:lnTo>
                    <a:pt x="962549" y="995738"/>
                  </a:lnTo>
                  <a:lnTo>
                    <a:pt x="935821" y="1021150"/>
                  </a:lnTo>
                  <a:lnTo>
                    <a:pt x="906849" y="1045304"/>
                  </a:lnTo>
                  <a:lnTo>
                    <a:pt x="875694" y="1068035"/>
                  </a:lnTo>
                  <a:lnTo>
                    <a:pt x="842427" y="1089180"/>
                  </a:lnTo>
                  <a:lnTo>
                    <a:pt x="807133" y="1108581"/>
                  </a:lnTo>
                  <a:lnTo>
                    <a:pt x="780485" y="1127879"/>
                  </a:lnTo>
                  <a:lnTo>
                    <a:pt x="752396" y="1146125"/>
                  </a:lnTo>
                  <a:lnTo>
                    <a:pt x="722907" y="1163239"/>
                  </a:lnTo>
                  <a:lnTo>
                    <a:pt x="692065" y="1179142"/>
                  </a:lnTo>
                  <a:lnTo>
                    <a:pt x="659920" y="1193757"/>
                  </a:lnTo>
                  <a:lnTo>
                    <a:pt x="626526" y="1207008"/>
                  </a:lnTo>
                  <a:lnTo>
                    <a:pt x="591941" y="1218823"/>
                  </a:lnTo>
                  <a:lnTo>
                    <a:pt x="556228" y="1229132"/>
                  </a:lnTo>
                  <a:lnTo>
                    <a:pt x="519450" y="1237867"/>
                  </a:lnTo>
                  <a:lnTo>
                    <a:pt x="481678" y="1244962"/>
                  </a:lnTo>
                  <a:lnTo>
                    <a:pt x="442983" y="1250358"/>
                  </a:lnTo>
                  <a:lnTo>
                    <a:pt x="403440" y="1253994"/>
                  </a:lnTo>
                  <a:lnTo>
                    <a:pt x="363128" y="1255815"/>
                  </a:lnTo>
                  <a:lnTo>
                    <a:pt x="322128" y="1255770"/>
                  </a:lnTo>
                  <a:lnTo>
                    <a:pt x="280525" y="1253809"/>
                  </a:lnTo>
                  <a:lnTo>
                    <a:pt x="238404" y="1249889"/>
                  </a:lnTo>
                  <a:lnTo>
                    <a:pt x="195856" y="1243968"/>
                  </a:lnTo>
                  <a:lnTo>
                    <a:pt x="152971" y="1236010"/>
                  </a:lnTo>
                  <a:lnTo>
                    <a:pt x="109844" y="1225981"/>
                  </a:lnTo>
                  <a:lnTo>
                    <a:pt x="66571" y="1213854"/>
                  </a:lnTo>
                  <a:lnTo>
                    <a:pt x="23247" y="1199603"/>
                  </a:lnTo>
                  <a:lnTo>
                    <a:pt x="14208" y="1153956"/>
                  </a:lnTo>
                  <a:lnTo>
                    <a:pt x="7405" y="1108685"/>
                  </a:lnTo>
                  <a:lnTo>
                    <a:pt x="2799" y="1063891"/>
                  </a:lnTo>
                  <a:lnTo>
                    <a:pt x="346" y="1019670"/>
                  </a:lnTo>
                  <a:lnTo>
                    <a:pt x="0" y="976120"/>
                  </a:lnTo>
                  <a:lnTo>
                    <a:pt x="1707" y="933333"/>
                  </a:lnTo>
                  <a:lnTo>
                    <a:pt x="5413" y="891399"/>
                  </a:lnTo>
                  <a:lnTo>
                    <a:pt x="11059" y="850406"/>
                  </a:lnTo>
                  <a:lnTo>
                    <a:pt x="18581" y="810438"/>
                  </a:lnTo>
                  <a:lnTo>
                    <a:pt x="27914" y="771575"/>
                  </a:lnTo>
                  <a:lnTo>
                    <a:pt x="38986" y="733894"/>
                  </a:lnTo>
                  <a:lnTo>
                    <a:pt x="51725" y="697470"/>
                  </a:lnTo>
                  <a:lnTo>
                    <a:pt x="66056" y="662372"/>
                  </a:lnTo>
                  <a:lnTo>
                    <a:pt x="81899" y="628665"/>
                  </a:lnTo>
                  <a:lnTo>
                    <a:pt x="99173" y="596413"/>
                  </a:lnTo>
                  <a:lnTo>
                    <a:pt x="117794" y="565674"/>
                  </a:lnTo>
                  <a:lnTo>
                    <a:pt x="137675" y="536501"/>
                  </a:lnTo>
                  <a:lnTo>
                    <a:pt x="158730" y="508944"/>
                  </a:lnTo>
                  <a:lnTo>
                    <a:pt x="180866" y="483048"/>
                  </a:lnTo>
                  <a:lnTo>
                    <a:pt x="203993" y="458855"/>
                  </a:lnTo>
                  <a:lnTo>
                    <a:pt x="228016" y="436401"/>
                  </a:lnTo>
                  <a:lnTo>
                    <a:pt x="252842" y="415718"/>
                  </a:lnTo>
                  <a:lnTo>
                    <a:pt x="283361" y="386303"/>
                  </a:lnTo>
                  <a:lnTo>
                    <a:pt x="315342" y="360306"/>
                  </a:lnTo>
                  <a:lnTo>
                    <a:pt x="348497" y="337792"/>
                  </a:lnTo>
                  <a:lnTo>
                    <a:pt x="382538" y="318807"/>
                  </a:lnTo>
                  <a:lnTo>
                    <a:pt x="417173" y="303372"/>
                  </a:lnTo>
                  <a:lnTo>
                    <a:pt x="452114" y="291491"/>
                  </a:lnTo>
                  <a:lnTo>
                    <a:pt x="487072" y="283144"/>
                  </a:lnTo>
                  <a:lnTo>
                    <a:pt x="521762" y="278290"/>
                  </a:lnTo>
                  <a:lnTo>
                    <a:pt x="555906" y="276869"/>
                  </a:lnTo>
                  <a:lnTo>
                    <a:pt x="589229" y="278799"/>
                  </a:lnTo>
                  <a:lnTo>
                    <a:pt x="621466" y="283980"/>
                  </a:lnTo>
                  <a:lnTo>
                    <a:pt x="652361" y="292291"/>
                  </a:lnTo>
                  <a:lnTo>
                    <a:pt x="681666" y="303593"/>
                  </a:lnTo>
                  <a:lnTo>
                    <a:pt x="709147" y="317732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038585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068576" y="1461672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362533" y="1583433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970591" y="177940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68576" y="2570253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362533" y="217134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284691" y="2661275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14286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100177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100177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00177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100177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0177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16292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91596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16292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4968138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47916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39249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38818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59040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966115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30951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75213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73878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24409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583680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83680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911679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7573719" y="224458"/>
              <a:ext cx="156700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 (n=19)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971496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357223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57223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357223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357223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357223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75352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10069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75352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03002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48781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110226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7248642" y="800410"/>
              <a:ext cx="2217162" cy="2217162"/>
            </a:xfrm>
            <a:custGeom>
              <a:avLst/>
              <a:pathLst>
                <a:path w="2217162" h="2217162">
                  <a:moveTo>
                    <a:pt x="2217162" y="1108581"/>
                  </a:moveTo>
                  <a:lnTo>
                    <a:pt x="2216516" y="1070733"/>
                  </a:lnTo>
                  <a:lnTo>
                    <a:pt x="2214578" y="1032929"/>
                  </a:lnTo>
                  <a:lnTo>
                    <a:pt x="2211350" y="995213"/>
                  </a:lnTo>
                  <a:lnTo>
                    <a:pt x="2206837" y="957629"/>
                  </a:lnTo>
                  <a:lnTo>
                    <a:pt x="2201043" y="920221"/>
                  </a:lnTo>
                  <a:lnTo>
                    <a:pt x="2193975" y="883033"/>
                  </a:lnTo>
                  <a:lnTo>
                    <a:pt x="2185642" y="846108"/>
                  </a:lnTo>
                  <a:lnTo>
                    <a:pt x="2176053" y="809489"/>
                  </a:lnTo>
                  <a:lnTo>
                    <a:pt x="2165219" y="773219"/>
                  </a:lnTo>
                  <a:lnTo>
                    <a:pt x="2153154" y="737340"/>
                  </a:lnTo>
                  <a:lnTo>
                    <a:pt x="2139870" y="701893"/>
                  </a:lnTo>
                  <a:lnTo>
                    <a:pt x="2125384" y="666921"/>
                  </a:lnTo>
                  <a:lnTo>
                    <a:pt x="2109713" y="632464"/>
                  </a:lnTo>
                  <a:lnTo>
                    <a:pt x="2092874" y="598561"/>
                  </a:lnTo>
                  <a:lnTo>
                    <a:pt x="2074887" y="565254"/>
                  </a:lnTo>
                  <a:lnTo>
                    <a:pt x="2055774" y="532580"/>
                  </a:lnTo>
                  <a:lnTo>
                    <a:pt x="2035557" y="500577"/>
                  </a:lnTo>
                  <a:lnTo>
                    <a:pt x="2014258" y="469284"/>
                  </a:lnTo>
                  <a:lnTo>
                    <a:pt x="1991904" y="438736"/>
                  </a:lnTo>
                  <a:lnTo>
                    <a:pt x="1968520" y="408969"/>
                  </a:lnTo>
                  <a:lnTo>
                    <a:pt x="1944133" y="380017"/>
                  </a:lnTo>
                  <a:lnTo>
                    <a:pt x="1918772" y="351915"/>
                  </a:lnTo>
                  <a:lnTo>
                    <a:pt x="1892466" y="324695"/>
                  </a:lnTo>
                  <a:lnTo>
                    <a:pt x="1865247" y="298390"/>
                  </a:lnTo>
                  <a:lnTo>
                    <a:pt x="1837145" y="273029"/>
                  </a:lnTo>
                  <a:lnTo>
                    <a:pt x="1808193" y="248642"/>
                  </a:lnTo>
                  <a:lnTo>
                    <a:pt x="1778426" y="225258"/>
                  </a:lnTo>
                  <a:lnTo>
                    <a:pt x="1747878" y="202903"/>
                  </a:lnTo>
                  <a:lnTo>
                    <a:pt x="1716584" y="181605"/>
                  </a:lnTo>
                  <a:lnTo>
                    <a:pt x="1684582" y="161387"/>
                  </a:lnTo>
                  <a:lnTo>
                    <a:pt x="1651908" y="142274"/>
                  </a:lnTo>
                  <a:lnTo>
                    <a:pt x="1618600" y="124288"/>
                  </a:lnTo>
                  <a:lnTo>
                    <a:pt x="1584698" y="107449"/>
                  </a:lnTo>
                  <a:lnTo>
                    <a:pt x="1550241" y="91778"/>
                  </a:lnTo>
                  <a:lnTo>
                    <a:pt x="1515269" y="77292"/>
                  </a:lnTo>
                  <a:lnTo>
                    <a:pt x="1479822" y="64008"/>
                  </a:lnTo>
                  <a:lnTo>
                    <a:pt x="1443943" y="51942"/>
                  </a:lnTo>
                  <a:lnTo>
                    <a:pt x="1407673" y="41109"/>
                  </a:lnTo>
                  <a:lnTo>
                    <a:pt x="1371054" y="31520"/>
                  </a:lnTo>
                  <a:lnTo>
                    <a:pt x="1334128" y="23186"/>
                  </a:lnTo>
                  <a:lnTo>
                    <a:pt x="1296940" y="16119"/>
                  </a:lnTo>
                  <a:lnTo>
                    <a:pt x="1259533" y="10325"/>
                  </a:lnTo>
                  <a:lnTo>
                    <a:pt x="1221949" y="5811"/>
                  </a:lnTo>
                  <a:lnTo>
                    <a:pt x="1184233" y="2584"/>
                  </a:lnTo>
                  <a:lnTo>
                    <a:pt x="1146429" y="646"/>
                  </a:lnTo>
                  <a:lnTo>
                    <a:pt x="1108581" y="0"/>
                  </a:lnTo>
                  <a:lnTo>
                    <a:pt x="1145332" y="32760"/>
                  </a:lnTo>
                  <a:lnTo>
                    <a:pt x="1179848" y="66700"/>
                  </a:lnTo>
                  <a:lnTo>
                    <a:pt x="1212091" y="101704"/>
                  </a:lnTo>
                  <a:lnTo>
                    <a:pt x="1242031" y="137659"/>
                  </a:lnTo>
                  <a:lnTo>
                    <a:pt x="1269642" y="174447"/>
                  </a:lnTo>
                  <a:lnTo>
                    <a:pt x="1294903" y="211951"/>
                  </a:lnTo>
                  <a:lnTo>
                    <a:pt x="1317798" y="250054"/>
                  </a:lnTo>
                  <a:lnTo>
                    <a:pt x="1338318" y="288638"/>
                  </a:lnTo>
                  <a:lnTo>
                    <a:pt x="1356457" y="327587"/>
                  </a:lnTo>
                  <a:lnTo>
                    <a:pt x="1372216" y="366783"/>
                  </a:lnTo>
                  <a:lnTo>
                    <a:pt x="1385600" y="406108"/>
                  </a:lnTo>
                  <a:lnTo>
                    <a:pt x="1396620" y="445448"/>
                  </a:lnTo>
                  <a:lnTo>
                    <a:pt x="1405292" y="484687"/>
                  </a:lnTo>
                  <a:lnTo>
                    <a:pt x="1411636" y="523711"/>
                  </a:lnTo>
                  <a:lnTo>
                    <a:pt x="1415679" y="562408"/>
                  </a:lnTo>
                  <a:lnTo>
                    <a:pt x="1417451" y="600666"/>
                  </a:lnTo>
                  <a:lnTo>
                    <a:pt x="1416988" y="638376"/>
                  </a:lnTo>
                  <a:lnTo>
                    <a:pt x="1414332" y="675431"/>
                  </a:lnTo>
                  <a:lnTo>
                    <a:pt x="1409526" y="711725"/>
                  </a:lnTo>
                  <a:lnTo>
                    <a:pt x="1402621" y="747157"/>
                  </a:lnTo>
                  <a:lnTo>
                    <a:pt x="1393671" y="781626"/>
                  </a:lnTo>
                  <a:lnTo>
                    <a:pt x="1382735" y="815033"/>
                  </a:lnTo>
                  <a:lnTo>
                    <a:pt x="1369876" y="847286"/>
                  </a:lnTo>
                  <a:lnTo>
                    <a:pt x="1387188" y="854830"/>
                  </a:lnTo>
                  <a:lnTo>
                    <a:pt x="1404354" y="863431"/>
                  </a:lnTo>
                  <a:lnTo>
                    <a:pt x="1421312" y="873091"/>
                  </a:lnTo>
                  <a:lnTo>
                    <a:pt x="1437999" y="883809"/>
                  </a:lnTo>
                  <a:lnTo>
                    <a:pt x="1454354" y="895580"/>
                  </a:lnTo>
                  <a:lnTo>
                    <a:pt x="1470315" y="908395"/>
                  </a:lnTo>
                  <a:lnTo>
                    <a:pt x="1485818" y="922244"/>
                  </a:lnTo>
                  <a:lnTo>
                    <a:pt x="1500803" y="937110"/>
                  </a:lnTo>
                  <a:lnTo>
                    <a:pt x="1515208" y="952975"/>
                  </a:lnTo>
                  <a:lnTo>
                    <a:pt x="1528972" y="969816"/>
                  </a:lnTo>
                  <a:lnTo>
                    <a:pt x="1542034" y="987607"/>
                  </a:lnTo>
                  <a:lnTo>
                    <a:pt x="1554337" y="1006319"/>
                  </a:lnTo>
                  <a:lnTo>
                    <a:pt x="1565822" y="1025919"/>
                  </a:lnTo>
                  <a:lnTo>
                    <a:pt x="1576433" y="1046370"/>
                  </a:lnTo>
                  <a:lnTo>
                    <a:pt x="1586116" y="1067633"/>
                  </a:lnTo>
                  <a:lnTo>
                    <a:pt x="1594818" y="1089666"/>
                  </a:lnTo>
                  <a:lnTo>
                    <a:pt x="1602488" y="1112422"/>
                  </a:lnTo>
                  <a:lnTo>
                    <a:pt x="1609078" y="1135852"/>
                  </a:lnTo>
                  <a:lnTo>
                    <a:pt x="1614542" y="1159904"/>
                  </a:lnTo>
                  <a:lnTo>
                    <a:pt x="1618835" y="1184523"/>
                  </a:lnTo>
                  <a:lnTo>
                    <a:pt x="1621917" y="1209653"/>
                  </a:lnTo>
                  <a:lnTo>
                    <a:pt x="1623750" y="1235232"/>
                  </a:lnTo>
                  <a:lnTo>
                    <a:pt x="1624299" y="1261198"/>
                  </a:lnTo>
                  <a:lnTo>
                    <a:pt x="1623532" y="1287487"/>
                  </a:lnTo>
                  <a:lnTo>
                    <a:pt x="1621420" y="1314031"/>
                  </a:lnTo>
                  <a:lnTo>
                    <a:pt x="1617938" y="1340761"/>
                  </a:lnTo>
                  <a:lnTo>
                    <a:pt x="1613064" y="1367608"/>
                  </a:lnTo>
                  <a:lnTo>
                    <a:pt x="1606780" y="1394497"/>
                  </a:lnTo>
                  <a:lnTo>
                    <a:pt x="1599073" y="1421357"/>
                  </a:lnTo>
                  <a:lnTo>
                    <a:pt x="1589930" y="1448111"/>
                  </a:lnTo>
                  <a:lnTo>
                    <a:pt x="1579347" y="1474684"/>
                  </a:lnTo>
                  <a:lnTo>
                    <a:pt x="1567320" y="1500998"/>
                  </a:lnTo>
                  <a:lnTo>
                    <a:pt x="1553851" y="1526978"/>
                  </a:lnTo>
                  <a:lnTo>
                    <a:pt x="1538945" y="1552544"/>
                  </a:lnTo>
                  <a:lnTo>
                    <a:pt x="1522613" y="1577619"/>
                  </a:lnTo>
                  <a:lnTo>
                    <a:pt x="1504867" y="1602125"/>
                  </a:lnTo>
                  <a:lnTo>
                    <a:pt x="1485727" y="1625984"/>
                  </a:lnTo>
                  <a:lnTo>
                    <a:pt x="1465215" y="1649119"/>
                  </a:lnTo>
                  <a:lnTo>
                    <a:pt x="1443356" y="1671453"/>
                  </a:lnTo>
                  <a:lnTo>
                    <a:pt x="1420182" y="1692912"/>
                  </a:lnTo>
                  <a:lnTo>
                    <a:pt x="1395728" y="1713419"/>
                  </a:lnTo>
                  <a:lnTo>
                    <a:pt x="1370032" y="1732903"/>
                  </a:lnTo>
                  <a:lnTo>
                    <a:pt x="1343138" y="1751292"/>
                  </a:lnTo>
                  <a:lnTo>
                    <a:pt x="1315091" y="1768516"/>
                  </a:lnTo>
                  <a:lnTo>
                    <a:pt x="1285944" y="1784507"/>
                  </a:lnTo>
                  <a:lnTo>
                    <a:pt x="1255751" y="1799200"/>
                  </a:lnTo>
                  <a:lnTo>
                    <a:pt x="1224570" y="1812533"/>
                  </a:lnTo>
                  <a:lnTo>
                    <a:pt x="1192462" y="1824444"/>
                  </a:lnTo>
                  <a:lnTo>
                    <a:pt x="1159495" y="1834877"/>
                  </a:lnTo>
                  <a:lnTo>
                    <a:pt x="1125735" y="1843776"/>
                  </a:lnTo>
                  <a:lnTo>
                    <a:pt x="1091256" y="1851092"/>
                  </a:lnTo>
                  <a:lnTo>
                    <a:pt x="1056132" y="1856775"/>
                  </a:lnTo>
                  <a:lnTo>
                    <a:pt x="1020442" y="1860782"/>
                  </a:lnTo>
                  <a:lnTo>
                    <a:pt x="984265" y="1863073"/>
                  </a:lnTo>
                  <a:lnTo>
                    <a:pt x="947685" y="1863610"/>
                  </a:lnTo>
                  <a:lnTo>
                    <a:pt x="910788" y="1862362"/>
                  </a:lnTo>
                  <a:lnTo>
                    <a:pt x="873662" y="1859300"/>
                  </a:lnTo>
                  <a:lnTo>
                    <a:pt x="836395" y="1854400"/>
                  </a:lnTo>
                  <a:lnTo>
                    <a:pt x="799079" y="1847643"/>
                  </a:lnTo>
                  <a:lnTo>
                    <a:pt x="761808" y="1839014"/>
                  </a:lnTo>
                  <a:lnTo>
                    <a:pt x="724674" y="1828502"/>
                  </a:lnTo>
                  <a:lnTo>
                    <a:pt x="687774" y="1816102"/>
                  </a:lnTo>
                  <a:lnTo>
                    <a:pt x="651203" y="1801813"/>
                  </a:lnTo>
                  <a:lnTo>
                    <a:pt x="615058" y="1785640"/>
                  </a:lnTo>
                  <a:lnTo>
                    <a:pt x="579435" y="1767591"/>
                  </a:lnTo>
                  <a:lnTo>
                    <a:pt x="544432" y="1747680"/>
                  </a:lnTo>
                  <a:lnTo>
                    <a:pt x="510145" y="1725926"/>
                  </a:lnTo>
                  <a:lnTo>
                    <a:pt x="476671" y="1702354"/>
                  </a:lnTo>
                  <a:lnTo>
                    <a:pt x="444104" y="1676992"/>
                  </a:lnTo>
                  <a:lnTo>
                    <a:pt x="412540" y="1649874"/>
                  </a:lnTo>
                  <a:lnTo>
                    <a:pt x="382072" y="1621039"/>
                  </a:lnTo>
                  <a:lnTo>
                    <a:pt x="352792" y="1590531"/>
                  </a:lnTo>
                  <a:lnTo>
                    <a:pt x="324789" y="1558398"/>
                  </a:lnTo>
                  <a:lnTo>
                    <a:pt x="298153" y="1524695"/>
                  </a:lnTo>
                  <a:lnTo>
                    <a:pt x="272969" y="1489478"/>
                  </a:lnTo>
                  <a:lnTo>
                    <a:pt x="249321" y="1452812"/>
                  </a:lnTo>
                  <a:lnTo>
                    <a:pt x="227289" y="1414762"/>
                  </a:lnTo>
                  <a:lnTo>
                    <a:pt x="206951" y="1375402"/>
                  </a:lnTo>
                  <a:lnTo>
                    <a:pt x="188382" y="1334806"/>
                  </a:lnTo>
                  <a:lnTo>
                    <a:pt x="171652" y="1293055"/>
                  </a:lnTo>
                  <a:lnTo>
                    <a:pt x="156830" y="1250233"/>
                  </a:lnTo>
                  <a:lnTo>
                    <a:pt x="143979" y="1206427"/>
                  </a:lnTo>
                  <a:lnTo>
                    <a:pt x="133159" y="1161729"/>
                  </a:lnTo>
                  <a:lnTo>
                    <a:pt x="124425" y="1116234"/>
                  </a:lnTo>
                  <a:lnTo>
                    <a:pt x="117827" y="1070040"/>
                  </a:lnTo>
                  <a:lnTo>
                    <a:pt x="113412" y="1023247"/>
                  </a:lnTo>
                  <a:lnTo>
                    <a:pt x="111221" y="975961"/>
                  </a:lnTo>
                  <a:lnTo>
                    <a:pt x="111292" y="928286"/>
                  </a:lnTo>
                  <a:lnTo>
                    <a:pt x="113654" y="880332"/>
                  </a:lnTo>
                  <a:lnTo>
                    <a:pt x="118334" y="832210"/>
                  </a:lnTo>
                  <a:lnTo>
                    <a:pt x="125353" y="784031"/>
                  </a:lnTo>
                  <a:lnTo>
                    <a:pt x="134726" y="735911"/>
                  </a:lnTo>
                  <a:lnTo>
                    <a:pt x="146463" y="687965"/>
                  </a:lnTo>
                  <a:lnTo>
                    <a:pt x="160567" y="640308"/>
                  </a:lnTo>
                  <a:lnTo>
                    <a:pt x="177037" y="593059"/>
                  </a:lnTo>
                  <a:lnTo>
                    <a:pt x="195864" y="546335"/>
                  </a:lnTo>
                  <a:lnTo>
                    <a:pt x="217037" y="500253"/>
                  </a:lnTo>
                  <a:lnTo>
                    <a:pt x="240534" y="454931"/>
                  </a:lnTo>
                  <a:lnTo>
                    <a:pt x="266332" y="410487"/>
                  </a:lnTo>
                  <a:lnTo>
                    <a:pt x="294398" y="367036"/>
                  </a:lnTo>
                  <a:lnTo>
                    <a:pt x="324695" y="324695"/>
                  </a:lnTo>
                  <a:lnTo>
                    <a:pt x="300488" y="370591"/>
                  </a:lnTo>
                  <a:lnTo>
                    <a:pt x="278807" y="417051"/>
                  </a:lnTo>
                  <a:lnTo>
                    <a:pt x="259655" y="463941"/>
                  </a:lnTo>
                  <a:lnTo>
                    <a:pt x="243023" y="511130"/>
                  </a:lnTo>
                  <a:lnTo>
                    <a:pt x="228900" y="558485"/>
                  </a:lnTo>
                  <a:lnTo>
                    <a:pt x="217265" y="605877"/>
                  </a:lnTo>
                  <a:lnTo>
                    <a:pt x="208092" y="653180"/>
                  </a:lnTo>
                  <a:lnTo>
                    <a:pt x="201349" y="700269"/>
                  </a:lnTo>
                  <a:lnTo>
                    <a:pt x="196997" y="747022"/>
                  </a:lnTo>
                  <a:lnTo>
                    <a:pt x="194991" y="793320"/>
                  </a:lnTo>
                  <a:lnTo>
                    <a:pt x="195280" y="839049"/>
                  </a:lnTo>
                  <a:lnTo>
                    <a:pt x="197808" y="884096"/>
                  </a:lnTo>
                  <a:lnTo>
                    <a:pt x="202514" y="928353"/>
                  </a:lnTo>
                  <a:lnTo>
                    <a:pt x="209331" y="971718"/>
                  </a:lnTo>
                  <a:lnTo>
                    <a:pt x="218188" y="1014090"/>
                  </a:lnTo>
                  <a:lnTo>
                    <a:pt x="229008" y="1055377"/>
                  </a:lnTo>
                  <a:lnTo>
                    <a:pt x="241712" y="1095487"/>
                  </a:lnTo>
                  <a:lnTo>
                    <a:pt x="256215" y="1134337"/>
                  </a:lnTo>
                  <a:lnTo>
                    <a:pt x="272429" y="1171847"/>
                  </a:lnTo>
                  <a:lnTo>
                    <a:pt x="290261" y="1207943"/>
                  </a:lnTo>
                  <a:lnTo>
                    <a:pt x="309619" y="1242557"/>
                  </a:lnTo>
                  <a:lnTo>
                    <a:pt x="330404" y="1275626"/>
                  </a:lnTo>
                  <a:lnTo>
                    <a:pt x="352515" y="1307094"/>
                  </a:lnTo>
                  <a:lnTo>
                    <a:pt x="375852" y="1336908"/>
                  </a:lnTo>
                  <a:lnTo>
                    <a:pt x="400310" y="1365025"/>
                  </a:lnTo>
                  <a:lnTo>
                    <a:pt x="425784" y="1391405"/>
                  </a:lnTo>
                  <a:lnTo>
                    <a:pt x="452166" y="1416014"/>
                  </a:lnTo>
                  <a:lnTo>
                    <a:pt x="479350" y="1438827"/>
                  </a:lnTo>
                  <a:lnTo>
                    <a:pt x="507227" y="1459821"/>
                  </a:lnTo>
                  <a:lnTo>
                    <a:pt x="535689" y="1478983"/>
                  </a:lnTo>
                  <a:lnTo>
                    <a:pt x="564629" y="1496303"/>
                  </a:lnTo>
                  <a:lnTo>
                    <a:pt x="593937" y="1511779"/>
                  </a:lnTo>
                  <a:lnTo>
                    <a:pt x="623508" y="1525413"/>
                  </a:lnTo>
                  <a:lnTo>
                    <a:pt x="653235" y="1537215"/>
                  </a:lnTo>
                  <a:lnTo>
                    <a:pt x="683015" y="1547200"/>
                  </a:lnTo>
                  <a:lnTo>
                    <a:pt x="712744" y="1555388"/>
                  </a:lnTo>
                  <a:lnTo>
                    <a:pt x="742322" y="1561805"/>
                  </a:lnTo>
                  <a:lnTo>
                    <a:pt x="771650" y="1566482"/>
                  </a:lnTo>
                  <a:lnTo>
                    <a:pt x="800633" y="1569457"/>
                  </a:lnTo>
                  <a:lnTo>
                    <a:pt x="829178" y="1570770"/>
                  </a:lnTo>
                  <a:lnTo>
                    <a:pt x="857194" y="1570468"/>
                  </a:lnTo>
                  <a:lnTo>
                    <a:pt x="884596" y="1568602"/>
                  </a:lnTo>
                  <a:lnTo>
                    <a:pt x="911299" y="1565228"/>
                  </a:lnTo>
                  <a:lnTo>
                    <a:pt x="937226" y="1560407"/>
                  </a:lnTo>
                  <a:lnTo>
                    <a:pt x="962300" y="1554201"/>
                  </a:lnTo>
                  <a:lnTo>
                    <a:pt x="986452" y="1546679"/>
                  </a:lnTo>
                  <a:lnTo>
                    <a:pt x="1009614" y="1537912"/>
                  </a:lnTo>
                  <a:lnTo>
                    <a:pt x="1031724" y="1527974"/>
                  </a:lnTo>
                  <a:lnTo>
                    <a:pt x="1052726" y="1516944"/>
                  </a:lnTo>
                  <a:lnTo>
                    <a:pt x="1072567" y="1504900"/>
                  </a:lnTo>
                  <a:lnTo>
                    <a:pt x="1091199" y="1491927"/>
                  </a:lnTo>
                  <a:lnTo>
                    <a:pt x="1108581" y="1478108"/>
                  </a:lnTo>
                  <a:lnTo>
                    <a:pt x="1122294" y="1510007"/>
                  </a:lnTo>
                  <a:lnTo>
                    <a:pt x="1138184" y="1541362"/>
                  </a:lnTo>
                  <a:lnTo>
                    <a:pt x="1156228" y="1572064"/>
                  </a:lnTo>
                  <a:lnTo>
                    <a:pt x="1176400" y="1602000"/>
                  </a:lnTo>
                  <a:lnTo>
                    <a:pt x="1198666" y="1631063"/>
                  </a:lnTo>
                  <a:lnTo>
                    <a:pt x="1222989" y="1659143"/>
                  </a:lnTo>
                  <a:lnTo>
                    <a:pt x="1249327" y="1686135"/>
                  </a:lnTo>
                  <a:lnTo>
                    <a:pt x="1277633" y="1711935"/>
                  </a:lnTo>
                  <a:lnTo>
                    <a:pt x="1307854" y="1736439"/>
                  </a:lnTo>
                  <a:lnTo>
                    <a:pt x="1339934" y="1759547"/>
                  </a:lnTo>
                  <a:lnTo>
                    <a:pt x="1373812" y="1781161"/>
                  </a:lnTo>
                  <a:lnTo>
                    <a:pt x="1409422" y="1801186"/>
                  </a:lnTo>
                  <a:lnTo>
                    <a:pt x="1446693" y="1819530"/>
                  </a:lnTo>
                  <a:lnTo>
                    <a:pt x="1485552" y="1836102"/>
                  </a:lnTo>
                  <a:lnTo>
                    <a:pt x="1525919" y="1850816"/>
                  </a:lnTo>
                  <a:lnTo>
                    <a:pt x="1567712" y="1863590"/>
                  </a:lnTo>
                  <a:lnTo>
                    <a:pt x="1610845" y="1874344"/>
                  </a:lnTo>
                  <a:lnTo>
                    <a:pt x="1655226" y="1883001"/>
                  </a:lnTo>
                  <a:lnTo>
                    <a:pt x="1700763" y="1889490"/>
                  </a:lnTo>
                  <a:lnTo>
                    <a:pt x="1747357" y="1893743"/>
                  </a:lnTo>
                  <a:lnTo>
                    <a:pt x="1794909" y="1895695"/>
                  </a:lnTo>
                  <a:lnTo>
                    <a:pt x="1843314" y="1895288"/>
                  </a:lnTo>
                  <a:lnTo>
                    <a:pt x="1892466" y="1892466"/>
                  </a:lnTo>
                  <a:lnTo>
                    <a:pt x="1855742" y="1915304"/>
                  </a:lnTo>
                  <a:lnTo>
                    <a:pt x="1818427" y="1936488"/>
                  </a:lnTo>
                  <a:lnTo>
                    <a:pt x="1780595" y="1956007"/>
                  </a:lnTo>
                  <a:lnTo>
                    <a:pt x="1742318" y="1973854"/>
                  </a:lnTo>
                  <a:lnTo>
                    <a:pt x="1703667" y="1990023"/>
                  </a:lnTo>
                  <a:lnTo>
                    <a:pt x="1664716" y="2004512"/>
                  </a:lnTo>
                  <a:lnTo>
                    <a:pt x="1625535" y="2017322"/>
                  </a:lnTo>
                  <a:lnTo>
                    <a:pt x="1586195" y="2028457"/>
                  </a:lnTo>
                  <a:lnTo>
                    <a:pt x="1546767" y="2037924"/>
                  </a:lnTo>
                  <a:lnTo>
                    <a:pt x="1507320" y="2045732"/>
                  </a:lnTo>
                  <a:lnTo>
                    <a:pt x="1467924" y="2051895"/>
                  </a:lnTo>
                  <a:lnTo>
                    <a:pt x="1428645" y="2056428"/>
                  </a:lnTo>
                  <a:lnTo>
                    <a:pt x="1389551" y="2059348"/>
                  </a:lnTo>
                  <a:lnTo>
                    <a:pt x="1350706" y="2060677"/>
                  </a:lnTo>
                  <a:lnTo>
                    <a:pt x="1312175" y="2060439"/>
                  </a:lnTo>
                  <a:lnTo>
                    <a:pt x="1274021" y="2058660"/>
                  </a:lnTo>
                  <a:lnTo>
                    <a:pt x="1236304" y="2055367"/>
                  </a:lnTo>
                  <a:lnTo>
                    <a:pt x="1199084" y="2050593"/>
                  </a:lnTo>
                  <a:lnTo>
                    <a:pt x="1162418" y="2044371"/>
                  </a:lnTo>
                  <a:lnTo>
                    <a:pt x="1126363" y="2036735"/>
                  </a:lnTo>
                  <a:lnTo>
                    <a:pt x="1090972" y="2027724"/>
                  </a:lnTo>
                  <a:lnTo>
                    <a:pt x="1056296" y="2017377"/>
                  </a:lnTo>
                  <a:lnTo>
                    <a:pt x="1022387" y="2005736"/>
                  </a:lnTo>
                  <a:lnTo>
                    <a:pt x="989292" y="1992844"/>
                  </a:lnTo>
                  <a:lnTo>
                    <a:pt x="957056" y="1978747"/>
                  </a:lnTo>
                  <a:lnTo>
                    <a:pt x="925723" y="1963491"/>
                  </a:lnTo>
                  <a:lnTo>
                    <a:pt x="895333" y="1947125"/>
                  </a:lnTo>
                  <a:lnTo>
                    <a:pt x="865925" y="1929698"/>
                  </a:lnTo>
                  <a:lnTo>
                    <a:pt x="837536" y="1911262"/>
                  </a:lnTo>
                  <a:lnTo>
                    <a:pt x="810198" y="1891869"/>
                  </a:lnTo>
                  <a:lnTo>
                    <a:pt x="783944" y="1871572"/>
                  </a:lnTo>
                  <a:lnTo>
                    <a:pt x="758801" y="1850425"/>
                  </a:lnTo>
                  <a:lnTo>
                    <a:pt x="734796" y="1828484"/>
                  </a:lnTo>
                  <a:lnTo>
                    <a:pt x="711953" y="1805805"/>
                  </a:lnTo>
                  <a:lnTo>
                    <a:pt x="690291" y="1782444"/>
                  </a:lnTo>
                  <a:lnTo>
                    <a:pt x="669831" y="1758458"/>
                  </a:lnTo>
                  <a:lnTo>
                    <a:pt x="650586" y="1733904"/>
                  </a:lnTo>
                  <a:lnTo>
                    <a:pt x="632571" y="1708841"/>
                  </a:lnTo>
                  <a:lnTo>
                    <a:pt x="615795" y="1683326"/>
                  </a:lnTo>
                  <a:lnTo>
                    <a:pt x="600266" y="1657417"/>
                  </a:lnTo>
                  <a:lnTo>
                    <a:pt x="585991" y="1631171"/>
                  </a:lnTo>
                  <a:lnTo>
                    <a:pt x="553917" y="1623234"/>
                  </a:lnTo>
                  <a:lnTo>
                    <a:pt x="521723" y="1613613"/>
                  </a:lnTo>
                  <a:lnTo>
                    <a:pt x="489492" y="1602287"/>
                  </a:lnTo>
                  <a:lnTo>
                    <a:pt x="457307" y="1589243"/>
                  </a:lnTo>
                  <a:lnTo>
                    <a:pt x="425251" y="1574467"/>
                  </a:lnTo>
                  <a:lnTo>
                    <a:pt x="393409" y="1557953"/>
                  </a:lnTo>
                  <a:lnTo>
                    <a:pt x="361868" y="1539696"/>
                  </a:lnTo>
                  <a:lnTo>
                    <a:pt x="330713" y="1519696"/>
                  </a:lnTo>
                  <a:lnTo>
                    <a:pt x="300031" y="1497958"/>
                  </a:lnTo>
                  <a:lnTo>
                    <a:pt x="269908" y="1474490"/>
                  </a:lnTo>
                  <a:lnTo>
                    <a:pt x="240433" y="1449304"/>
                  </a:lnTo>
                  <a:lnTo>
                    <a:pt x="211691" y="1422416"/>
                  </a:lnTo>
                  <a:lnTo>
                    <a:pt x="183769" y="1393848"/>
                  </a:lnTo>
                  <a:lnTo>
                    <a:pt x="156752" y="1363623"/>
                  </a:lnTo>
                  <a:lnTo>
                    <a:pt x="130726" y="1331770"/>
                  </a:lnTo>
                  <a:lnTo>
                    <a:pt x="105775" y="1298322"/>
                  </a:lnTo>
                  <a:lnTo>
                    <a:pt x="81981" y="1263316"/>
                  </a:lnTo>
                  <a:lnTo>
                    <a:pt x="59428" y="1226792"/>
                  </a:lnTo>
                  <a:lnTo>
                    <a:pt x="38194" y="1188795"/>
                  </a:lnTo>
                  <a:lnTo>
                    <a:pt x="18359" y="1149374"/>
                  </a:lnTo>
                  <a:lnTo>
                    <a:pt x="0" y="1108581"/>
                  </a:lnTo>
                  <a:lnTo>
                    <a:pt x="646" y="1146429"/>
                  </a:lnTo>
                  <a:lnTo>
                    <a:pt x="2584" y="1184233"/>
                  </a:lnTo>
                  <a:lnTo>
                    <a:pt x="5811" y="1221949"/>
                  </a:lnTo>
                  <a:lnTo>
                    <a:pt x="10325" y="1259533"/>
                  </a:lnTo>
                  <a:lnTo>
                    <a:pt x="16119" y="1296940"/>
                  </a:lnTo>
                  <a:lnTo>
                    <a:pt x="23186" y="1334128"/>
                  </a:lnTo>
                  <a:lnTo>
                    <a:pt x="31520" y="1371054"/>
                  </a:lnTo>
                  <a:lnTo>
                    <a:pt x="41109" y="1407673"/>
                  </a:lnTo>
                  <a:lnTo>
                    <a:pt x="51942" y="1443943"/>
                  </a:lnTo>
                  <a:lnTo>
                    <a:pt x="64008" y="1479822"/>
                  </a:lnTo>
                  <a:lnTo>
                    <a:pt x="77292" y="1515269"/>
                  </a:lnTo>
                  <a:lnTo>
                    <a:pt x="91778" y="1550241"/>
                  </a:lnTo>
                  <a:lnTo>
                    <a:pt x="107449" y="1584698"/>
                  </a:lnTo>
                  <a:lnTo>
                    <a:pt x="124288" y="1618600"/>
                  </a:lnTo>
                  <a:lnTo>
                    <a:pt x="142274" y="1651908"/>
                  </a:lnTo>
                  <a:lnTo>
                    <a:pt x="161387" y="1684582"/>
                  </a:lnTo>
                  <a:lnTo>
                    <a:pt x="181605" y="1716584"/>
                  </a:lnTo>
                  <a:lnTo>
                    <a:pt x="202903" y="1747878"/>
                  </a:lnTo>
                  <a:lnTo>
                    <a:pt x="225258" y="1778426"/>
                  </a:lnTo>
                  <a:lnTo>
                    <a:pt x="248642" y="1808193"/>
                  </a:lnTo>
                  <a:lnTo>
                    <a:pt x="273029" y="1837145"/>
                  </a:lnTo>
                  <a:lnTo>
                    <a:pt x="298390" y="1865247"/>
                  </a:lnTo>
                  <a:lnTo>
                    <a:pt x="324695" y="1892466"/>
                  </a:lnTo>
                  <a:lnTo>
                    <a:pt x="351915" y="1918772"/>
                  </a:lnTo>
                  <a:lnTo>
                    <a:pt x="380017" y="1944133"/>
                  </a:lnTo>
                  <a:lnTo>
                    <a:pt x="408969" y="1968520"/>
                  </a:lnTo>
                  <a:lnTo>
                    <a:pt x="438736" y="1991904"/>
                  </a:lnTo>
                  <a:lnTo>
                    <a:pt x="469284" y="2014258"/>
                  </a:lnTo>
                  <a:lnTo>
                    <a:pt x="500577" y="2035557"/>
                  </a:lnTo>
                  <a:lnTo>
                    <a:pt x="532580" y="2055774"/>
                  </a:lnTo>
                  <a:lnTo>
                    <a:pt x="565254" y="2074887"/>
                  </a:lnTo>
                  <a:lnTo>
                    <a:pt x="598561" y="2092874"/>
                  </a:lnTo>
                  <a:lnTo>
                    <a:pt x="632464" y="2109713"/>
                  </a:lnTo>
                  <a:lnTo>
                    <a:pt x="666921" y="2125384"/>
                  </a:lnTo>
                  <a:lnTo>
                    <a:pt x="701893" y="2139870"/>
                  </a:lnTo>
                  <a:lnTo>
                    <a:pt x="737340" y="2153154"/>
                  </a:lnTo>
                  <a:lnTo>
                    <a:pt x="773219" y="2165219"/>
                  </a:lnTo>
                  <a:lnTo>
                    <a:pt x="809489" y="2176053"/>
                  </a:lnTo>
                  <a:lnTo>
                    <a:pt x="846108" y="2185642"/>
                  </a:lnTo>
                  <a:lnTo>
                    <a:pt x="883033" y="2193975"/>
                  </a:lnTo>
                  <a:lnTo>
                    <a:pt x="920221" y="2201043"/>
                  </a:lnTo>
                  <a:lnTo>
                    <a:pt x="957629" y="2206837"/>
                  </a:lnTo>
                  <a:lnTo>
                    <a:pt x="995213" y="2211350"/>
                  </a:lnTo>
                  <a:lnTo>
                    <a:pt x="1032929" y="2214578"/>
                  </a:lnTo>
                  <a:lnTo>
                    <a:pt x="1070733" y="2216516"/>
                  </a:lnTo>
                  <a:lnTo>
                    <a:pt x="1108581" y="2217162"/>
                  </a:lnTo>
                  <a:lnTo>
                    <a:pt x="1146429" y="2216516"/>
                  </a:lnTo>
                  <a:lnTo>
                    <a:pt x="1184233" y="2214578"/>
                  </a:lnTo>
                  <a:lnTo>
                    <a:pt x="1221949" y="2211350"/>
                  </a:lnTo>
                  <a:lnTo>
                    <a:pt x="1259533" y="2206837"/>
                  </a:lnTo>
                  <a:lnTo>
                    <a:pt x="1296940" y="2201043"/>
                  </a:lnTo>
                  <a:lnTo>
                    <a:pt x="1334128" y="2193975"/>
                  </a:lnTo>
                  <a:lnTo>
                    <a:pt x="1371054" y="2185642"/>
                  </a:lnTo>
                  <a:lnTo>
                    <a:pt x="1407673" y="2176053"/>
                  </a:lnTo>
                  <a:lnTo>
                    <a:pt x="1443943" y="2165219"/>
                  </a:lnTo>
                  <a:lnTo>
                    <a:pt x="1479822" y="2153154"/>
                  </a:lnTo>
                  <a:lnTo>
                    <a:pt x="1515269" y="2139870"/>
                  </a:lnTo>
                  <a:lnTo>
                    <a:pt x="1550241" y="2125384"/>
                  </a:lnTo>
                  <a:lnTo>
                    <a:pt x="1584698" y="2109713"/>
                  </a:lnTo>
                  <a:lnTo>
                    <a:pt x="1618600" y="2092874"/>
                  </a:lnTo>
                  <a:lnTo>
                    <a:pt x="1651908" y="2074887"/>
                  </a:lnTo>
                  <a:lnTo>
                    <a:pt x="1684582" y="2055774"/>
                  </a:lnTo>
                  <a:lnTo>
                    <a:pt x="1716584" y="2035557"/>
                  </a:lnTo>
                  <a:lnTo>
                    <a:pt x="1747878" y="2014258"/>
                  </a:lnTo>
                  <a:lnTo>
                    <a:pt x="1778426" y="1991904"/>
                  </a:lnTo>
                  <a:lnTo>
                    <a:pt x="1808193" y="1968520"/>
                  </a:lnTo>
                  <a:lnTo>
                    <a:pt x="1837145" y="1944133"/>
                  </a:lnTo>
                  <a:lnTo>
                    <a:pt x="1865247" y="1918772"/>
                  </a:lnTo>
                  <a:lnTo>
                    <a:pt x="1892466" y="1892466"/>
                  </a:lnTo>
                  <a:lnTo>
                    <a:pt x="1918772" y="1865247"/>
                  </a:lnTo>
                  <a:lnTo>
                    <a:pt x="1944133" y="1837145"/>
                  </a:lnTo>
                  <a:lnTo>
                    <a:pt x="1968520" y="1808193"/>
                  </a:lnTo>
                  <a:lnTo>
                    <a:pt x="1991904" y="1778426"/>
                  </a:lnTo>
                  <a:lnTo>
                    <a:pt x="2014258" y="1747878"/>
                  </a:lnTo>
                  <a:lnTo>
                    <a:pt x="2035557" y="1716584"/>
                  </a:lnTo>
                  <a:lnTo>
                    <a:pt x="2055774" y="1684582"/>
                  </a:lnTo>
                  <a:lnTo>
                    <a:pt x="2074887" y="1651908"/>
                  </a:lnTo>
                  <a:lnTo>
                    <a:pt x="2092874" y="1618600"/>
                  </a:lnTo>
                  <a:lnTo>
                    <a:pt x="2109713" y="1584698"/>
                  </a:lnTo>
                  <a:lnTo>
                    <a:pt x="2125384" y="1550241"/>
                  </a:lnTo>
                  <a:lnTo>
                    <a:pt x="2139870" y="1515269"/>
                  </a:lnTo>
                  <a:lnTo>
                    <a:pt x="2153154" y="1479822"/>
                  </a:lnTo>
                  <a:lnTo>
                    <a:pt x="2165219" y="1443943"/>
                  </a:lnTo>
                  <a:lnTo>
                    <a:pt x="2176053" y="1407673"/>
                  </a:lnTo>
                  <a:lnTo>
                    <a:pt x="2185642" y="1371054"/>
                  </a:lnTo>
                  <a:lnTo>
                    <a:pt x="2193975" y="1334128"/>
                  </a:lnTo>
                  <a:lnTo>
                    <a:pt x="2201043" y="1296940"/>
                  </a:lnTo>
                  <a:lnTo>
                    <a:pt x="2206837" y="1259533"/>
                  </a:lnTo>
                  <a:lnTo>
                    <a:pt x="2211350" y="1221949"/>
                  </a:lnTo>
                  <a:lnTo>
                    <a:pt x="2214578" y="1184233"/>
                  </a:lnTo>
                  <a:lnTo>
                    <a:pt x="2216516" y="1146429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248642" y="800410"/>
              <a:ext cx="2217162" cy="1895695"/>
            </a:xfrm>
            <a:custGeom>
              <a:avLst/>
              <a:pathLst>
                <a:path w="2217162" h="1895695">
                  <a:moveTo>
                    <a:pt x="1108581" y="0"/>
                  </a:moveTo>
                  <a:lnTo>
                    <a:pt x="1145332" y="32760"/>
                  </a:lnTo>
                  <a:lnTo>
                    <a:pt x="1179848" y="66700"/>
                  </a:lnTo>
                  <a:lnTo>
                    <a:pt x="1212091" y="101704"/>
                  </a:lnTo>
                  <a:lnTo>
                    <a:pt x="1242031" y="137659"/>
                  </a:lnTo>
                  <a:lnTo>
                    <a:pt x="1269642" y="174447"/>
                  </a:lnTo>
                  <a:lnTo>
                    <a:pt x="1294903" y="211951"/>
                  </a:lnTo>
                  <a:lnTo>
                    <a:pt x="1317798" y="250054"/>
                  </a:lnTo>
                  <a:lnTo>
                    <a:pt x="1338318" y="288638"/>
                  </a:lnTo>
                  <a:lnTo>
                    <a:pt x="1356457" y="327587"/>
                  </a:lnTo>
                  <a:lnTo>
                    <a:pt x="1372216" y="366783"/>
                  </a:lnTo>
                  <a:lnTo>
                    <a:pt x="1385600" y="406108"/>
                  </a:lnTo>
                  <a:lnTo>
                    <a:pt x="1396620" y="445448"/>
                  </a:lnTo>
                  <a:lnTo>
                    <a:pt x="1405292" y="484687"/>
                  </a:lnTo>
                  <a:lnTo>
                    <a:pt x="1411636" y="523711"/>
                  </a:lnTo>
                  <a:lnTo>
                    <a:pt x="1415679" y="562408"/>
                  </a:lnTo>
                  <a:lnTo>
                    <a:pt x="1417451" y="600666"/>
                  </a:lnTo>
                  <a:lnTo>
                    <a:pt x="1416988" y="638376"/>
                  </a:lnTo>
                  <a:lnTo>
                    <a:pt x="1414332" y="675431"/>
                  </a:lnTo>
                  <a:lnTo>
                    <a:pt x="1409526" y="711725"/>
                  </a:lnTo>
                  <a:lnTo>
                    <a:pt x="1402621" y="747157"/>
                  </a:lnTo>
                  <a:lnTo>
                    <a:pt x="1393671" y="781626"/>
                  </a:lnTo>
                  <a:lnTo>
                    <a:pt x="1382735" y="815033"/>
                  </a:lnTo>
                  <a:lnTo>
                    <a:pt x="1369876" y="847286"/>
                  </a:lnTo>
                  <a:lnTo>
                    <a:pt x="1402128" y="834427"/>
                  </a:lnTo>
                  <a:lnTo>
                    <a:pt x="1435536" y="823491"/>
                  </a:lnTo>
                  <a:lnTo>
                    <a:pt x="1470005" y="814541"/>
                  </a:lnTo>
                  <a:lnTo>
                    <a:pt x="1505436" y="807636"/>
                  </a:lnTo>
                  <a:lnTo>
                    <a:pt x="1541731" y="802830"/>
                  </a:lnTo>
                  <a:lnTo>
                    <a:pt x="1578786" y="800173"/>
                  </a:lnTo>
                  <a:lnTo>
                    <a:pt x="1616496" y="799711"/>
                  </a:lnTo>
                  <a:lnTo>
                    <a:pt x="1654754" y="801483"/>
                  </a:lnTo>
                  <a:lnTo>
                    <a:pt x="1693451" y="805526"/>
                  </a:lnTo>
                  <a:lnTo>
                    <a:pt x="1732475" y="811870"/>
                  </a:lnTo>
                  <a:lnTo>
                    <a:pt x="1771714" y="820542"/>
                  </a:lnTo>
                  <a:lnTo>
                    <a:pt x="1811053" y="831562"/>
                  </a:lnTo>
                  <a:lnTo>
                    <a:pt x="1850379" y="844946"/>
                  </a:lnTo>
                  <a:lnTo>
                    <a:pt x="1889575" y="860705"/>
                  </a:lnTo>
                  <a:lnTo>
                    <a:pt x="1928523" y="878844"/>
                  </a:lnTo>
                  <a:lnTo>
                    <a:pt x="1967108" y="899364"/>
                  </a:lnTo>
                  <a:lnTo>
                    <a:pt x="2005211" y="922259"/>
                  </a:lnTo>
                  <a:lnTo>
                    <a:pt x="2042715" y="947520"/>
                  </a:lnTo>
                  <a:lnTo>
                    <a:pt x="2079503" y="975131"/>
                  </a:lnTo>
                  <a:lnTo>
                    <a:pt x="2115457" y="1005071"/>
                  </a:lnTo>
                  <a:lnTo>
                    <a:pt x="2150462" y="1037314"/>
                  </a:lnTo>
                  <a:lnTo>
                    <a:pt x="2184402" y="1071830"/>
                  </a:lnTo>
                  <a:lnTo>
                    <a:pt x="2217162" y="1108581"/>
                  </a:lnTo>
                  <a:lnTo>
                    <a:pt x="2216516" y="1146429"/>
                  </a:lnTo>
                  <a:lnTo>
                    <a:pt x="2214578" y="1184233"/>
                  </a:lnTo>
                  <a:lnTo>
                    <a:pt x="2211350" y="1221949"/>
                  </a:lnTo>
                  <a:lnTo>
                    <a:pt x="2206837" y="1259533"/>
                  </a:lnTo>
                  <a:lnTo>
                    <a:pt x="2201043" y="1296940"/>
                  </a:lnTo>
                  <a:lnTo>
                    <a:pt x="2193975" y="1334128"/>
                  </a:lnTo>
                  <a:lnTo>
                    <a:pt x="2185642" y="1371054"/>
                  </a:lnTo>
                  <a:lnTo>
                    <a:pt x="2176053" y="1407673"/>
                  </a:lnTo>
                  <a:lnTo>
                    <a:pt x="2165219" y="1443943"/>
                  </a:lnTo>
                  <a:lnTo>
                    <a:pt x="2153154" y="1479822"/>
                  </a:lnTo>
                  <a:lnTo>
                    <a:pt x="2139870" y="1515269"/>
                  </a:lnTo>
                  <a:lnTo>
                    <a:pt x="2125384" y="1550241"/>
                  </a:lnTo>
                  <a:lnTo>
                    <a:pt x="2109713" y="1584698"/>
                  </a:lnTo>
                  <a:lnTo>
                    <a:pt x="2092874" y="1618600"/>
                  </a:lnTo>
                  <a:lnTo>
                    <a:pt x="2074887" y="1651908"/>
                  </a:lnTo>
                  <a:lnTo>
                    <a:pt x="2055774" y="1684582"/>
                  </a:lnTo>
                  <a:lnTo>
                    <a:pt x="2035557" y="1716584"/>
                  </a:lnTo>
                  <a:lnTo>
                    <a:pt x="2014258" y="1747878"/>
                  </a:lnTo>
                  <a:lnTo>
                    <a:pt x="1991904" y="1778426"/>
                  </a:lnTo>
                  <a:lnTo>
                    <a:pt x="1968520" y="1808193"/>
                  </a:lnTo>
                  <a:lnTo>
                    <a:pt x="1944133" y="1837145"/>
                  </a:lnTo>
                  <a:lnTo>
                    <a:pt x="1918772" y="1865247"/>
                  </a:lnTo>
                  <a:lnTo>
                    <a:pt x="1892466" y="1892466"/>
                  </a:lnTo>
                  <a:lnTo>
                    <a:pt x="1843314" y="1895288"/>
                  </a:lnTo>
                  <a:lnTo>
                    <a:pt x="1794909" y="1895695"/>
                  </a:lnTo>
                  <a:lnTo>
                    <a:pt x="1747357" y="1893743"/>
                  </a:lnTo>
                  <a:lnTo>
                    <a:pt x="1700763" y="1889490"/>
                  </a:lnTo>
                  <a:lnTo>
                    <a:pt x="1655226" y="1883001"/>
                  </a:lnTo>
                  <a:lnTo>
                    <a:pt x="1610845" y="1874344"/>
                  </a:lnTo>
                  <a:lnTo>
                    <a:pt x="1567712" y="1863590"/>
                  </a:lnTo>
                  <a:lnTo>
                    <a:pt x="1525919" y="1850816"/>
                  </a:lnTo>
                  <a:lnTo>
                    <a:pt x="1485552" y="1836102"/>
                  </a:lnTo>
                  <a:lnTo>
                    <a:pt x="1446693" y="1819530"/>
                  </a:lnTo>
                  <a:lnTo>
                    <a:pt x="1409422" y="1801186"/>
                  </a:lnTo>
                  <a:lnTo>
                    <a:pt x="1373812" y="1781161"/>
                  </a:lnTo>
                  <a:lnTo>
                    <a:pt x="1339934" y="1759547"/>
                  </a:lnTo>
                  <a:lnTo>
                    <a:pt x="1307854" y="1736439"/>
                  </a:lnTo>
                  <a:lnTo>
                    <a:pt x="1277633" y="1711935"/>
                  </a:lnTo>
                  <a:lnTo>
                    <a:pt x="1249327" y="1686135"/>
                  </a:lnTo>
                  <a:lnTo>
                    <a:pt x="1222989" y="1659143"/>
                  </a:lnTo>
                  <a:lnTo>
                    <a:pt x="1198666" y="1631063"/>
                  </a:lnTo>
                  <a:lnTo>
                    <a:pt x="1176400" y="1602000"/>
                  </a:lnTo>
                  <a:lnTo>
                    <a:pt x="1156228" y="1572064"/>
                  </a:lnTo>
                  <a:lnTo>
                    <a:pt x="1138184" y="1541362"/>
                  </a:lnTo>
                  <a:lnTo>
                    <a:pt x="1122294" y="1510007"/>
                  </a:lnTo>
                  <a:lnTo>
                    <a:pt x="1108581" y="1478108"/>
                  </a:lnTo>
                  <a:lnTo>
                    <a:pt x="1089316" y="1500731"/>
                  </a:lnTo>
                  <a:lnTo>
                    <a:pt x="1067833" y="1522297"/>
                  </a:lnTo>
                  <a:lnTo>
                    <a:pt x="1044194" y="1542645"/>
                  </a:lnTo>
                  <a:lnTo>
                    <a:pt x="1018467" y="1561614"/>
                  </a:lnTo>
                  <a:lnTo>
                    <a:pt x="990734" y="1579050"/>
                  </a:lnTo>
                  <a:lnTo>
                    <a:pt x="961087" y="1594802"/>
                  </a:lnTo>
                  <a:lnTo>
                    <a:pt x="929627" y="1608725"/>
                  </a:lnTo>
                  <a:lnTo>
                    <a:pt x="896463" y="1620679"/>
                  </a:lnTo>
                  <a:lnTo>
                    <a:pt x="861716" y="1630532"/>
                  </a:lnTo>
                  <a:lnTo>
                    <a:pt x="825516" y="1638158"/>
                  </a:lnTo>
                  <a:lnTo>
                    <a:pt x="787998" y="1643441"/>
                  </a:lnTo>
                  <a:lnTo>
                    <a:pt x="749309" y="1646269"/>
                  </a:lnTo>
                  <a:lnTo>
                    <a:pt x="709601" y="1646544"/>
                  </a:lnTo>
                  <a:lnTo>
                    <a:pt x="669033" y="1644172"/>
                  </a:lnTo>
                  <a:lnTo>
                    <a:pt x="627772" y="1639071"/>
                  </a:lnTo>
                  <a:lnTo>
                    <a:pt x="585991" y="1631171"/>
                  </a:lnTo>
                  <a:lnTo>
                    <a:pt x="553917" y="1623234"/>
                  </a:lnTo>
                  <a:lnTo>
                    <a:pt x="521723" y="1613613"/>
                  </a:lnTo>
                  <a:lnTo>
                    <a:pt x="489492" y="1602287"/>
                  </a:lnTo>
                  <a:lnTo>
                    <a:pt x="457307" y="1589243"/>
                  </a:lnTo>
                  <a:lnTo>
                    <a:pt x="425251" y="1574467"/>
                  </a:lnTo>
                  <a:lnTo>
                    <a:pt x="393409" y="1557953"/>
                  </a:lnTo>
                  <a:lnTo>
                    <a:pt x="361868" y="1539696"/>
                  </a:lnTo>
                  <a:lnTo>
                    <a:pt x="330713" y="1519696"/>
                  </a:lnTo>
                  <a:lnTo>
                    <a:pt x="300031" y="1497958"/>
                  </a:lnTo>
                  <a:lnTo>
                    <a:pt x="269908" y="1474490"/>
                  </a:lnTo>
                  <a:lnTo>
                    <a:pt x="240433" y="1449304"/>
                  </a:lnTo>
                  <a:lnTo>
                    <a:pt x="211691" y="1422416"/>
                  </a:lnTo>
                  <a:lnTo>
                    <a:pt x="183769" y="1393848"/>
                  </a:lnTo>
                  <a:lnTo>
                    <a:pt x="156752" y="1363623"/>
                  </a:lnTo>
                  <a:lnTo>
                    <a:pt x="130726" y="1331770"/>
                  </a:lnTo>
                  <a:lnTo>
                    <a:pt x="105775" y="1298322"/>
                  </a:lnTo>
                  <a:lnTo>
                    <a:pt x="81981" y="1263316"/>
                  </a:lnTo>
                  <a:lnTo>
                    <a:pt x="59428" y="1226792"/>
                  </a:lnTo>
                  <a:lnTo>
                    <a:pt x="38194" y="1188795"/>
                  </a:lnTo>
                  <a:lnTo>
                    <a:pt x="18359" y="1149374"/>
                  </a:lnTo>
                  <a:lnTo>
                    <a:pt x="0" y="1108581"/>
                  </a:lnTo>
                  <a:lnTo>
                    <a:pt x="646" y="1070733"/>
                  </a:lnTo>
                  <a:lnTo>
                    <a:pt x="2584" y="1032929"/>
                  </a:lnTo>
                  <a:lnTo>
                    <a:pt x="5811" y="995213"/>
                  </a:lnTo>
                  <a:lnTo>
                    <a:pt x="10325" y="957629"/>
                  </a:lnTo>
                  <a:lnTo>
                    <a:pt x="16119" y="920221"/>
                  </a:lnTo>
                  <a:lnTo>
                    <a:pt x="23186" y="883033"/>
                  </a:lnTo>
                  <a:lnTo>
                    <a:pt x="31520" y="846108"/>
                  </a:lnTo>
                  <a:lnTo>
                    <a:pt x="41109" y="809489"/>
                  </a:lnTo>
                  <a:lnTo>
                    <a:pt x="51942" y="773219"/>
                  </a:lnTo>
                  <a:lnTo>
                    <a:pt x="64008" y="737340"/>
                  </a:lnTo>
                  <a:lnTo>
                    <a:pt x="77292" y="701893"/>
                  </a:lnTo>
                  <a:lnTo>
                    <a:pt x="91778" y="666921"/>
                  </a:lnTo>
                  <a:lnTo>
                    <a:pt x="107449" y="632464"/>
                  </a:lnTo>
                  <a:lnTo>
                    <a:pt x="124288" y="598561"/>
                  </a:lnTo>
                  <a:lnTo>
                    <a:pt x="142274" y="565254"/>
                  </a:lnTo>
                  <a:lnTo>
                    <a:pt x="161387" y="532580"/>
                  </a:lnTo>
                  <a:lnTo>
                    <a:pt x="181605" y="500577"/>
                  </a:lnTo>
                  <a:lnTo>
                    <a:pt x="202903" y="469284"/>
                  </a:lnTo>
                  <a:lnTo>
                    <a:pt x="225258" y="438736"/>
                  </a:lnTo>
                  <a:lnTo>
                    <a:pt x="248642" y="408969"/>
                  </a:lnTo>
                  <a:lnTo>
                    <a:pt x="273029" y="380017"/>
                  </a:lnTo>
                  <a:lnTo>
                    <a:pt x="298390" y="351915"/>
                  </a:lnTo>
                  <a:lnTo>
                    <a:pt x="324695" y="324695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9434203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325622" y="768808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8586917" y="161609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7541736" y="109350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25622" y="224691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9109507" y="2661275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7803031" y="239998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7217040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357223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357223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357223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357223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57223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73338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248642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3338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225184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4962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496295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95864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16085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223160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98799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232259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30924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681455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9840725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840725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168724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0830811" y="224458"/>
              <a:ext cx="156691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 (n=14)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10228542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614268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614268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1614268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614268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1614268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0732397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67114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732397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60048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505827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367271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1314986" y="1371001"/>
              <a:ext cx="1407864" cy="1242217"/>
            </a:xfrm>
            <a:custGeom>
              <a:avLst/>
              <a:pathLst>
                <a:path w="1407864" h="1242217">
                  <a:moveTo>
                    <a:pt x="1407864" y="537989"/>
                  </a:moveTo>
                  <a:lnTo>
                    <a:pt x="1386908" y="491787"/>
                  </a:lnTo>
                  <a:lnTo>
                    <a:pt x="1364065" y="447363"/>
                  </a:lnTo>
                  <a:lnTo>
                    <a:pt x="1339447" y="404791"/>
                  </a:lnTo>
                  <a:lnTo>
                    <a:pt x="1313169" y="364141"/>
                  </a:lnTo>
                  <a:lnTo>
                    <a:pt x="1285351" y="325475"/>
                  </a:lnTo>
                  <a:lnTo>
                    <a:pt x="1256113" y="288850"/>
                  </a:lnTo>
                  <a:lnTo>
                    <a:pt x="1225579" y="254314"/>
                  </a:lnTo>
                  <a:lnTo>
                    <a:pt x="1193871" y="221911"/>
                  </a:lnTo>
                  <a:lnTo>
                    <a:pt x="1161116" y="191676"/>
                  </a:lnTo>
                  <a:lnTo>
                    <a:pt x="1127440" y="163638"/>
                  </a:lnTo>
                  <a:lnTo>
                    <a:pt x="1092971" y="137820"/>
                  </a:lnTo>
                  <a:lnTo>
                    <a:pt x="1057834" y="114237"/>
                  </a:lnTo>
                  <a:lnTo>
                    <a:pt x="1022157" y="92898"/>
                  </a:lnTo>
                  <a:lnTo>
                    <a:pt x="986066" y="73804"/>
                  </a:lnTo>
                  <a:lnTo>
                    <a:pt x="949688" y="56952"/>
                  </a:lnTo>
                  <a:lnTo>
                    <a:pt x="913145" y="42330"/>
                  </a:lnTo>
                  <a:lnTo>
                    <a:pt x="876561" y="29920"/>
                  </a:lnTo>
                  <a:lnTo>
                    <a:pt x="840057" y="19698"/>
                  </a:lnTo>
                  <a:lnTo>
                    <a:pt x="803752" y="11635"/>
                  </a:lnTo>
                  <a:lnTo>
                    <a:pt x="767762" y="5693"/>
                  </a:lnTo>
                  <a:lnTo>
                    <a:pt x="732200" y="1831"/>
                  </a:lnTo>
                  <a:lnTo>
                    <a:pt x="697177" y="0"/>
                  </a:lnTo>
                  <a:lnTo>
                    <a:pt x="662801" y="146"/>
                  </a:lnTo>
                  <a:lnTo>
                    <a:pt x="629174" y="2211"/>
                  </a:lnTo>
                  <a:lnTo>
                    <a:pt x="596396" y="6131"/>
                  </a:lnTo>
                  <a:lnTo>
                    <a:pt x="564563" y="11836"/>
                  </a:lnTo>
                  <a:lnTo>
                    <a:pt x="533766" y="19253"/>
                  </a:lnTo>
                  <a:lnTo>
                    <a:pt x="504091" y="28302"/>
                  </a:lnTo>
                  <a:lnTo>
                    <a:pt x="475621" y="38903"/>
                  </a:lnTo>
                  <a:lnTo>
                    <a:pt x="448431" y="50967"/>
                  </a:lnTo>
                  <a:lnTo>
                    <a:pt x="422594" y="64406"/>
                  </a:lnTo>
                  <a:lnTo>
                    <a:pt x="398175" y="79125"/>
                  </a:lnTo>
                  <a:lnTo>
                    <a:pt x="375235" y="95029"/>
                  </a:lnTo>
                  <a:lnTo>
                    <a:pt x="353830" y="112017"/>
                  </a:lnTo>
                  <a:lnTo>
                    <a:pt x="334008" y="129988"/>
                  </a:lnTo>
                  <a:lnTo>
                    <a:pt x="315813" y="148839"/>
                  </a:lnTo>
                  <a:lnTo>
                    <a:pt x="299282" y="168462"/>
                  </a:lnTo>
                  <a:lnTo>
                    <a:pt x="318547" y="145839"/>
                  </a:lnTo>
                  <a:lnTo>
                    <a:pt x="340030" y="124273"/>
                  </a:lnTo>
                  <a:lnTo>
                    <a:pt x="363670" y="103925"/>
                  </a:lnTo>
                  <a:lnTo>
                    <a:pt x="389396" y="84956"/>
                  </a:lnTo>
                  <a:lnTo>
                    <a:pt x="417129" y="67520"/>
                  </a:lnTo>
                  <a:lnTo>
                    <a:pt x="446776" y="51768"/>
                  </a:lnTo>
                  <a:lnTo>
                    <a:pt x="478237" y="37845"/>
                  </a:lnTo>
                  <a:lnTo>
                    <a:pt x="511400" y="25891"/>
                  </a:lnTo>
                  <a:lnTo>
                    <a:pt x="546147" y="16038"/>
                  </a:lnTo>
                  <a:lnTo>
                    <a:pt x="582347" y="8412"/>
                  </a:lnTo>
                  <a:lnTo>
                    <a:pt x="619865" y="3129"/>
                  </a:lnTo>
                  <a:lnTo>
                    <a:pt x="658554" y="301"/>
                  </a:lnTo>
                  <a:lnTo>
                    <a:pt x="698263" y="26"/>
                  </a:lnTo>
                  <a:lnTo>
                    <a:pt x="738830" y="2399"/>
                  </a:lnTo>
                  <a:lnTo>
                    <a:pt x="780091" y="7499"/>
                  </a:lnTo>
                  <a:lnTo>
                    <a:pt x="821873" y="15399"/>
                  </a:lnTo>
                  <a:lnTo>
                    <a:pt x="853349" y="68719"/>
                  </a:lnTo>
                  <a:lnTo>
                    <a:pt x="879656" y="123610"/>
                  </a:lnTo>
                  <a:lnTo>
                    <a:pt x="900755" y="179589"/>
                  </a:lnTo>
                  <a:lnTo>
                    <a:pt x="916648" y="236177"/>
                  </a:lnTo>
                  <a:lnTo>
                    <a:pt x="927384" y="292903"/>
                  </a:lnTo>
                  <a:lnTo>
                    <a:pt x="933051" y="349308"/>
                  </a:lnTo>
                  <a:lnTo>
                    <a:pt x="933778" y="404949"/>
                  </a:lnTo>
                  <a:lnTo>
                    <a:pt x="929731" y="459404"/>
                  </a:lnTo>
                  <a:lnTo>
                    <a:pt x="921112" y="512270"/>
                  </a:lnTo>
                  <a:lnTo>
                    <a:pt x="908157" y="563172"/>
                  </a:lnTo>
                  <a:lnTo>
                    <a:pt x="891132" y="611763"/>
                  </a:lnTo>
                  <a:lnTo>
                    <a:pt x="870328" y="657725"/>
                  </a:lnTo>
                  <a:lnTo>
                    <a:pt x="846063" y="700773"/>
                  </a:lnTo>
                  <a:lnTo>
                    <a:pt x="818674" y="740657"/>
                  </a:lnTo>
                  <a:lnTo>
                    <a:pt x="788516" y="777161"/>
                  </a:lnTo>
                  <a:lnTo>
                    <a:pt x="755956" y="810107"/>
                  </a:lnTo>
                  <a:lnTo>
                    <a:pt x="721372" y="839356"/>
                  </a:lnTo>
                  <a:lnTo>
                    <a:pt x="685150" y="864802"/>
                  </a:lnTo>
                  <a:lnTo>
                    <a:pt x="647676" y="886383"/>
                  </a:lnTo>
                  <a:lnTo>
                    <a:pt x="609336" y="904069"/>
                  </a:lnTo>
                  <a:lnTo>
                    <a:pt x="570512" y="917870"/>
                  </a:lnTo>
                  <a:lnTo>
                    <a:pt x="531578" y="927832"/>
                  </a:lnTo>
                  <a:lnTo>
                    <a:pt x="492897" y="934035"/>
                  </a:lnTo>
                  <a:lnTo>
                    <a:pt x="454818" y="936592"/>
                  </a:lnTo>
                  <a:lnTo>
                    <a:pt x="417670" y="935648"/>
                  </a:lnTo>
                  <a:lnTo>
                    <a:pt x="381767" y="931376"/>
                  </a:lnTo>
                  <a:lnTo>
                    <a:pt x="347396" y="923978"/>
                  </a:lnTo>
                  <a:lnTo>
                    <a:pt x="314821" y="913678"/>
                  </a:lnTo>
                  <a:lnTo>
                    <a:pt x="284279" y="900723"/>
                  </a:lnTo>
                  <a:lnTo>
                    <a:pt x="255980" y="885379"/>
                  </a:lnTo>
                  <a:lnTo>
                    <a:pt x="230102" y="867927"/>
                  </a:lnTo>
                  <a:lnTo>
                    <a:pt x="206791" y="848660"/>
                  </a:lnTo>
                  <a:lnTo>
                    <a:pt x="186166" y="827882"/>
                  </a:lnTo>
                  <a:lnTo>
                    <a:pt x="168307" y="805903"/>
                  </a:lnTo>
                  <a:lnTo>
                    <a:pt x="153268" y="783033"/>
                  </a:lnTo>
                  <a:lnTo>
                    <a:pt x="141065" y="759586"/>
                  </a:lnTo>
                  <a:lnTo>
                    <a:pt x="131686" y="735870"/>
                  </a:lnTo>
                  <a:lnTo>
                    <a:pt x="125085" y="712186"/>
                  </a:lnTo>
                  <a:lnTo>
                    <a:pt x="121189" y="688826"/>
                  </a:lnTo>
                  <a:lnTo>
                    <a:pt x="119894" y="666070"/>
                  </a:lnTo>
                  <a:lnTo>
                    <a:pt x="121068" y="644182"/>
                  </a:lnTo>
                  <a:lnTo>
                    <a:pt x="124556" y="623408"/>
                  </a:lnTo>
                  <a:lnTo>
                    <a:pt x="130178" y="603974"/>
                  </a:lnTo>
                  <a:lnTo>
                    <a:pt x="137733" y="586084"/>
                  </a:lnTo>
                  <a:lnTo>
                    <a:pt x="147003" y="569919"/>
                  </a:lnTo>
                  <a:lnTo>
                    <a:pt x="157753" y="555631"/>
                  </a:lnTo>
                  <a:lnTo>
                    <a:pt x="169734" y="543347"/>
                  </a:lnTo>
                  <a:lnTo>
                    <a:pt x="182689" y="533167"/>
                  </a:lnTo>
                  <a:lnTo>
                    <a:pt x="196352" y="525159"/>
                  </a:lnTo>
                  <a:lnTo>
                    <a:pt x="210453" y="519364"/>
                  </a:lnTo>
                  <a:lnTo>
                    <a:pt x="224721" y="515791"/>
                  </a:lnTo>
                  <a:lnTo>
                    <a:pt x="238888" y="514423"/>
                  </a:lnTo>
                  <a:lnTo>
                    <a:pt x="252689" y="515211"/>
                  </a:lnTo>
                  <a:lnTo>
                    <a:pt x="265867" y="518078"/>
                  </a:lnTo>
                  <a:lnTo>
                    <a:pt x="278178" y="522921"/>
                  </a:lnTo>
                  <a:lnTo>
                    <a:pt x="289388" y="529609"/>
                  </a:lnTo>
                  <a:lnTo>
                    <a:pt x="299282" y="537989"/>
                  </a:lnTo>
                  <a:lnTo>
                    <a:pt x="301546" y="560973"/>
                  </a:lnTo>
                  <a:lnTo>
                    <a:pt x="308294" y="583292"/>
                  </a:lnTo>
                  <a:lnTo>
                    <a:pt x="319395" y="604292"/>
                  </a:lnTo>
                  <a:lnTo>
                    <a:pt x="334635" y="623339"/>
                  </a:lnTo>
                  <a:lnTo>
                    <a:pt x="353718" y="639831"/>
                  </a:lnTo>
                  <a:lnTo>
                    <a:pt x="376269" y="653208"/>
                  </a:lnTo>
                  <a:lnTo>
                    <a:pt x="401843" y="662960"/>
                  </a:lnTo>
                  <a:lnTo>
                    <a:pt x="429930" y="668637"/>
                  </a:lnTo>
                  <a:lnTo>
                    <a:pt x="397023" y="672518"/>
                  </a:lnTo>
                  <a:lnTo>
                    <a:pt x="366387" y="669690"/>
                  </a:lnTo>
                  <a:lnTo>
                    <a:pt x="339249" y="660994"/>
                  </a:lnTo>
                  <a:lnTo>
                    <a:pt x="316624" y="647482"/>
                  </a:lnTo>
                  <a:lnTo>
                    <a:pt x="299282" y="630371"/>
                  </a:lnTo>
                  <a:lnTo>
                    <a:pt x="287721" y="610985"/>
                  </a:lnTo>
                  <a:lnTo>
                    <a:pt x="282154" y="590705"/>
                  </a:lnTo>
                  <a:lnTo>
                    <a:pt x="282506" y="570914"/>
                  </a:lnTo>
                  <a:lnTo>
                    <a:pt x="288422" y="552937"/>
                  </a:lnTo>
                  <a:lnTo>
                    <a:pt x="299282" y="537989"/>
                  </a:lnTo>
                  <a:lnTo>
                    <a:pt x="281429" y="552641"/>
                  </a:lnTo>
                  <a:lnTo>
                    <a:pt x="260876" y="563651"/>
                  </a:lnTo>
                  <a:lnTo>
                    <a:pt x="238177" y="570650"/>
                  </a:lnTo>
                  <a:lnTo>
                    <a:pt x="213933" y="573342"/>
                  </a:lnTo>
                  <a:lnTo>
                    <a:pt x="188777" y="571510"/>
                  </a:lnTo>
                  <a:lnTo>
                    <a:pt x="163372" y="565023"/>
                  </a:lnTo>
                  <a:lnTo>
                    <a:pt x="138393" y="553835"/>
                  </a:lnTo>
                  <a:lnTo>
                    <a:pt x="114519" y="537989"/>
                  </a:lnTo>
                  <a:lnTo>
                    <a:pt x="99875" y="548102"/>
                  </a:lnTo>
                  <a:lnTo>
                    <a:pt x="85819" y="559696"/>
                  </a:lnTo>
                  <a:lnTo>
                    <a:pt x="72464" y="572736"/>
                  </a:lnTo>
                  <a:lnTo>
                    <a:pt x="59920" y="587179"/>
                  </a:lnTo>
                  <a:lnTo>
                    <a:pt x="48294" y="602975"/>
                  </a:lnTo>
                  <a:lnTo>
                    <a:pt x="37690" y="620064"/>
                  </a:lnTo>
                  <a:lnTo>
                    <a:pt x="28210" y="638383"/>
                  </a:lnTo>
                  <a:lnTo>
                    <a:pt x="19950" y="657860"/>
                  </a:lnTo>
                  <a:lnTo>
                    <a:pt x="13003" y="678416"/>
                  </a:lnTo>
                  <a:lnTo>
                    <a:pt x="7455" y="699967"/>
                  </a:lnTo>
                  <a:lnTo>
                    <a:pt x="3388" y="722421"/>
                  </a:lnTo>
                  <a:lnTo>
                    <a:pt x="880" y="745683"/>
                  </a:lnTo>
                  <a:lnTo>
                    <a:pt x="0" y="769651"/>
                  </a:lnTo>
                  <a:lnTo>
                    <a:pt x="811" y="794218"/>
                  </a:lnTo>
                  <a:lnTo>
                    <a:pt x="3373" y="819272"/>
                  </a:lnTo>
                  <a:lnTo>
                    <a:pt x="7733" y="844698"/>
                  </a:lnTo>
                  <a:lnTo>
                    <a:pt x="13937" y="870377"/>
                  </a:lnTo>
                  <a:lnTo>
                    <a:pt x="22017" y="896186"/>
                  </a:lnTo>
                  <a:lnTo>
                    <a:pt x="32004" y="921999"/>
                  </a:lnTo>
                  <a:lnTo>
                    <a:pt x="43915" y="947689"/>
                  </a:lnTo>
                  <a:lnTo>
                    <a:pt x="57762" y="973125"/>
                  </a:lnTo>
                  <a:lnTo>
                    <a:pt x="73549" y="998177"/>
                  </a:lnTo>
                  <a:lnTo>
                    <a:pt x="91271" y="1022712"/>
                  </a:lnTo>
                  <a:lnTo>
                    <a:pt x="110914" y="1046598"/>
                  </a:lnTo>
                  <a:lnTo>
                    <a:pt x="132456" y="1069703"/>
                  </a:lnTo>
                  <a:lnTo>
                    <a:pt x="155866" y="1091895"/>
                  </a:lnTo>
                  <a:lnTo>
                    <a:pt x="181106" y="1113043"/>
                  </a:lnTo>
                  <a:lnTo>
                    <a:pt x="208127" y="1133019"/>
                  </a:lnTo>
                  <a:lnTo>
                    <a:pt x="236874" y="1151696"/>
                  </a:lnTo>
                  <a:lnTo>
                    <a:pt x="267284" y="1168950"/>
                  </a:lnTo>
                  <a:lnTo>
                    <a:pt x="299282" y="1184662"/>
                  </a:lnTo>
                  <a:lnTo>
                    <a:pt x="332790" y="1198713"/>
                  </a:lnTo>
                  <a:lnTo>
                    <a:pt x="367720" y="1210991"/>
                  </a:lnTo>
                  <a:lnTo>
                    <a:pt x="403975" y="1221390"/>
                  </a:lnTo>
                  <a:lnTo>
                    <a:pt x="441454" y="1229805"/>
                  </a:lnTo>
                  <a:lnTo>
                    <a:pt x="480046" y="1236141"/>
                  </a:lnTo>
                  <a:lnTo>
                    <a:pt x="519636" y="1240306"/>
                  </a:lnTo>
                  <a:lnTo>
                    <a:pt x="560100" y="1242217"/>
                  </a:lnTo>
                  <a:lnTo>
                    <a:pt x="601309" y="1241796"/>
                  </a:lnTo>
                  <a:lnTo>
                    <a:pt x="643131" y="1238973"/>
                  </a:lnTo>
                  <a:lnTo>
                    <a:pt x="685425" y="1233685"/>
                  </a:lnTo>
                  <a:lnTo>
                    <a:pt x="728048" y="1225879"/>
                  </a:lnTo>
                  <a:lnTo>
                    <a:pt x="770850" y="1215510"/>
                  </a:lnTo>
                  <a:lnTo>
                    <a:pt x="813682" y="1202538"/>
                  </a:lnTo>
                  <a:lnTo>
                    <a:pt x="856386" y="1186937"/>
                  </a:lnTo>
                  <a:lnTo>
                    <a:pt x="898805" y="1168687"/>
                  </a:lnTo>
                  <a:lnTo>
                    <a:pt x="940780" y="1147778"/>
                  </a:lnTo>
                  <a:lnTo>
                    <a:pt x="982147" y="1124210"/>
                  </a:lnTo>
                  <a:lnTo>
                    <a:pt x="1022745" y="1097991"/>
                  </a:lnTo>
                  <a:lnTo>
                    <a:pt x="1062410" y="1069142"/>
                  </a:lnTo>
                  <a:lnTo>
                    <a:pt x="1100978" y="1037690"/>
                  </a:lnTo>
                  <a:lnTo>
                    <a:pt x="1138286" y="1003674"/>
                  </a:lnTo>
                  <a:lnTo>
                    <a:pt x="1174174" y="967144"/>
                  </a:lnTo>
                  <a:lnTo>
                    <a:pt x="1208480" y="928157"/>
                  </a:lnTo>
                  <a:lnTo>
                    <a:pt x="1241047" y="886781"/>
                  </a:lnTo>
                  <a:lnTo>
                    <a:pt x="1271722" y="843094"/>
                  </a:lnTo>
                  <a:lnTo>
                    <a:pt x="1300351" y="797184"/>
                  </a:lnTo>
                  <a:lnTo>
                    <a:pt x="1326790" y="749147"/>
                  </a:lnTo>
                  <a:lnTo>
                    <a:pt x="1350894" y="699090"/>
                  </a:lnTo>
                  <a:lnTo>
                    <a:pt x="1372528" y="647128"/>
                  </a:lnTo>
                  <a:lnTo>
                    <a:pt x="1391560" y="593383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1429505" y="1371028"/>
              <a:ext cx="1293344" cy="789945"/>
            </a:xfrm>
            <a:custGeom>
              <a:avLst/>
              <a:pathLst>
                <a:path w="1293344" h="789945">
                  <a:moveTo>
                    <a:pt x="184763" y="168435"/>
                  </a:moveTo>
                  <a:lnTo>
                    <a:pt x="204028" y="145812"/>
                  </a:lnTo>
                  <a:lnTo>
                    <a:pt x="225511" y="124246"/>
                  </a:lnTo>
                  <a:lnTo>
                    <a:pt x="249150" y="103898"/>
                  </a:lnTo>
                  <a:lnTo>
                    <a:pt x="274877" y="84929"/>
                  </a:lnTo>
                  <a:lnTo>
                    <a:pt x="302610" y="67493"/>
                  </a:lnTo>
                  <a:lnTo>
                    <a:pt x="332257" y="51741"/>
                  </a:lnTo>
                  <a:lnTo>
                    <a:pt x="363717" y="37818"/>
                  </a:lnTo>
                  <a:lnTo>
                    <a:pt x="396881" y="25864"/>
                  </a:lnTo>
                  <a:lnTo>
                    <a:pt x="431627" y="16011"/>
                  </a:lnTo>
                  <a:lnTo>
                    <a:pt x="467828" y="8385"/>
                  </a:lnTo>
                  <a:lnTo>
                    <a:pt x="505346" y="3102"/>
                  </a:lnTo>
                  <a:lnTo>
                    <a:pt x="544035" y="274"/>
                  </a:lnTo>
                  <a:lnTo>
                    <a:pt x="583743" y="0"/>
                  </a:lnTo>
                  <a:lnTo>
                    <a:pt x="624311" y="2372"/>
                  </a:lnTo>
                  <a:lnTo>
                    <a:pt x="665572" y="7472"/>
                  </a:lnTo>
                  <a:lnTo>
                    <a:pt x="707353" y="15372"/>
                  </a:lnTo>
                  <a:lnTo>
                    <a:pt x="739427" y="23309"/>
                  </a:lnTo>
                  <a:lnTo>
                    <a:pt x="771621" y="32930"/>
                  </a:lnTo>
                  <a:lnTo>
                    <a:pt x="803852" y="44256"/>
                  </a:lnTo>
                  <a:lnTo>
                    <a:pt x="836037" y="57300"/>
                  </a:lnTo>
                  <a:lnTo>
                    <a:pt x="868093" y="72076"/>
                  </a:lnTo>
                  <a:lnTo>
                    <a:pt x="899935" y="88590"/>
                  </a:lnTo>
                  <a:lnTo>
                    <a:pt x="931476" y="106847"/>
                  </a:lnTo>
                  <a:lnTo>
                    <a:pt x="962631" y="126847"/>
                  </a:lnTo>
                  <a:lnTo>
                    <a:pt x="993313" y="148585"/>
                  </a:lnTo>
                  <a:lnTo>
                    <a:pt x="1023435" y="172053"/>
                  </a:lnTo>
                  <a:lnTo>
                    <a:pt x="1052911" y="197239"/>
                  </a:lnTo>
                  <a:lnTo>
                    <a:pt x="1081653" y="224127"/>
                  </a:lnTo>
                  <a:lnTo>
                    <a:pt x="1109575" y="252695"/>
                  </a:lnTo>
                  <a:lnTo>
                    <a:pt x="1136592" y="282920"/>
                  </a:lnTo>
                  <a:lnTo>
                    <a:pt x="1162618" y="314773"/>
                  </a:lnTo>
                  <a:lnTo>
                    <a:pt x="1187569" y="348221"/>
                  </a:lnTo>
                  <a:lnTo>
                    <a:pt x="1211363" y="383227"/>
                  </a:lnTo>
                  <a:lnTo>
                    <a:pt x="1233916" y="419751"/>
                  </a:lnTo>
                  <a:lnTo>
                    <a:pt x="1255150" y="457748"/>
                  </a:lnTo>
                  <a:lnTo>
                    <a:pt x="1274985" y="497169"/>
                  </a:lnTo>
                  <a:lnTo>
                    <a:pt x="1293344" y="537962"/>
                  </a:lnTo>
                  <a:lnTo>
                    <a:pt x="1257323" y="570371"/>
                  </a:lnTo>
                  <a:lnTo>
                    <a:pt x="1220389" y="600606"/>
                  </a:lnTo>
                  <a:lnTo>
                    <a:pt x="1182638" y="628641"/>
                  </a:lnTo>
                  <a:lnTo>
                    <a:pt x="1144172" y="654455"/>
                  </a:lnTo>
                  <a:lnTo>
                    <a:pt x="1105089" y="678033"/>
                  </a:lnTo>
                  <a:lnTo>
                    <a:pt x="1065489" y="699361"/>
                  </a:lnTo>
                  <a:lnTo>
                    <a:pt x="1025473" y="718431"/>
                  </a:lnTo>
                  <a:lnTo>
                    <a:pt x="985139" y="735237"/>
                  </a:lnTo>
                  <a:lnTo>
                    <a:pt x="944589" y="749780"/>
                  </a:lnTo>
                  <a:lnTo>
                    <a:pt x="903923" y="762061"/>
                  </a:lnTo>
                  <a:lnTo>
                    <a:pt x="863238" y="772089"/>
                  </a:lnTo>
                  <a:lnTo>
                    <a:pt x="822635" y="779875"/>
                  </a:lnTo>
                  <a:lnTo>
                    <a:pt x="782211" y="785433"/>
                  </a:lnTo>
                  <a:lnTo>
                    <a:pt x="742062" y="788782"/>
                  </a:lnTo>
                  <a:lnTo>
                    <a:pt x="702287" y="789945"/>
                  </a:lnTo>
                  <a:lnTo>
                    <a:pt x="662978" y="788949"/>
                  </a:lnTo>
                  <a:lnTo>
                    <a:pt x="624231" y="785823"/>
                  </a:lnTo>
                  <a:lnTo>
                    <a:pt x="586137" y="780601"/>
                  </a:lnTo>
                  <a:lnTo>
                    <a:pt x="548788" y="773322"/>
                  </a:lnTo>
                  <a:lnTo>
                    <a:pt x="512271" y="764025"/>
                  </a:lnTo>
                  <a:lnTo>
                    <a:pt x="476675" y="752755"/>
                  </a:lnTo>
                  <a:lnTo>
                    <a:pt x="442085" y="739561"/>
                  </a:lnTo>
                  <a:lnTo>
                    <a:pt x="408584" y="724493"/>
                  </a:lnTo>
                  <a:lnTo>
                    <a:pt x="376252" y="707606"/>
                  </a:lnTo>
                  <a:lnTo>
                    <a:pt x="345169" y="688958"/>
                  </a:lnTo>
                  <a:lnTo>
                    <a:pt x="315411" y="668610"/>
                  </a:lnTo>
                  <a:lnTo>
                    <a:pt x="287324" y="662933"/>
                  </a:lnTo>
                  <a:lnTo>
                    <a:pt x="261750" y="653181"/>
                  </a:lnTo>
                  <a:lnTo>
                    <a:pt x="239199" y="639804"/>
                  </a:lnTo>
                  <a:lnTo>
                    <a:pt x="220116" y="623312"/>
                  </a:lnTo>
                  <a:lnTo>
                    <a:pt x="204876" y="604265"/>
                  </a:lnTo>
                  <a:lnTo>
                    <a:pt x="193774" y="583265"/>
                  </a:lnTo>
                  <a:lnTo>
                    <a:pt x="187027" y="560946"/>
                  </a:lnTo>
                  <a:lnTo>
                    <a:pt x="184763" y="537962"/>
                  </a:lnTo>
                  <a:lnTo>
                    <a:pt x="184763" y="537962"/>
                  </a:lnTo>
                  <a:lnTo>
                    <a:pt x="166910" y="552614"/>
                  </a:lnTo>
                  <a:lnTo>
                    <a:pt x="146357" y="563624"/>
                  </a:lnTo>
                  <a:lnTo>
                    <a:pt x="123658" y="570623"/>
                  </a:lnTo>
                  <a:lnTo>
                    <a:pt x="99413" y="573315"/>
                  </a:lnTo>
                  <a:lnTo>
                    <a:pt x="74258" y="571483"/>
                  </a:lnTo>
                  <a:lnTo>
                    <a:pt x="48853" y="564996"/>
                  </a:lnTo>
                  <a:lnTo>
                    <a:pt x="23873" y="553808"/>
                  </a:lnTo>
                  <a:lnTo>
                    <a:pt x="0" y="537962"/>
                  </a:lnTo>
                  <a:lnTo>
                    <a:pt x="23873" y="522116"/>
                  </a:lnTo>
                  <a:lnTo>
                    <a:pt x="48853" y="510928"/>
                  </a:lnTo>
                  <a:lnTo>
                    <a:pt x="74258" y="504441"/>
                  </a:lnTo>
                  <a:lnTo>
                    <a:pt x="99413" y="502609"/>
                  </a:lnTo>
                  <a:lnTo>
                    <a:pt x="123658" y="505301"/>
                  </a:lnTo>
                  <a:lnTo>
                    <a:pt x="146357" y="512300"/>
                  </a:lnTo>
                  <a:lnTo>
                    <a:pt x="166910" y="523311"/>
                  </a:lnTo>
                  <a:lnTo>
                    <a:pt x="184763" y="537962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2691249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1582667" y="1507863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2105257" y="13547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1713315" y="200803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397904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614268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614268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614268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614268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1614268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830383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505687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30383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11482229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2262007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2753340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252909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3131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480206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45042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489304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987969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938500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88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125419" y="3572944"/>
              <a:ext cx="143542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 (n=13)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457405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843132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843132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843132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843132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843132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1261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5978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61261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288911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34690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96135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734551" y="4993655"/>
              <a:ext cx="1892466" cy="1372402"/>
            </a:xfrm>
            <a:custGeom>
              <a:avLst/>
              <a:pathLst>
                <a:path w="1892466" h="1372402">
                  <a:moveTo>
                    <a:pt x="1847635" y="263821"/>
                  </a:moveTo>
                  <a:lnTo>
                    <a:pt x="1820119" y="223862"/>
                  </a:lnTo>
                  <a:lnTo>
                    <a:pt x="1790530" y="186983"/>
                  </a:lnTo>
                  <a:lnTo>
                    <a:pt x="1759127" y="153288"/>
                  </a:lnTo>
                  <a:lnTo>
                    <a:pt x="1726173" y="122859"/>
                  </a:lnTo>
                  <a:lnTo>
                    <a:pt x="1691935" y="95759"/>
                  </a:lnTo>
                  <a:lnTo>
                    <a:pt x="1656680" y="72032"/>
                  </a:lnTo>
                  <a:lnTo>
                    <a:pt x="1620679" y="51703"/>
                  </a:lnTo>
                  <a:lnTo>
                    <a:pt x="1584199" y="34775"/>
                  </a:lnTo>
                  <a:lnTo>
                    <a:pt x="1547506" y="21235"/>
                  </a:lnTo>
                  <a:lnTo>
                    <a:pt x="1510865" y="11049"/>
                  </a:lnTo>
                  <a:lnTo>
                    <a:pt x="1474532" y="4164"/>
                  </a:lnTo>
                  <a:lnTo>
                    <a:pt x="1438761" y="511"/>
                  </a:lnTo>
                  <a:lnTo>
                    <a:pt x="1403797" y="0"/>
                  </a:lnTo>
                  <a:lnTo>
                    <a:pt x="1369876" y="2526"/>
                  </a:lnTo>
                  <a:lnTo>
                    <a:pt x="1337226" y="7967"/>
                  </a:lnTo>
                  <a:lnTo>
                    <a:pt x="1306064" y="16185"/>
                  </a:lnTo>
                  <a:lnTo>
                    <a:pt x="1276594" y="27029"/>
                  </a:lnTo>
                  <a:lnTo>
                    <a:pt x="1249010" y="40330"/>
                  </a:lnTo>
                  <a:lnTo>
                    <a:pt x="1223490" y="55909"/>
                  </a:lnTo>
                  <a:lnTo>
                    <a:pt x="1200199" y="73574"/>
                  </a:lnTo>
                  <a:lnTo>
                    <a:pt x="1179287" y="93121"/>
                  </a:lnTo>
                  <a:lnTo>
                    <a:pt x="1160887" y="114339"/>
                  </a:lnTo>
                  <a:lnTo>
                    <a:pt x="1145116" y="137005"/>
                  </a:lnTo>
                  <a:lnTo>
                    <a:pt x="1132074" y="160889"/>
                  </a:lnTo>
                  <a:lnTo>
                    <a:pt x="1121845" y="185755"/>
                  </a:lnTo>
                  <a:lnTo>
                    <a:pt x="1114491" y="211363"/>
                  </a:lnTo>
                  <a:lnTo>
                    <a:pt x="1110061" y="237467"/>
                  </a:lnTo>
                  <a:lnTo>
                    <a:pt x="1108581" y="263821"/>
                  </a:lnTo>
                  <a:lnTo>
                    <a:pt x="1110061" y="237467"/>
                  </a:lnTo>
                  <a:lnTo>
                    <a:pt x="1114491" y="211363"/>
                  </a:lnTo>
                  <a:lnTo>
                    <a:pt x="1121845" y="185755"/>
                  </a:lnTo>
                  <a:lnTo>
                    <a:pt x="1132074" y="160889"/>
                  </a:lnTo>
                  <a:lnTo>
                    <a:pt x="1145116" y="137005"/>
                  </a:lnTo>
                  <a:lnTo>
                    <a:pt x="1160887" y="114339"/>
                  </a:lnTo>
                  <a:lnTo>
                    <a:pt x="1179287" y="93121"/>
                  </a:lnTo>
                  <a:lnTo>
                    <a:pt x="1200199" y="73574"/>
                  </a:lnTo>
                  <a:lnTo>
                    <a:pt x="1223490" y="55909"/>
                  </a:lnTo>
                  <a:lnTo>
                    <a:pt x="1249010" y="40330"/>
                  </a:lnTo>
                  <a:lnTo>
                    <a:pt x="1276594" y="27029"/>
                  </a:lnTo>
                  <a:lnTo>
                    <a:pt x="1306064" y="16185"/>
                  </a:lnTo>
                  <a:lnTo>
                    <a:pt x="1337226" y="7967"/>
                  </a:lnTo>
                  <a:lnTo>
                    <a:pt x="1369876" y="2526"/>
                  </a:lnTo>
                  <a:lnTo>
                    <a:pt x="1394797" y="47681"/>
                  </a:lnTo>
                  <a:lnTo>
                    <a:pt x="1412418" y="94584"/>
                  </a:lnTo>
                  <a:lnTo>
                    <a:pt x="1422751" y="142111"/>
                  </a:lnTo>
                  <a:lnTo>
                    <a:pt x="1425974" y="189171"/>
                  </a:lnTo>
                  <a:lnTo>
                    <a:pt x="1422421" y="234739"/>
                  </a:lnTo>
                  <a:lnTo>
                    <a:pt x="1412573" y="277875"/>
                  </a:lnTo>
                  <a:lnTo>
                    <a:pt x="1397032" y="317742"/>
                  </a:lnTo>
                  <a:lnTo>
                    <a:pt x="1376512" y="353622"/>
                  </a:lnTo>
                  <a:lnTo>
                    <a:pt x="1351807" y="384933"/>
                  </a:lnTo>
                  <a:lnTo>
                    <a:pt x="1323775" y="411232"/>
                  </a:lnTo>
                  <a:lnTo>
                    <a:pt x="1293314" y="432227"/>
                  </a:lnTo>
                  <a:lnTo>
                    <a:pt x="1261333" y="447773"/>
                  </a:lnTo>
                  <a:lnTo>
                    <a:pt x="1228732" y="457872"/>
                  </a:lnTo>
                  <a:lnTo>
                    <a:pt x="1196381" y="462668"/>
                  </a:lnTo>
                  <a:lnTo>
                    <a:pt x="1165092" y="462438"/>
                  </a:lnTo>
                  <a:lnTo>
                    <a:pt x="1135609" y="457577"/>
                  </a:lnTo>
                  <a:lnTo>
                    <a:pt x="1108581" y="448584"/>
                  </a:lnTo>
                  <a:lnTo>
                    <a:pt x="1084556" y="436048"/>
                  </a:lnTo>
                  <a:lnTo>
                    <a:pt x="1063967" y="420624"/>
                  </a:lnTo>
                  <a:lnTo>
                    <a:pt x="1047121" y="403014"/>
                  </a:lnTo>
                  <a:lnTo>
                    <a:pt x="1034201" y="383948"/>
                  </a:lnTo>
                  <a:lnTo>
                    <a:pt x="1025262" y="364158"/>
                  </a:lnTo>
                  <a:lnTo>
                    <a:pt x="1020230" y="344363"/>
                  </a:lnTo>
                  <a:lnTo>
                    <a:pt x="1018916" y="325242"/>
                  </a:lnTo>
                  <a:lnTo>
                    <a:pt x="1021020" y="307421"/>
                  </a:lnTo>
                  <a:lnTo>
                    <a:pt x="1026141" y="291452"/>
                  </a:lnTo>
                  <a:lnTo>
                    <a:pt x="1033797" y="277800"/>
                  </a:lnTo>
                  <a:lnTo>
                    <a:pt x="1043440" y="266832"/>
                  </a:lnTo>
                  <a:lnTo>
                    <a:pt x="1054470" y="258807"/>
                  </a:lnTo>
                  <a:lnTo>
                    <a:pt x="1066262" y="253867"/>
                  </a:lnTo>
                  <a:lnTo>
                    <a:pt x="1078177" y="252042"/>
                  </a:lnTo>
                  <a:lnTo>
                    <a:pt x="1089591" y="253243"/>
                  </a:lnTo>
                  <a:lnTo>
                    <a:pt x="1099908" y="257271"/>
                  </a:lnTo>
                  <a:lnTo>
                    <a:pt x="1108581" y="263821"/>
                  </a:lnTo>
                  <a:lnTo>
                    <a:pt x="1094071" y="252382"/>
                  </a:lnTo>
                  <a:lnTo>
                    <a:pt x="1077074" y="244513"/>
                  </a:lnTo>
                  <a:lnTo>
                    <a:pt x="1058243" y="240615"/>
                  </a:lnTo>
                  <a:lnTo>
                    <a:pt x="1038293" y="240983"/>
                  </a:lnTo>
                  <a:lnTo>
                    <a:pt x="1017974" y="245798"/>
                  </a:lnTo>
                  <a:lnTo>
                    <a:pt x="998064" y="255123"/>
                  </a:lnTo>
                  <a:lnTo>
                    <a:pt x="979346" y="268898"/>
                  </a:lnTo>
                  <a:lnTo>
                    <a:pt x="962590" y="286943"/>
                  </a:lnTo>
                  <a:lnTo>
                    <a:pt x="948537" y="308958"/>
                  </a:lnTo>
                  <a:lnTo>
                    <a:pt x="937882" y="334527"/>
                  </a:lnTo>
                  <a:lnTo>
                    <a:pt x="931255" y="363128"/>
                  </a:lnTo>
                  <a:lnTo>
                    <a:pt x="929209" y="394142"/>
                  </a:lnTo>
                  <a:lnTo>
                    <a:pt x="932202" y="426864"/>
                  </a:lnTo>
                  <a:lnTo>
                    <a:pt x="940589" y="460514"/>
                  </a:lnTo>
                  <a:lnTo>
                    <a:pt x="954607" y="494259"/>
                  </a:lnTo>
                  <a:lnTo>
                    <a:pt x="974371" y="527222"/>
                  </a:lnTo>
                  <a:lnTo>
                    <a:pt x="999866" y="558505"/>
                  </a:lnTo>
                  <a:lnTo>
                    <a:pt x="1030943" y="587206"/>
                  </a:lnTo>
                  <a:lnTo>
                    <a:pt x="1067319" y="612438"/>
                  </a:lnTo>
                  <a:lnTo>
                    <a:pt x="1108581" y="633348"/>
                  </a:lnTo>
                  <a:lnTo>
                    <a:pt x="1122294" y="665246"/>
                  </a:lnTo>
                  <a:lnTo>
                    <a:pt x="1138184" y="696602"/>
                  </a:lnTo>
                  <a:lnTo>
                    <a:pt x="1156228" y="727304"/>
                  </a:lnTo>
                  <a:lnTo>
                    <a:pt x="1176400" y="757240"/>
                  </a:lnTo>
                  <a:lnTo>
                    <a:pt x="1198666" y="786303"/>
                  </a:lnTo>
                  <a:lnTo>
                    <a:pt x="1222989" y="814383"/>
                  </a:lnTo>
                  <a:lnTo>
                    <a:pt x="1249327" y="841375"/>
                  </a:lnTo>
                  <a:lnTo>
                    <a:pt x="1277633" y="867175"/>
                  </a:lnTo>
                  <a:lnTo>
                    <a:pt x="1307854" y="891678"/>
                  </a:lnTo>
                  <a:lnTo>
                    <a:pt x="1339934" y="914786"/>
                  </a:lnTo>
                  <a:lnTo>
                    <a:pt x="1373812" y="936401"/>
                  </a:lnTo>
                  <a:lnTo>
                    <a:pt x="1409422" y="956426"/>
                  </a:lnTo>
                  <a:lnTo>
                    <a:pt x="1446693" y="974769"/>
                  </a:lnTo>
                  <a:lnTo>
                    <a:pt x="1485552" y="991342"/>
                  </a:lnTo>
                  <a:lnTo>
                    <a:pt x="1525919" y="1006056"/>
                  </a:lnTo>
                  <a:lnTo>
                    <a:pt x="1567712" y="1018830"/>
                  </a:lnTo>
                  <a:lnTo>
                    <a:pt x="1610845" y="1029583"/>
                  </a:lnTo>
                  <a:lnTo>
                    <a:pt x="1655226" y="1038241"/>
                  </a:lnTo>
                  <a:lnTo>
                    <a:pt x="1700763" y="1044730"/>
                  </a:lnTo>
                  <a:lnTo>
                    <a:pt x="1747357" y="1048982"/>
                  </a:lnTo>
                  <a:lnTo>
                    <a:pt x="1794909" y="1050935"/>
                  </a:lnTo>
                  <a:lnTo>
                    <a:pt x="1843314" y="1050528"/>
                  </a:lnTo>
                  <a:lnTo>
                    <a:pt x="1892466" y="1047706"/>
                  </a:lnTo>
                  <a:lnTo>
                    <a:pt x="1865247" y="1074012"/>
                  </a:lnTo>
                  <a:lnTo>
                    <a:pt x="1837145" y="1099373"/>
                  </a:lnTo>
                  <a:lnTo>
                    <a:pt x="1808193" y="1123760"/>
                  </a:lnTo>
                  <a:lnTo>
                    <a:pt x="1778426" y="1147144"/>
                  </a:lnTo>
                  <a:lnTo>
                    <a:pt x="1747878" y="1169498"/>
                  </a:lnTo>
                  <a:lnTo>
                    <a:pt x="1716584" y="1190797"/>
                  </a:lnTo>
                  <a:lnTo>
                    <a:pt x="1684582" y="1211014"/>
                  </a:lnTo>
                  <a:lnTo>
                    <a:pt x="1651908" y="1230127"/>
                  </a:lnTo>
                  <a:lnTo>
                    <a:pt x="1618600" y="1248114"/>
                  </a:lnTo>
                  <a:lnTo>
                    <a:pt x="1584698" y="1264953"/>
                  </a:lnTo>
                  <a:lnTo>
                    <a:pt x="1550241" y="1280624"/>
                  </a:lnTo>
                  <a:lnTo>
                    <a:pt x="1515269" y="1295110"/>
                  </a:lnTo>
                  <a:lnTo>
                    <a:pt x="1479822" y="1308394"/>
                  </a:lnTo>
                  <a:lnTo>
                    <a:pt x="1443943" y="1320459"/>
                  </a:lnTo>
                  <a:lnTo>
                    <a:pt x="1407673" y="1331293"/>
                  </a:lnTo>
                  <a:lnTo>
                    <a:pt x="1371054" y="1340882"/>
                  </a:lnTo>
                  <a:lnTo>
                    <a:pt x="1334128" y="1349215"/>
                  </a:lnTo>
                  <a:lnTo>
                    <a:pt x="1296940" y="1356283"/>
                  </a:lnTo>
                  <a:lnTo>
                    <a:pt x="1259533" y="1362077"/>
                  </a:lnTo>
                  <a:lnTo>
                    <a:pt x="1221949" y="1366590"/>
                  </a:lnTo>
                  <a:lnTo>
                    <a:pt x="1184233" y="1369818"/>
                  </a:lnTo>
                  <a:lnTo>
                    <a:pt x="1146429" y="1371756"/>
                  </a:lnTo>
                  <a:lnTo>
                    <a:pt x="1108581" y="1372402"/>
                  </a:lnTo>
                  <a:lnTo>
                    <a:pt x="1070733" y="1371756"/>
                  </a:lnTo>
                  <a:lnTo>
                    <a:pt x="1032929" y="1369818"/>
                  </a:lnTo>
                  <a:lnTo>
                    <a:pt x="995213" y="1366590"/>
                  </a:lnTo>
                  <a:lnTo>
                    <a:pt x="957629" y="1362077"/>
                  </a:lnTo>
                  <a:lnTo>
                    <a:pt x="920221" y="1356283"/>
                  </a:lnTo>
                  <a:lnTo>
                    <a:pt x="883033" y="1349215"/>
                  </a:lnTo>
                  <a:lnTo>
                    <a:pt x="846108" y="1340882"/>
                  </a:lnTo>
                  <a:lnTo>
                    <a:pt x="809489" y="1331293"/>
                  </a:lnTo>
                  <a:lnTo>
                    <a:pt x="773219" y="1320459"/>
                  </a:lnTo>
                  <a:lnTo>
                    <a:pt x="737340" y="1308394"/>
                  </a:lnTo>
                  <a:lnTo>
                    <a:pt x="701893" y="1295110"/>
                  </a:lnTo>
                  <a:lnTo>
                    <a:pt x="666921" y="1280624"/>
                  </a:lnTo>
                  <a:lnTo>
                    <a:pt x="632464" y="1264953"/>
                  </a:lnTo>
                  <a:lnTo>
                    <a:pt x="598561" y="1248114"/>
                  </a:lnTo>
                  <a:lnTo>
                    <a:pt x="565254" y="1230127"/>
                  </a:lnTo>
                  <a:lnTo>
                    <a:pt x="532580" y="1211014"/>
                  </a:lnTo>
                  <a:lnTo>
                    <a:pt x="500577" y="1190797"/>
                  </a:lnTo>
                  <a:lnTo>
                    <a:pt x="469284" y="1169498"/>
                  </a:lnTo>
                  <a:lnTo>
                    <a:pt x="438736" y="1147144"/>
                  </a:lnTo>
                  <a:lnTo>
                    <a:pt x="408969" y="1123760"/>
                  </a:lnTo>
                  <a:lnTo>
                    <a:pt x="380017" y="1099373"/>
                  </a:lnTo>
                  <a:lnTo>
                    <a:pt x="351915" y="1074012"/>
                  </a:lnTo>
                  <a:lnTo>
                    <a:pt x="324695" y="1047706"/>
                  </a:lnTo>
                  <a:lnTo>
                    <a:pt x="298390" y="1020486"/>
                  </a:lnTo>
                  <a:lnTo>
                    <a:pt x="273029" y="992384"/>
                  </a:lnTo>
                  <a:lnTo>
                    <a:pt x="248642" y="963433"/>
                  </a:lnTo>
                  <a:lnTo>
                    <a:pt x="225258" y="933666"/>
                  </a:lnTo>
                  <a:lnTo>
                    <a:pt x="202903" y="903118"/>
                  </a:lnTo>
                  <a:lnTo>
                    <a:pt x="181605" y="871824"/>
                  </a:lnTo>
                  <a:lnTo>
                    <a:pt x="161387" y="839822"/>
                  </a:lnTo>
                  <a:lnTo>
                    <a:pt x="142274" y="807148"/>
                  </a:lnTo>
                  <a:lnTo>
                    <a:pt x="124288" y="773840"/>
                  </a:lnTo>
                  <a:lnTo>
                    <a:pt x="107449" y="739938"/>
                  </a:lnTo>
                  <a:lnTo>
                    <a:pt x="91778" y="705481"/>
                  </a:lnTo>
                  <a:lnTo>
                    <a:pt x="77292" y="670508"/>
                  </a:lnTo>
                  <a:lnTo>
                    <a:pt x="64008" y="635062"/>
                  </a:lnTo>
                  <a:lnTo>
                    <a:pt x="51942" y="599183"/>
                  </a:lnTo>
                  <a:lnTo>
                    <a:pt x="41109" y="562912"/>
                  </a:lnTo>
                  <a:lnTo>
                    <a:pt x="31520" y="526293"/>
                  </a:lnTo>
                  <a:lnTo>
                    <a:pt x="23186" y="489368"/>
                  </a:lnTo>
                  <a:lnTo>
                    <a:pt x="16119" y="452180"/>
                  </a:lnTo>
                  <a:lnTo>
                    <a:pt x="10325" y="414773"/>
                  </a:lnTo>
                  <a:lnTo>
                    <a:pt x="5811" y="377189"/>
                  </a:lnTo>
                  <a:lnTo>
                    <a:pt x="2584" y="339473"/>
                  </a:lnTo>
                  <a:lnTo>
                    <a:pt x="646" y="301669"/>
                  </a:lnTo>
                  <a:lnTo>
                    <a:pt x="0" y="263821"/>
                  </a:lnTo>
                  <a:lnTo>
                    <a:pt x="5392" y="306629"/>
                  </a:lnTo>
                  <a:lnTo>
                    <a:pt x="12430" y="349020"/>
                  </a:lnTo>
                  <a:lnTo>
                    <a:pt x="21089" y="390930"/>
                  </a:lnTo>
                  <a:lnTo>
                    <a:pt x="31343" y="432298"/>
                  </a:lnTo>
                  <a:lnTo>
                    <a:pt x="43162" y="473062"/>
                  </a:lnTo>
                  <a:lnTo>
                    <a:pt x="56516" y="513165"/>
                  </a:lnTo>
                  <a:lnTo>
                    <a:pt x="71371" y="552548"/>
                  </a:lnTo>
                  <a:lnTo>
                    <a:pt x="87690" y="591156"/>
                  </a:lnTo>
                  <a:lnTo>
                    <a:pt x="105438" y="628935"/>
                  </a:lnTo>
                  <a:lnTo>
                    <a:pt x="124573" y="665832"/>
                  </a:lnTo>
                  <a:lnTo>
                    <a:pt x="145054" y="701797"/>
                  </a:lnTo>
                  <a:lnTo>
                    <a:pt x="166838" y="736782"/>
                  </a:lnTo>
                  <a:lnTo>
                    <a:pt x="189880" y="770738"/>
                  </a:lnTo>
                  <a:lnTo>
                    <a:pt x="214133" y="803623"/>
                  </a:lnTo>
                  <a:lnTo>
                    <a:pt x="239548" y="835393"/>
                  </a:lnTo>
                  <a:lnTo>
                    <a:pt x="266076" y="866007"/>
                  </a:lnTo>
                  <a:lnTo>
                    <a:pt x="293665" y="895428"/>
                  </a:lnTo>
                  <a:lnTo>
                    <a:pt x="322264" y="923619"/>
                  </a:lnTo>
                  <a:lnTo>
                    <a:pt x="351817" y="950547"/>
                  </a:lnTo>
                  <a:lnTo>
                    <a:pt x="382272" y="976180"/>
                  </a:lnTo>
                  <a:lnTo>
                    <a:pt x="413570" y="1000489"/>
                  </a:lnTo>
                  <a:lnTo>
                    <a:pt x="445657" y="1023447"/>
                  </a:lnTo>
                  <a:lnTo>
                    <a:pt x="478475" y="1045030"/>
                  </a:lnTo>
                  <a:lnTo>
                    <a:pt x="511965" y="1065215"/>
                  </a:lnTo>
                  <a:lnTo>
                    <a:pt x="546068" y="1083985"/>
                  </a:lnTo>
                  <a:lnTo>
                    <a:pt x="580726" y="1101320"/>
                  </a:lnTo>
                  <a:lnTo>
                    <a:pt x="615878" y="1117207"/>
                  </a:lnTo>
                  <a:lnTo>
                    <a:pt x="651465" y="1131634"/>
                  </a:lnTo>
                  <a:lnTo>
                    <a:pt x="687427" y="1144590"/>
                  </a:lnTo>
                  <a:lnTo>
                    <a:pt x="723702" y="1156069"/>
                  </a:lnTo>
                  <a:lnTo>
                    <a:pt x="760232" y="1166066"/>
                  </a:lnTo>
                  <a:lnTo>
                    <a:pt x="796956" y="1174579"/>
                  </a:lnTo>
                  <a:lnTo>
                    <a:pt x="833814" y="1181607"/>
                  </a:lnTo>
                  <a:lnTo>
                    <a:pt x="870746" y="1187153"/>
                  </a:lnTo>
                  <a:lnTo>
                    <a:pt x="907693" y="1191222"/>
                  </a:lnTo>
                  <a:lnTo>
                    <a:pt x="944597" y="1193821"/>
                  </a:lnTo>
                  <a:lnTo>
                    <a:pt x="981399" y="1194960"/>
                  </a:lnTo>
                  <a:lnTo>
                    <a:pt x="1018041" y="1194651"/>
                  </a:lnTo>
                  <a:lnTo>
                    <a:pt x="1054468" y="1192907"/>
                  </a:lnTo>
                  <a:lnTo>
                    <a:pt x="1090623" y="1189745"/>
                  </a:lnTo>
                  <a:lnTo>
                    <a:pt x="1126451" y="1185184"/>
                  </a:lnTo>
                  <a:lnTo>
                    <a:pt x="1161898" y="1179244"/>
                  </a:lnTo>
                  <a:lnTo>
                    <a:pt x="1196912" y="1171948"/>
                  </a:lnTo>
                  <a:lnTo>
                    <a:pt x="1231441" y="1163319"/>
                  </a:lnTo>
                  <a:lnTo>
                    <a:pt x="1265435" y="1153386"/>
                  </a:lnTo>
                  <a:lnTo>
                    <a:pt x="1298845" y="1142177"/>
                  </a:lnTo>
                  <a:lnTo>
                    <a:pt x="1331622" y="1129721"/>
                  </a:lnTo>
                  <a:lnTo>
                    <a:pt x="1363722" y="1116050"/>
                  </a:lnTo>
                  <a:lnTo>
                    <a:pt x="1395098" y="1101200"/>
                  </a:lnTo>
                  <a:lnTo>
                    <a:pt x="1425710" y="1085204"/>
                  </a:lnTo>
                  <a:lnTo>
                    <a:pt x="1455514" y="1068101"/>
                  </a:lnTo>
                  <a:lnTo>
                    <a:pt x="1484471" y="1049928"/>
                  </a:lnTo>
                  <a:lnTo>
                    <a:pt x="1512544" y="1030725"/>
                  </a:lnTo>
                  <a:lnTo>
                    <a:pt x="1539696" y="1010534"/>
                  </a:lnTo>
                  <a:lnTo>
                    <a:pt x="1565893" y="989396"/>
                  </a:lnTo>
                  <a:lnTo>
                    <a:pt x="1591103" y="967356"/>
                  </a:lnTo>
                  <a:lnTo>
                    <a:pt x="1615296" y="944457"/>
                  </a:lnTo>
                  <a:lnTo>
                    <a:pt x="1638443" y="920746"/>
                  </a:lnTo>
                  <a:lnTo>
                    <a:pt x="1660517" y="896270"/>
                  </a:lnTo>
                  <a:lnTo>
                    <a:pt x="1681495" y="871074"/>
                  </a:lnTo>
                  <a:lnTo>
                    <a:pt x="1701354" y="845208"/>
                  </a:lnTo>
                  <a:lnTo>
                    <a:pt x="1720073" y="818720"/>
                  </a:lnTo>
                  <a:lnTo>
                    <a:pt x="1737635" y="791660"/>
                  </a:lnTo>
                  <a:lnTo>
                    <a:pt x="1754023" y="764076"/>
                  </a:lnTo>
                  <a:lnTo>
                    <a:pt x="1769224" y="736020"/>
                  </a:lnTo>
                  <a:lnTo>
                    <a:pt x="1783225" y="707541"/>
                  </a:lnTo>
                  <a:lnTo>
                    <a:pt x="1796017" y="678691"/>
                  </a:lnTo>
                  <a:lnTo>
                    <a:pt x="1807592" y="649519"/>
                  </a:lnTo>
                  <a:lnTo>
                    <a:pt x="1817946" y="620077"/>
                  </a:lnTo>
                  <a:lnTo>
                    <a:pt x="1827073" y="590415"/>
                  </a:lnTo>
                  <a:lnTo>
                    <a:pt x="1834973" y="560585"/>
                  </a:lnTo>
                  <a:lnTo>
                    <a:pt x="1841647" y="530635"/>
                  </a:lnTo>
                  <a:lnTo>
                    <a:pt x="1847097" y="500617"/>
                  </a:lnTo>
                  <a:lnTo>
                    <a:pt x="1851329" y="470579"/>
                  </a:lnTo>
                  <a:lnTo>
                    <a:pt x="1854348" y="440571"/>
                  </a:lnTo>
                  <a:lnTo>
                    <a:pt x="1856165" y="410641"/>
                  </a:lnTo>
                  <a:lnTo>
                    <a:pt x="1856788" y="380838"/>
                  </a:lnTo>
                  <a:lnTo>
                    <a:pt x="1856232" y="351209"/>
                  </a:lnTo>
                  <a:lnTo>
                    <a:pt x="1854509" y="321799"/>
                  </a:lnTo>
                  <a:lnTo>
                    <a:pt x="1851638" y="292655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34551" y="4993748"/>
              <a:ext cx="1964693" cy="1050843"/>
            </a:xfrm>
            <a:custGeom>
              <a:avLst/>
              <a:pathLst>
                <a:path w="1964693" h="1050843">
                  <a:moveTo>
                    <a:pt x="1108581" y="263728"/>
                  </a:moveTo>
                  <a:lnTo>
                    <a:pt x="1110061" y="237375"/>
                  </a:lnTo>
                  <a:lnTo>
                    <a:pt x="1114491" y="211271"/>
                  </a:lnTo>
                  <a:lnTo>
                    <a:pt x="1121845" y="185663"/>
                  </a:lnTo>
                  <a:lnTo>
                    <a:pt x="1132074" y="160796"/>
                  </a:lnTo>
                  <a:lnTo>
                    <a:pt x="1145116" y="136912"/>
                  </a:lnTo>
                  <a:lnTo>
                    <a:pt x="1160887" y="114247"/>
                  </a:lnTo>
                  <a:lnTo>
                    <a:pt x="1179287" y="93029"/>
                  </a:lnTo>
                  <a:lnTo>
                    <a:pt x="1200199" y="73481"/>
                  </a:lnTo>
                  <a:lnTo>
                    <a:pt x="1223490" y="55816"/>
                  </a:lnTo>
                  <a:lnTo>
                    <a:pt x="1249010" y="40237"/>
                  </a:lnTo>
                  <a:lnTo>
                    <a:pt x="1276594" y="26936"/>
                  </a:lnTo>
                  <a:lnTo>
                    <a:pt x="1306064" y="16093"/>
                  </a:lnTo>
                  <a:lnTo>
                    <a:pt x="1337226" y="7874"/>
                  </a:lnTo>
                  <a:lnTo>
                    <a:pt x="1369876" y="2433"/>
                  </a:lnTo>
                  <a:lnTo>
                    <a:pt x="1399495" y="59"/>
                  </a:lnTo>
                  <a:lnTo>
                    <a:pt x="1429935" y="0"/>
                  </a:lnTo>
                  <a:lnTo>
                    <a:pt x="1461039" y="2327"/>
                  </a:lnTo>
                  <a:lnTo>
                    <a:pt x="1492644" y="7105"/>
                  </a:lnTo>
                  <a:lnTo>
                    <a:pt x="1524583" y="14386"/>
                  </a:lnTo>
                  <a:lnTo>
                    <a:pt x="1556685" y="24212"/>
                  </a:lnTo>
                  <a:lnTo>
                    <a:pt x="1588776" y="36613"/>
                  </a:lnTo>
                  <a:lnTo>
                    <a:pt x="1620679" y="51610"/>
                  </a:lnTo>
                  <a:lnTo>
                    <a:pt x="1652215" y="69213"/>
                  </a:lnTo>
                  <a:lnTo>
                    <a:pt x="1683206" y="89418"/>
                  </a:lnTo>
                  <a:lnTo>
                    <a:pt x="1713470" y="112211"/>
                  </a:lnTo>
                  <a:lnTo>
                    <a:pt x="1742828" y="137569"/>
                  </a:lnTo>
                  <a:lnTo>
                    <a:pt x="1771100" y="165453"/>
                  </a:lnTo>
                  <a:lnTo>
                    <a:pt x="1798108" y="195816"/>
                  </a:lnTo>
                  <a:lnTo>
                    <a:pt x="1823677" y="228598"/>
                  </a:lnTo>
                  <a:lnTo>
                    <a:pt x="1847635" y="263728"/>
                  </a:lnTo>
                  <a:lnTo>
                    <a:pt x="1864703" y="292020"/>
                  </a:lnTo>
                  <a:lnTo>
                    <a:pt x="1880663" y="321588"/>
                  </a:lnTo>
                  <a:lnTo>
                    <a:pt x="1895446" y="352387"/>
                  </a:lnTo>
                  <a:lnTo>
                    <a:pt x="1908980" y="384369"/>
                  </a:lnTo>
                  <a:lnTo>
                    <a:pt x="1921200" y="417484"/>
                  </a:lnTo>
                  <a:lnTo>
                    <a:pt x="1932038" y="451677"/>
                  </a:lnTo>
                  <a:lnTo>
                    <a:pt x="1941431" y="486890"/>
                  </a:lnTo>
                  <a:lnTo>
                    <a:pt x="1949319" y="523062"/>
                  </a:lnTo>
                  <a:lnTo>
                    <a:pt x="1955644" y="560128"/>
                  </a:lnTo>
                  <a:lnTo>
                    <a:pt x="1960349" y="598022"/>
                  </a:lnTo>
                  <a:lnTo>
                    <a:pt x="1963382" y="636674"/>
                  </a:lnTo>
                  <a:lnTo>
                    <a:pt x="1964693" y="676010"/>
                  </a:lnTo>
                  <a:lnTo>
                    <a:pt x="1964236" y="715955"/>
                  </a:lnTo>
                  <a:lnTo>
                    <a:pt x="1961967" y="756431"/>
                  </a:lnTo>
                  <a:lnTo>
                    <a:pt x="1957847" y="797358"/>
                  </a:lnTo>
                  <a:lnTo>
                    <a:pt x="1951839" y="838652"/>
                  </a:lnTo>
                  <a:lnTo>
                    <a:pt x="1943910" y="880230"/>
                  </a:lnTo>
                  <a:lnTo>
                    <a:pt x="1934032" y="922004"/>
                  </a:lnTo>
                  <a:lnTo>
                    <a:pt x="1922179" y="963886"/>
                  </a:lnTo>
                  <a:lnTo>
                    <a:pt x="1908329" y="1005786"/>
                  </a:lnTo>
                  <a:lnTo>
                    <a:pt x="1892466" y="1047614"/>
                  </a:lnTo>
                  <a:lnTo>
                    <a:pt x="1843314" y="1050436"/>
                  </a:lnTo>
                  <a:lnTo>
                    <a:pt x="1794909" y="1050843"/>
                  </a:lnTo>
                  <a:lnTo>
                    <a:pt x="1747357" y="1048890"/>
                  </a:lnTo>
                  <a:lnTo>
                    <a:pt x="1700763" y="1044637"/>
                  </a:lnTo>
                  <a:lnTo>
                    <a:pt x="1655226" y="1038148"/>
                  </a:lnTo>
                  <a:lnTo>
                    <a:pt x="1610845" y="1029491"/>
                  </a:lnTo>
                  <a:lnTo>
                    <a:pt x="1567712" y="1018737"/>
                  </a:lnTo>
                  <a:lnTo>
                    <a:pt x="1525919" y="1005964"/>
                  </a:lnTo>
                  <a:lnTo>
                    <a:pt x="1485552" y="991249"/>
                  </a:lnTo>
                  <a:lnTo>
                    <a:pt x="1446693" y="974677"/>
                  </a:lnTo>
                  <a:lnTo>
                    <a:pt x="1409422" y="956333"/>
                  </a:lnTo>
                  <a:lnTo>
                    <a:pt x="1373812" y="936308"/>
                  </a:lnTo>
                  <a:lnTo>
                    <a:pt x="1339934" y="914694"/>
                  </a:lnTo>
                  <a:lnTo>
                    <a:pt x="1307854" y="891586"/>
                  </a:lnTo>
                  <a:lnTo>
                    <a:pt x="1277633" y="867082"/>
                  </a:lnTo>
                  <a:lnTo>
                    <a:pt x="1249327" y="841283"/>
                  </a:lnTo>
                  <a:lnTo>
                    <a:pt x="1222989" y="814291"/>
                  </a:lnTo>
                  <a:lnTo>
                    <a:pt x="1198666" y="786210"/>
                  </a:lnTo>
                  <a:lnTo>
                    <a:pt x="1176400" y="757148"/>
                  </a:lnTo>
                  <a:lnTo>
                    <a:pt x="1156228" y="727211"/>
                  </a:lnTo>
                  <a:lnTo>
                    <a:pt x="1138184" y="696510"/>
                  </a:lnTo>
                  <a:lnTo>
                    <a:pt x="1122294" y="665154"/>
                  </a:lnTo>
                  <a:lnTo>
                    <a:pt x="1108581" y="633255"/>
                  </a:lnTo>
                  <a:lnTo>
                    <a:pt x="1094868" y="665154"/>
                  </a:lnTo>
                  <a:lnTo>
                    <a:pt x="1078978" y="696510"/>
                  </a:lnTo>
                  <a:lnTo>
                    <a:pt x="1060933" y="727211"/>
                  </a:lnTo>
                  <a:lnTo>
                    <a:pt x="1040762" y="757148"/>
                  </a:lnTo>
                  <a:lnTo>
                    <a:pt x="1018496" y="786210"/>
                  </a:lnTo>
                  <a:lnTo>
                    <a:pt x="994173" y="814291"/>
                  </a:lnTo>
                  <a:lnTo>
                    <a:pt x="967835" y="841283"/>
                  </a:lnTo>
                  <a:lnTo>
                    <a:pt x="939529" y="867082"/>
                  </a:lnTo>
                  <a:lnTo>
                    <a:pt x="909308" y="891586"/>
                  </a:lnTo>
                  <a:lnTo>
                    <a:pt x="877228" y="914694"/>
                  </a:lnTo>
                  <a:lnTo>
                    <a:pt x="843350" y="936308"/>
                  </a:lnTo>
                  <a:lnTo>
                    <a:pt x="807740" y="956333"/>
                  </a:lnTo>
                  <a:lnTo>
                    <a:pt x="770469" y="974677"/>
                  </a:lnTo>
                  <a:lnTo>
                    <a:pt x="731610" y="991249"/>
                  </a:lnTo>
                  <a:lnTo>
                    <a:pt x="691243" y="1005964"/>
                  </a:lnTo>
                  <a:lnTo>
                    <a:pt x="649450" y="1018737"/>
                  </a:lnTo>
                  <a:lnTo>
                    <a:pt x="606317" y="1029491"/>
                  </a:lnTo>
                  <a:lnTo>
                    <a:pt x="561936" y="1038148"/>
                  </a:lnTo>
                  <a:lnTo>
                    <a:pt x="516399" y="1044637"/>
                  </a:lnTo>
                  <a:lnTo>
                    <a:pt x="469804" y="1048890"/>
                  </a:lnTo>
                  <a:lnTo>
                    <a:pt x="422253" y="1050843"/>
                  </a:lnTo>
                  <a:lnTo>
                    <a:pt x="373848" y="1050436"/>
                  </a:lnTo>
                  <a:lnTo>
                    <a:pt x="324695" y="1047614"/>
                  </a:lnTo>
                  <a:lnTo>
                    <a:pt x="298390" y="1020394"/>
                  </a:lnTo>
                  <a:lnTo>
                    <a:pt x="273029" y="992292"/>
                  </a:lnTo>
                  <a:lnTo>
                    <a:pt x="248642" y="963341"/>
                  </a:lnTo>
                  <a:lnTo>
                    <a:pt x="225258" y="933573"/>
                  </a:lnTo>
                  <a:lnTo>
                    <a:pt x="202903" y="903025"/>
                  </a:lnTo>
                  <a:lnTo>
                    <a:pt x="181605" y="871732"/>
                  </a:lnTo>
                  <a:lnTo>
                    <a:pt x="161387" y="839729"/>
                  </a:lnTo>
                  <a:lnTo>
                    <a:pt x="142274" y="807055"/>
                  </a:lnTo>
                  <a:lnTo>
                    <a:pt x="124288" y="773748"/>
                  </a:lnTo>
                  <a:lnTo>
                    <a:pt x="107449" y="739846"/>
                  </a:lnTo>
                  <a:lnTo>
                    <a:pt x="91778" y="705388"/>
                  </a:lnTo>
                  <a:lnTo>
                    <a:pt x="77292" y="670416"/>
                  </a:lnTo>
                  <a:lnTo>
                    <a:pt x="64008" y="634970"/>
                  </a:lnTo>
                  <a:lnTo>
                    <a:pt x="51942" y="599090"/>
                  </a:lnTo>
                  <a:lnTo>
                    <a:pt x="41109" y="562820"/>
                  </a:lnTo>
                  <a:lnTo>
                    <a:pt x="31520" y="526201"/>
                  </a:lnTo>
                  <a:lnTo>
                    <a:pt x="23186" y="489276"/>
                  </a:lnTo>
                  <a:lnTo>
                    <a:pt x="16119" y="452088"/>
                  </a:lnTo>
                  <a:lnTo>
                    <a:pt x="10325" y="414680"/>
                  </a:lnTo>
                  <a:lnTo>
                    <a:pt x="5811" y="377096"/>
                  </a:lnTo>
                  <a:lnTo>
                    <a:pt x="2584" y="339380"/>
                  </a:lnTo>
                  <a:lnTo>
                    <a:pt x="646" y="301576"/>
                  </a:lnTo>
                  <a:lnTo>
                    <a:pt x="0" y="263728"/>
                  </a:lnTo>
                  <a:lnTo>
                    <a:pt x="34966" y="237372"/>
                  </a:lnTo>
                  <a:lnTo>
                    <a:pt x="70538" y="212732"/>
                  </a:lnTo>
                  <a:lnTo>
                    <a:pt x="106651" y="189821"/>
                  </a:lnTo>
                  <a:lnTo>
                    <a:pt x="143243" y="168651"/>
                  </a:lnTo>
                  <a:lnTo>
                    <a:pt x="180250" y="149229"/>
                  </a:lnTo>
                  <a:lnTo>
                    <a:pt x="217607" y="131565"/>
                  </a:lnTo>
                  <a:lnTo>
                    <a:pt x="255252" y="115662"/>
                  </a:lnTo>
                  <a:lnTo>
                    <a:pt x="293121" y="101523"/>
                  </a:lnTo>
                  <a:lnTo>
                    <a:pt x="331148" y="89150"/>
                  </a:lnTo>
                  <a:lnTo>
                    <a:pt x="369272" y="78541"/>
                  </a:lnTo>
                  <a:lnTo>
                    <a:pt x="407427" y="69693"/>
                  </a:lnTo>
                  <a:lnTo>
                    <a:pt x="445552" y="62601"/>
                  </a:lnTo>
                  <a:lnTo>
                    <a:pt x="483582" y="57257"/>
                  </a:lnTo>
                  <a:lnTo>
                    <a:pt x="521456" y="53651"/>
                  </a:lnTo>
                  <a:lnTo>
                    <a:pt x="559110" y="51774"/>
                  </a:lnTo>
                  <a:lnTo>
                    <a:pt x="596483" y="51610"/>
                  </a:lnTo>
                  <a:lnTo>
                    <a:pt x="633514" y="53146"/>
                  </a:lnTo>
                  <a:lnTo>
                    <a:pt x="670142" y="56362"/>
                  </a:lnTo>
                  <a:lnTo>
                    <a:pt x="706307" y="61241"/>
                  </a:lnTo>
                  <a:lnTo>
                    <a:pt x="741950" y="67760"/>
                  </a:lnTo>
                  <a:lnTo>
                    <a:pt x="777013" y="75897"/>
                  </a:lnTo>
                  <a:lnTo>
                    <a:pt x="811437" y="85627"/>
                  </a:lnTo>
                  <a:lnTo>
                    <a:pt x="845165" y="96922"/>
                  </a:lnTo>
                  <a:lnTo>
                    <a:pt x="878143" y="109755"/>
                  </a:lnTo>
                  <a:lnTo>
                    <a:pt x="910315" y="124093"/>
                  </a:lnTo>
                  <a:lnTo>
                    <a:pt x="941627" y="139907"/>
                  </a:lnTo>
                  <a:lnTo>
                    <a:pt x="972027" y="157160"/>
                  </a:lnTo>
                  <a:lnTo>
                    <a:pt x="1001463" y="175819"/>
                  </a:lnTo>
                  <a:lnTo>
                    <a:pt x="1029885" y="195844"/>
                  </a:lnTo>
                  <a:lnTo>
                    <a:pt x="1057243" y="217198"/>
                  </a:lnTo>
                  <a:lnTo>
                    <a:pt x="1083491" y="239840"/>
                  </a:lnTo>
                  <a:lnTo>
                    <a:pt x="1108581" y="263728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550585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072826" y="496458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11531" y="5595402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595416" y="6009761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027645" y="6009761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702949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843132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843132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843132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843132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843132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059247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34551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059247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711093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490871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982204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481773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701994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09069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7390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718168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6833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67364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3326634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326634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54633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4423613" y="3572944"/>
              <a:ext cx="135312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 (n=13)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3714451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100177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100177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100177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100177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100177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218306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53023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8306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45957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991736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53180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3991596" y="4148895"/>
              <a:ext cx="1892466" cy="2217162"/>
            </a:xfrm>
            <a:custGeom>
              <a:avLst/>
              <a:pathLst>
                <a:path w="1892466" h="2217162">
                  <a:moveTo>
                    <a:pt x="1662872" y="1108581"/>
                  </a:moveTo>
                  <a:lnTo>
                    <a:pt x="1676972" y="1085072"/>
                  </a:lnTo>
                  <a:lnTo>
                    <a:pt x="1690052" y="1060399"/>
                  </a:lnTo>
                  <a:lnTo>
                    <a:pt x="1702039" y="1034606"/>
                  </a:lnTo>
                  <a:lnTo>
                    <a:pt x="1712862" y="1007744"/>
                  </a:lnTo>
                  <a:lnTo>
                    <a:pt x="1722455" y="979865"/>
                  </a:lnTo>
                  <a:lnTo>
                    <a:pt x="1730752" y="951026"/>
                  </a:lnTo>
                  <a:lnTo>
                    <a:pt x="1737690" y="921287"/>
                  </a:lnTo>
                  <a:lnTo>
                    <a:pt x="1743209" y="890713"/>
                  </a:lnTo>
                  <a:lnTo>
                    <a:pt x="1747252" y="859371"/>
                  </a:lnTo>
                  <a:lnTo>
                    <a:pt x="1749766" y="827331"/>
                  </a:lnTo>
                  <a:lnTo>
                    <a:pt x="1750700" y="794668"/>
                  </a:lnTo>
                  <a:lnTo>
                    <a:pt x="1750007" y="761458"/>
                  </a:lnTo>
                  <a:lnTo>
                    <a:pt x="1747645" y="727781"/>
                  </a:lnTo>
                  <a:lnTo>
                    <a:pt x="1743574" y="693719"/>
                  </a:lnTo>
                  <a:lnTo>
                    <a:pt x="1737759" y="659356"/>
                  </a:lnTo>
                  <a:lnTo>
                    <a:pt x="1730168" y="624780"/>
                  </a:lnTo>
                  <a:lnTo>
                    <a:pt x="1720775" y="590079"/>
                  </a:lnTo>
                  <a:lnTo>
                    <a:pt x="1709557" y="555344"/>
                  </a:lnTo>
                  <a:lnTo>
                    <a:pt x="1696495" y="520667"/>
                  </a:lnTo>
                  <a:lnTo>
                    <a:pt x="1681576" y="486142"/>
                  </a:lnTo>
                  <a:lnTo>
                    <a:pt x="1664792" y="451864"/>
                  </a:lnTo>
                  <a:lnTo>
                    <a:pt x="1646137" y="417928"/>
                  </a:lnTo>
                  <a:lnTo>
                    <a:pt x="1625613" y="384433"/>
                  </a:lnTo>
                  <a:lnTo>
                    <a:pt x="1603224" y="351473"/>
                  </a:lnTo>
                  <a:lnTo>
                    <a:pt x="1578981" y="319148"/>
                  </a:lnTo>
                  <a:lnTo>
                    <a:pt x="1552898" y="287555"/>
                  </a:lnTo>
                  <a:lnTo>
                    <a:pt x="1524996" y="256791"/>
                  </a:lnTo>
                  <a:lnTo>
                    <a:pt x="1495299" y="226952"/>
                  </a:lnTo>
                  <a:lnTo>
                    <a:pt x="1463838" y="198135"/>
                  </a:lnTo>
                  <a:lnTo>
                    <a:pt x="1430647" y="170436"/>
                  </a:lnTo>
                  <a:lnTo>
                    <a:pt x="1395765" y="143947"/>
                  </a:lnTo>
                  <a:lnTo>
                    <a:pt x="1359237" y="118763"/>
                  </a:lnTo>
                  <a:lnTo>
                    <a:pt x="1321112" y="94974"/>
                  </a:lnTo>
                  <a:lnTo>
                    <a:pt x="1281444" y="72670"/>
                  </a:lnTo>
                  <a:lnTo>
                    <a:pt x="1240291" y="51937"/>
                  </a:lnTo>
                  <a:lnTo>
                    <a:pt x="1197718" y="32859"/>
                  </a:lnTo>
                  <a:lnTo>
                    <a:pt x="1153790" y="15521"/>
                  </a:lnTo>
                  <a:lnTo>
                    <a:pt x="1108581" y="0"/>
                  </a:lnTo>
                  <a:lnTo>
                    <a:pt x="1147249" y="25885"/>
                  </a:lnTo>
                  <a:lnTo>
                    <a:pt x="1184071" y="53086"/>
                  </a:lnTo>
                  <a:lnTo>
                    <a:pt x="1219003" y="81503"/>
                  </a:lnTo>
                  <a:lnTo>
                    <a:pt x="1252006" y="111038"/>
                  </a:lnTo>
                  <a:lnTo>
                    <a:pt x="1283046" y="141587"/>
                  </a:lnTo>
                  <a:lnTo>
                    <a:pt x="1312093" y="173050"/>
                  </a:lnTo>
                  <a:lnTo>
                    <a:pt x="1339124" y="205322"/>
                  </a:lnTo>
                  <a:lnTo>
                    <a:pt x="1364118" y="238300"/>
                  </a:lnTo>
                  <a:lnTo>
                    <a:pt x="1387061" y="271881"/>
                  </a:lnTo>
                  <a:lnTo>
                    <a:pt x="1407943" y="305961"/>
                  </a:lnTo>
                  <a:lnTo>
                    <a:pt x="1426758" y="340434"/>
                  </a:lnTo>
                  <a:lnTo>
                    <a:pt x="1443505" y="375198"/>
                  </a:lnTo>
                  <a:lnTo>
                    <a:pt x="1458190" y="410150"/>
                  </a:lnTo>
                  <a:lnTo>
                    <a:pt x="1470822" y="445186"/>
                  </a:lnTo>
                  <a:lnTo>
                    <a:pt x="1481413" y="480206"/>
                  </a:lnTo>
                  <a:lnTo>
                    <a:pt x="1489982" y="515109"/>
                  </a:lnTo>
                  <a:lnTo>
                    <a:pt x="1496552" y="549796"/>
                  </a:lnTo>
                  <a:lnTo>
                    <a:pt x="1501150" y="584170"/>
                  </a:lnTo>
                  <a:lnTo>
                    <a:pt x="1503808" y="618133"/>
                  </a:lnTo>
                  <a:lnTo>
                    <a:pt x="1504563" y="651594"/>
                  </a:lnTo>
                  <a:lnTo>
                    <a:pt x="1503453" y="684458"/>
                  </a:lnTo>
                  <a:lnTo>
                    <a:pt x="1500524" y="716638"/>
                  </a:lnTo>
                  <a:lnTo>
                    <a:pt x="1520483" y="730248"/>
                  </a:lnTo>
                  <a:lnTo>
                    <a:pt x="1539986" y="744852"/>
                  </a:lnTo>
                  <a:lnTo>
                    <a:pt x="1558985" y="760435"/>
                  </a:lnTo>
                  <a:lnTo>
                    <a:pt x="1577432" y="776981"/>
                  </a:lnTo>
                  <a:lnTo>
                    <a:pt x="1595279" y="794470"/>
                  </a:lnTo>
                  <a:lnTo>
                    <a:pt x="1612479" y="812882"/>
                  </a:lnTo>
                  <a:lnTo>
                    <a:pt x="1628985" y="832192"/>
                  </a:lnTo>
                  <a:lnTo>
                    <a:pt x="1644752" y="852375"/>
                  </a:lnTo>
                  <a:lnTo>
                    <a:pt x="1659735" y="873401"/>
                  </a:lnTo>
                  <a:lnTo>
                    <a:pt x="1673892" y="895242"/>
                  </a:lnTo>
                  <a:lnTo>
                    <a:pt x="1687179" y="917863"/>
                  </a:lnTo>
                  <a:lnTo>
                    <a:pt x="1699557" y="941231"/>
                  </a:lnTo>
                  <a:lnTo>
                    <a:pt x="1710985" y="965308"/>
                  </a:lnTo>
                  <a:lnTo>
                    <a:pt x="1721426" y="990056"/>
                  </a:lnTo>
                  <a:lnTo>
                    <a:pt x="1730843" y="1015433"/>
                  </a:lnTo>
                  <a:lnTo>
                    <a:pt x="1739201" y="1041398"/>
                  </a:lnTo>
                  <a:lnTo>
                    <a:pt x="1746467" y="1067905"/>
                  </a:lnTo>
                  <a:lnTo>
                    <a:pt x="1752611" y="1094908"/>
                  </a:lnTo>
                  <a:lnTo>
                    <a:pt x="1757604" y="1122360"/>
                  </a:lnTo>
                  <a:lnTo>
                    <a:pt x="1761418" y="1150210"/>
                  </a:lnTo>
                  <a:lnTo>
                    <a:pt x="1764028" y="1178409"/>
                  </a:lnTo>
                  <a:lnTo>
                    <a:pt x="1765413" y="1206903"/>
                  </a:lnTo>
                  <a:lnTo>
                    <a:pt x="1765551" y="1235640"/>
                  </a:lnTo>
                  <a:lnTo>
                    <a:pt x="1764424" y="1264563"/>
                  </a:lnTo>
                  <a:lnTo>
                    <a:pt x="1762018" y="1293618"/>
                  </a:lnTo>
                  <a:lnTo>
                    <a:pt x="1758319" y="1322747"/>
                  </a:lnTo>
                  <a:lnTo>
                    <a:pt x="1753316" y="1351893"/>
                  </a:lnTo>
                  <a:lnTo>
                    <a:pt x="1747001" y="1380997"/>
                  </a:lnTo>
                  <a:lnTo>
                    <a:pt x="1739370" y="1410000"/>
                  </a:lnTo>
                  <a:lnTo>
                    <a:pt x="1730419" y="1438842"/>
                  </a:lnTo>
                  <a:lnTo>
                    <a:pt x="1720149" y="1467463"/>
                  </a:lnTo>
                  <a:lnTo>
                    <a:pt x="1708562" y="1495804"/>
                  </a:lnTo>
                  <a:lnTo>
                    <a:pt x="1695664" y="1523802"/>
                  </a:lnTo>
                  <a:lnTo>
                    <a:pt x="1681464" y="1551398"/>
                  </a:lnTo>
                  <a:lnTo>
                    <a:pt x="1665972" y="1578532"/>
                  </a:lnTo>
                  <a:lnTo>
                    <a:pt x="1649202" y="1605143"/>
                  </a:lnTo>
                  <a:lnTo>
                    <a:pt x="1631171" y="1631171"/>
                  </a:lnTo>
                  <a:lnTo>
                    <a:pt x="1611899" y="1656557"/>
                  </a:lnTo>
                  <a:lnTo>
                    <a:pt x="1591407" y="1681243"/>
                  </a:lnTo>
                  <a:lnTo>
                    <a:pt x="1569722" y="1705169"/>
                  </a:lnTo>
                  <a:lnTo>
                    <a:pt x="1546870" y="1728280"/>
                  </a:lnTo>
                  <a:lnTo>
                    <a:pt x="1522882" y="1750519"/>
                  </a:lnTo>
                  <a:lnTo>
                    <a:pt x="1497791" y="1771831"/>
                  </a:lnTo>
                  <a:lnTo>
                    <a:pt x="1471634" y="1792162"/>
                  </a:lnTo>
                  <a:lnTo>
                    <a:pt x="1444448" y="1811460"/>
                  </a:lnTo>
                  <a:lnTo>
                    <a:pt x="1416274" y="1829674"/>
                  </a:lnTo>
                  <a:lnTo>
                    <a:pt x="1387156" y="1846756"/>
                  </a:lnTo>
                  <a:lnTo>
                    <a:pt x="1357139" y="1862656"/>
                  </a:lnTo>
                  <a:lnTo>
                    <a:pt x="1326272" y="1877330"/>
                  </a:lnTo>
                  <a:lnTo>
                    <a:pt x="1294604" y="1890735"/>
                  </a:lnTo>
                  <a:lnTo>
                    <a:pt x="1262189" y="1902828"/>
                  </a:lnTo>
                  <a:lnTo>
                    <a:pt x="1229081" y="1913570"/>
                  </a:lnTo>
                  <a:lnTo>
                    <a:pt x="1195337" y="1922925"/>
                  </a:lnTo>
                  <a:lnTo>
                    <a:pt x="1161015" y="1930856"/>
                  </a:lnTo>
                  <a:lnTo>
                    <a:pt x="1126175" y="1937333"/>
                  </a:lnTo>
                  <a:lnTo>
                    <a:pt x="1090880" y="1942326"/>
                  </a:lnTo>
                  <a:lnTo>
                    <a:pt x="1055193" y="1945807"/>
                  </a:lnTo>
                  <a:lnTo>
                    <a:pt x="1019180" y="1947752"/>
                  </a:lnTo>
                  <a:lnTo>
                    <a:pt x="982905" y="1948140"/>
                  </a:lnTo>
                  <a:lnTo>
                    <a:pt x="946439" y="1946953"/>
                  </a:lnTo>
                  <a:lnTo>
                    <a:pt x="909848" y="1944174"/>
                  </a:lnTo>
                  <a:lnTo>
                    <a:pt x="873203" y="1939791"/>
                  </a:lnTo>
                  <a:lnTo>
                    <a:pt x="836574" y="1933795"/>
                  </a:lnTo>
                  <a:lnTo>
                    <a:pt x="800033" y="1926179"/>
                  </a:lnTo>
                  <a:lnTo>
                    <a:pt x="763651" y="1916940"/>
                  </a:lnTo>
                  <a:lnTo>
                    <a:pt x="727501" y="1906079"/>
                  </a:lnTo>
                  <a:lnTo>
                    <a:pt x="691655" y="1893597"/>
                  </a:lnTo>
                  <a:lnTo>
                    <a:pt x="656187" y="1879501"/>
                  </a:lnTo>
                  <a:lnTo>
                    <a:pt x="621168" y="1863802"/>
                  </a:lnTo>
                  <a:lnTo>
                    <a:pt x="586671" y="1846512"/>
                  </a:lnTo>
                  <a:lnTo>
                    <a:pt x="552769" y="1827648"/>
                  </a:lnTo>
                  <a:lnTo>
                    <a:pt x="519532" y="1807228"/>
                  </a:lnTo>
                  <a:lnTo>
                    <a:pt x="487034" y="1785277"/>
                  </a:lnTo>
                  <a:lnTo>
                    <a:pt x="455343" y="1761819"/>
                  </a:lnTo>
                  <a:lnTo>
                    <a:pt x="424530" y="1736884"/>
                  </a:lnTo>
                  <a:lnTo>
                    <a:pt x="394662" y="1710505"/>
                  </a:lnTo>
                  <a:lnTo>
                    <a:pt x="365808" y="1682717"/>
                  </a:lnTo>
                  <a:lnTo>
                    <a:pt x="338034" y="1653559"/>
                  </a:lnTo>
                  <a:lnTo>
                    <a:pt x="311403" y="1623073"/>
                  </a:lnTo>
                  <a:lnTo>
                    <a:pt x="285979" y="1591303"/>
                  </a:lnTo>
                  <a:lnTo>
                    <a:pt x="261822" y="1558298"/>
                  </a:lnTo>
                  <a:lnTo>
                    <a:pt x="238993" y="1524109"/>
                  </a:lnTo>
                  <a:lnTo>
                    <a:pt x="217548" y="1488788"/>
                  </a:lnTo>
                  <a:lnTo>
                    <a:pt x="197543" y="1452392"/>
                  </a:lnTo>
                  <a:lnTo>
                    <a:pt x="179029" y="1414980"/>
                  </a:lnTo>
                  <a:lnTo>
                    <a:pt x="162058" y="1376613"/>
                  </a:lnTo>
                  <a:lnTo>
                    <a:pt x="146677" y="1337355"/>
                  </a:lnTo>
                  <a:lnTo>
                    <a:pt x="132932" y="1297273"/>
                  </a:lnTo>
                  <a:lnTo>
                    <a:pt x="120864" y="1256434"/>
                  </a:lnTo>
                  <a:lnTo>
                    <a:pt x="110513" y="1214910"/>
                  </a:lnTo>
                  <a:lnTo>
                    <a:pt x="101916" y="1172773"/>
                  </a:lnTo>
                  <a:lnTo>
                    <a:pt x="95106" y="1130097"/>
                  </a:lnTo>
                  <a:lnTo>
                    <a:pt x="90114" y="1086959"/>
                  </a:lnTo>
                  <a:lnTo>
                    <a:pt x="86966" y="1043435"/>
                  </a:lnTo>
                  <a:lnTo>
                    <a:pt x="85686" y="999607"/>
                  </a:lnTo>
                  <a:lnTo>
                    <a:pt x="86294" y="955553"/>
                  </a:lnTo>
                  <a:lnTo>
                    <a:pt x="88807" y="911355"/>
                  </a:lnTo>
                  <a:lnTo>
                    <a:pt x="93238" y="867097"/>
                  </a:lnTo>
                  <a:lnTo>
                    <a:pt x="99597" y="822862"/>
                  </a:lnTo>
                  <a:lnTo>
                    <a:pt x="107890" y="778733"/>
                  </a:lnTo>
                  <a:lnTo>
                    <a:pt x="118119" y="734797"/>
                  </a:lnTo>
                  <a:lnTo>
                    <a:pt x="130282" y="691137"/>
                  </a:lnTo>
                  <a:lnTo>
                    <a:pt x="144375" y="647840"/>
                  </a:lnTo>
                  <a:lnTo>
                    <a:pt x="160388" y="604991"/>
                  </a:lnTo>
                  <a:lnTo>
                    <a:pt x="178308" y="562675"/>
                  </a:lnTo>
                  <a:lnTo>
                    <a:pt x="198120" y="520977"/>
                  </a:lnTo>
                  <a:lnTo>
                    <a:pt x="219802" y="479982"/>
                  </a:lnTo>
                  <a:lnTo>
                    <a:pt x="243330" y="439774"/>
                  </a:lnTo>
                  <a:lnTo>
                    <a:pt x="268677" y="400435"/>
                  </a:lnTo>
                  <a:lnTo>
                    <a:pt x="295810" y="362049"/>
                  </a:lnTo>
                  <a:lnTo>
                    <a:pt x="324695" y="324695"/>
                  </a:lnTo>
                  <a:lnTo>
                    <a:pt x="298390" y="351915"/>
                  </a:lnTo>
                  <a:lnTo>
                    <a:pt x="273029" y="380017"/>
                  </a:lnTo>
                  <a:lnTo>
                    <a:pt x="248642" y="408969"/>
                  </a:lnTo>
                  <a:lnTo>
                    <a:pt x="225258" y="438736"/>
                  </a:lnTo>
                  <a:lnTo>
                    <a:pt x="202903" y="469284"/>
                  </a:lnTo>
                  <a:lnTo>
                    <a:pt x="181605" y="500577"/>
                  </a:lnTo>
                  <a:lnTo>
                    <a:pt x="161387" y="532580"/>
                  </a:lnTo>
                  <a:lnTo>
                    <a:pt x="142274" y="565254"/>
                  </a:lnTo>
                  <a:lnTo>
                    <a:pt x="124288" y="598561"/>
                  </a:lnTo>
                  <a:lnTo>
                    <a:pt x="107449" y="632464"/>
                  </a:lnTo>
                  <a:lnTo>
                    <a:pt x="91778" y="666921"/>
                  </a:lnTo>
                  <a:lnTo>
                    <a:pt x="77292" y="701893"/>
                  </a:lnTo>
                  <a:lnTo>
                    <a:pt x="64008" y="737340"/>
                  </a:lnTo>
                  <a:lnTo>
                    <a:pt x="51942" y="773219"/>
                  </a:lnTo>
                  <a:lnTo>
                    <a:pt x="41109" y="809489"/>
                  </a:lnTo>
                  <a:lnTo>
                    <a:pt x="31520" y="846108"/>
                  </a:lnTo>
                  <a:lnTo>
                    <a:pt x="23186" y="883033"/>
                  </a:lnTo>
                  <a:lnTo>
                    <a:pt x="16119" y="920221"/>
                  </a:lnTo>
                  <a:lnTo>
                    <a:pt x="10325" y="957629"/>
                  </a:lnTo>
                  <a:lnTo>
                    <a:pt x="5811" y="995213"/>
                  </a:lnTo>
                  <a:lnTo>
                    <a:pt x="2584" y="1032929"/>
                  </a:lnTo>
                  <a:lnTo>
                    <a:pt x="646" y="1070733"/>
                  </a:lnTo>
                  <a:lnTo>
                    <a:pt x="0" y="1108581"/>
                  </a:lnTo>
                  <a:lnTo>
                    <a:pt x="646" y="1146429"/>
                  </a:lnTo>
                  <a:lnTo>
                    <a:pt x="2584" y="1184233"/>
                  </a:lnTo>
                  <a:lnTo>
                    <a:pt x="5811" y="1221949"/>
                  </a:lnTo>
                  <a:lnTo>
                    <a:pt x="10325" y="1259533"/>
                  </a:lnTo>
                  <a:lnTo>
                    <a:pt x="16119" y="1296940"/>
                  </a:lnTo>
                  <a:lnTo>
                    <a:pt x="23186" y="1334128"/>
                  </a:lnTo>
                  <a:lnTo>
                    <a:pt x="31520" y="1371054"/>
                  </a:lnTo>
                  <a:lnTo>
                    <a:pt x="41109" y="1407673"/>
                  </a:lnTo>
                  <a:lnTo>
                    <a:pt x="51942" y="1443943"/>
                  </a:lnTo>
                  <a:lnTo>
                    <a:pt x="64008" y="1479822"/>
                  </a:lnTo>
                  <a:lnTo>
                    <a:pt x="77292" y="1515269"/>
                  </a:lnTo>
                  <a:lnTo>
                    <a:pt x="91778" y="1550241"/>
                  </a:lnTo>
                  <a:lnTo>
                    <a:pt x="107449" y="1584698"/>
                  </a:lnTo>
                  <a:lnTo>
                    <a:pt x="124288" y="1618600"/>
                  </a:lnTo>
                  <a:lnTo>
                    <a:pt x="142274" y="1651908"/>
                  </a:lnTo>
                  <a:lnTo>
                    <a:pt x="161387" y="1684582"/>
                  </a:lnTo>
                  <a:lnTo>
                    <a:pt x="181605" y="1716584"/>
                  </a:lnTo>
                  <a:lnTo>
                    <a:pt x="202903" y="1747878"/>
                  </a:lnTo>
                  <a:lnTo>
                    <a:pt x="225258" y="1778426"/>
                  </a:lnTo>
                  <a:lnTo>
                    <a:pt x="248642" y="1808193"/>
                  </a:lnTo>
                  <a:lnTo>
                    <a:pt x="273029" y="1837145"/>
                  </a:lnTo>
                  <a:lnTo>
                    <a:pt x="298390" y="1865247"/>
                  </a:lnTo>
                  <a:lnTo>
                    <a:pt x="324695" y="1892466"/>
                  </a:lnTo>
                  <a:lnTo>
                    <a:pt x="351915" y="1918772"/>
                  </a:lnTo>
                  <a:lnTo>
                    <a:pt x="380017" y="1944133"/>
                  </a:lnTo>
                  <a:lnTo>
                    <a:pt x="408969" y="1968520"/>
                  </a:lnTo>
                  <a:lnTo>
                    <a:pt x="438736" y="1991904"/>
                  </a:lnTo>
                  <a:lnTo>
                    <a:pt x="469284" y="2014258"/>
                  </a:lnTo>
                  <a:lnTo>
                    <a:pt x="500577" y="2035557"/>
                  </a:lnTo>
                  <a:lnTo>
                    <a:pt x="532580" y="2055774"/>
                  </a:lnTo>
                  <a:lnTo>
                    <a:pt x="565254" y="2074887"/>
                  </a:lnTo>
                  <a:lnTo>
                    <a:pt x="598561" y="2092874"/>
                  </a:lnTo>
                  <a:lnTo>
                    <a:pt x="632464" y="2109713"/>
                  </a:lnTo>
                  <a:lnTo>
                    <a:pt x="666921" y="2125384"/>
                  </a:lnTo>
                  <a:lnTo>
                    <a:pt x="701893" y="2139870"/>
                  </a:lnTo>
                  <a:lnTo>
                    <a:pt x="737340" y="2153154"/>
                  </a:lnTo>
                  <a:lnTo>
                    <a:pt x="773219" y="2165219"/>
                  </a:lnTo>
                  <a:lnTo>
                    <a:pt x="809489" y="2176053"/>
                  </a:lnTo>
                  <a:lnTo>
                    <a:pt x="846108" y="2185642"/>
                  </a:lnTo>
                  <a:lnTo>
                    <a:pt x="883033" y="2193975"/>
                  </a:lnTo>
                  <a:lnTo>
                    <a:pt x="920221" y="2201043"/>
                  </a:lnTo>
                  <a:lnTo>
                    <a:pt x="957629" y="2206837"/>
                  </a:lnTo>
                  <a:lnTo>
                    <a:pt x="995213" y="2211350"/>
                  </a:lnTo>
                  <a:lnTo>
                    <a:pt x="1032929" y="2214578"/>
                  </a:lnTo>
                  <a:lnTo>
                    <a:pt x="1070733" y="2216516"/>
                  </a:lnTo>
                  <a:lnTo>
                    <a:pt x="1108581" y="2217162"/>
                  </a:lnTo>
                  <a:lnTo>
                    <a:pt x="1146429" y="2216516"/>
                  </a:lnTo>
                  <a:lnTo>
                    <a:pt x="1184233" y="2214578"/>
                  </a:lnTo>
                  <a:lnTo>
                    <a:pt x="1221949" y="2211350"/>
                  </a:lnTo>
                  <a:lnTo>
                    <a:pt x="1259533" y="2206837"/>
                  </a:lnTo>
                  <a:lnTo>
                    <a:pt x="1296940" y="2201043"/>
                  </a:lnTo>
                  <a:lnTo>
                    <a:pt x="1334128" y="2193975"/>
                  </a:lnTo>
                  <a:lnTo>
                    <a:pt x="1371054" y="2185642"/>
                  </a:lnTo>
                  <a:lnTo>
                    <a:pt x="1407673" y="2176053"/>
                  </a:lnTo>
                  <a:lnTo>
                    <a:pt x="1443943" y="2165219"/>
                  </a:lnTo>
                  <a:lnTo>
                    <a:pt x="1479822" y="2153154"/>
                  </a:lnTo>
                  <a:lnTo>
                    <a:pt x="1515269" y="2139870"/>
                  </a:lnTo>
                  <a:lnTo>
                    <a:pt x="1550241" y="2125384"/>
                  </a:lnTo>
                  <a:lnTo>
                    <a:pt x="1584698" y="2109713"/>
                  </a:lnTo>
                  <a:lnTo>
                    <a:pt x="1618600" y="2092874"/>
                  </a:lnTo>
                  <a:lnTo>
                    <a:pt x="1651908" y="2074887"/>
                  </a:lnTo>
                  <a:lnTo>
                    <a:pt x="1684582" y="2055774"/>
                  </a:lnTo>
                  <a:lnTo>
                    <a:pt x="1716584" y="2035557"/>
                  </a:lnTo>
                  <a:lnTo>
                    <a:pt x="1747878" y="2014258"/>
                  </a:lnTo>
                  <a:lnTo>
                    <a:pt x="1778426" y="1991904"/>
                  </a:lnTo>
                  <a:lnTo>
                    <a:pt x="1808193" y="1968520"/>
                  </a:lnTo>
                  <a:lnTo>
                    <a:pt x="1837145" y="1944133"/>
                  </a:lnTo>
                  <a:lnTo>
                    <a:pt x="1865247" y="1918772"/>
                  </a:lnTo>
                  <a:lnTo>
                    <a:pt x="1892466" y="1892466"/>
                  </a:lnTo>
                  <a:lnTo>
                    <a:pt x="1865247" y="1918772"/>
                  </a:lnTo>
                  <a:lnTo>
                    <a:pt x="1837145" y="1944133"/>
                  </a:lnTo>
                  <a:lnTo>
                    <a:pt x="1808193" y="1968520"/>
                  </a:lnTo>
                  <a:lnTo>
                    <a:pt x="1778426" y="1991904"/>
                  </a:lnTo>
                  <a:lnTo>
                    <a:pt x="1747878" y="2014258"/>
                  </a:lnTo>
                  <a:lnTo>
                    <a:pt x="1716584" y="2035557"/>
                  </a:lnTo>
                  <a:lnTo>
                    <a:pt x="1684582" y="2055774"/>
                  </a:lnTo>
                  <a:lnTo>
                    <a:pt x="1651908" y="2074887"/>
                  </a:lnTo>
                  <a:lnTo>
                    <a:pt x="1618600" y="2092874"/>
                  </a:lnTo>
                  <a:lnTo>
                    <a:pt x="1584698" y="2109713"/>
                  </a:lnTo>
                  <a:lnTo>
                    <a:pt x="1550241" y="2125384"/>
                  </a:lnTo>
                  <a:lnTo>
                    <a:pt x="1515269" y="2139870"/>
                  </a:lnTo>
                  <a:lnTo>
                    <a:pt x="1479822" y="2153154"/>
                  </a:lnTo>
                  <a:lnTo>
                    <a:pt x="1443943" y="2165219"/>
                  </a:lnTo>
                  <a:lnTo>
                    <a:pt x="1407673" y="2176053"/>
                  </a:lnTo>
                  <a:lnTo>
                    <a:pt x="1371054" y="2185642"/>
                  </a:lnTo>
                  <a:lnTo>
                    <a:pt x="1334128" y="2193975"/>
                  </a:lnTo>
                  <a:lnTo>
                    <a:pt x="1296940" y="2201043"/>
                  </a:lnTo>
                  <a:lnTo>
                    <a:pt x="1259533" y="2206837"/>
                  </a:lnTo>
                  <a:lnTo>
                    <a:pt x="1221949" y="2211350"/>
                  </a:lnTo>
                  <a:lnTo>
                    <a:pt x="1184233" y="2214578"/>
                  </a:lnTo>
                  <a:lnTo>
                    <a:pt x="1146429" y="2216516"/>
                  </a:lnTo>
                  <a:lnTo>
                    <a:pt x="1108581" y="2217162"/>
                  </a:lnTo>
                  <a:lnTo>
                    <a:pt x="1070733" y="2216516"/>
                  </a:lnTo>
                  <a:lnTo>
                    <a:pt x="1032929" y="2214578"/>
                  </a:lnTo>
                  <a:lnTo>
                    <a:pt x="995213" y="2211350"/>
                  </a:lnTo>
                  <a:lnTo>
                    <a:pt x="957629" y="2206837"/>
                  </a:lnTo>
                  <a:lnTo>
                    <a:pt x="920221" y="2201043"/>
                  </a:lnTo>
                  <a:lnTo>
                    <a:pt x="883033" y="2193975"/>
                  </a:lnTo>
                  <a:lnTo>
                    <a:pt x="846108" y="2185642"/>
                  </a:lnTo>
                  <a:lnTo>
                    <a:pt x="809489" y="2176053"/>
                  </a:lnTo>
                  <a:lnTo>
                    <a:pt x="773219" y="2165219"/>
                  </a:lnTo>
                  <a:lnTo>
                    <a:pt x="737340" y="2153154"/>
                  </a:lnTo>
                  <a:lnTo>
                    <a:pt x="701893" y="2139870"/>
                  </a:lnTo>
                  <a:lnTo>
                    <a:pt x="666921" y="2125384"/>
                  </a:lnTo>
                  <a:lnTo>
                    <a:pt x="632464" y="2109713"/>
                  </a:lnTo>
                  <a:lnTo>
                    <a:pt x="598561" y="2092874"/>
                  </a:lnTo>
                  <a:lnTo>
                    <a:pt x="565254" y="2074887"/>
                  </a:lnTo>
                  <a:lnTo>
                    <a:pt x="532580" y="2055774"/>
                  </a:lnTo>
                  <a:lnTo>
                    <a:pt x="500577" y="2035557"/>
                  </a:lnTo>
                  <a:lnTo>
                    <a:pt x="469284" y="2014258"/>
                  </a:lnTo>
                  <a:lnTo>
                    <a:pt x="438736" y="1991904"/>
                  </a:lnTo>
                  <a:lnTo>
                    <a:pt x="408969" y="1968520"/>
                  </a:lnTo>
                  <a:lnTo>
                    <a:pt x="380017" y="1944133"/>
                  </a:lnTo>
                  <a:lnTo>
                    <a:pt x="351915" y="1918772"/>
                  </a:lnTo>
                  <a:lnTo>
                    <a:pt x="324695" y="1892466"/>
                  </a:lnTo>
                  <a:lnTo>
                    <a:pt x="315656" y="1846820"/>
                  </a:lnTo>
                  <a:lnTo>
                    <a:pt x="308853" y="1801549"/>
                  </a:lnTo>
                  <a:lnTo>
                    <a:pt x="304247" y="1756754"/>
                  </a:lnTo>
                  <a:lnTo>
                    <a:pt x="301794" y="1712534"/>
                  </a:lnTo>
                  <a:lnTo>
                    <a:pt x="301448" y="1668983"/>
                  </a:lnTo>
                  <a:lnTo>
                    <a:pt x="303155" y="1626196"/>
                  </a:lnTo>
                  <a:lnTo>
                    <a:pt x="306862" y="1584263"/>
                  </a:lnTo>
                  <a:lnTo>
                    <a:pt x="312507" y="1543270"/>
                  </a:lnTo>
                  <a:lnTo>
                    <a:pt x="320030" y="1503301"/>
                  </a:lnTo>
                  <a:lnTo>
                    <a:pt x="329362" y="1464438"/>
                  </a:lnTo>
                  <a:lnTo>
                    <a:pt x="340434" y="1426758"/>
                  </a:lnTo>
                  <a:lnTo>
                    <a:pt x="353174" y="1390333"/>
                  </a:lnTo>
                  <a:lnTo>
                    <a:pt x="367504" y="1355235"/>
                  </a:lnTo>
                  <a:lnTo>
                    <a:pt x="383347" y="1321529"/>
                  </a:lnTo>
                  <a:lnTo>
                    <a:pt x="400621" y="1289277"/>
                  </a:lnTo>
                  <a:lnTo>
                    <a:pt x="419242" y="1258537"/>
                  </a:lnTo>
                  <a:lnTo>
                    <a:pt x="439124" y="1229364"/>
                  </a:lnTo>
                  <a:lnTo>
                    <a:pt x="460178" y="1201807"/>
                  </a:lnTo>
                  <a:lnTo>
                    <a:pt x="482314" y="1175912"/>
                  </a:lnTo>
                  <a:lnTo>
                    <a:pt x="505441" y="1151718"/>
                  </a:lnTo>
                  <a:lnTo>
                    <a:pt x="529464" y="1129264"/>
                  </a:lnTo>
                  <a:lnTo>
                    <a:pt x="554290" y="1108581"/>
                  </a:lnTo>
                  <a:lnTo>
                    <a:pt x="555194" y="1140225"/>
                  </a:lnTo>
                  <a:lnTo>
                    <a:pt x="557903" y="1171765"/>
                  </a:lnTo>
                  <a:lnTo>
                    <a:pt x="562408" y="1203100"/>
                  </a:lnTo>
                  <a:lnTo>
                    <a:pt x="568695" y="1234126"/>
                  </a:lnTo>
                  <a:lnTo>
                    <a:pt x="576743" y="1264743"/>
                  </a:lnTo>
                  <a:lnTo>
                    <a:pt x="586525" y="1294850"/>
                  </a:lnTo>
                  <a:lnTo>
                    <a:pt x="598011" y="1324350"/>
                  </a:lnTo>
                  <a:lnTo>
                    <a:pt x="611161" y="1353146"/>
                  </a:lnTo>
                  <a:lnTo>
                    <a:pt x="625934" y="1381144"/>
                  </a:lnTo>
                  <a:lnTo>
                    <a:pt x="642282" y="1408253"/>
                  </a:lnTo>
                  <a:lnTo>
                    <a:pt x="660150" y="1434385"/>
                  </a:lnTo>
                  <a:lnTo>
                    <a:pt x="679481" y="1459454"/>
                  </a:lnTo>
                  <a:lnTo>
                    <a:pt x="700212" y="1483378"/>
                  </a:lnTo>
                  <a:lnTo>
                    <a:pt x="722275" y="1506080"/>
                  </a:lnTo>
                  <a:lnTo>
                    <a:pt x="745598" y="1527486"/>
                  </a:lnTo>
                  <a:lnTo>
                    <a:pt x="770104" y="1547525"/>
                  </a:lnTo>
                  <a:lnTo>
                    <a:pt x="795715" y="1566132"/>
                  </a:lnTo>
                  <a:lnTo>
                    <a:pt x="822347" y="1583247"/>
                  </a:lnTo>
                  <a:lnTo>
                    <a:pt x="849912" y="1598814"/>
                  </a:lnTo>
                  <a:lnTo>
                    <a:pt x="878320" y="1612781"/>
                  </a:lnTo>
                  <a:lnTo>
                    <a:pt x="907480" y="1625104"/>
                  </a:lnTo>
                  <a:lnTo>
                    <a:pt x="937296" y="1635743"/>
                  </a:lnTo>
                  <a:lnTo>
                    <a:pt x="967670" y="1644661"/>
                  </a:lnTo>
                  <a:lnTo>
                    <a:pt x="998504" y="1651832"/>
                  </a:lnTo>
                  <a:lnTo>
                    <a:pt x="1029697" y="1657230"/>
                  </a:lnTo>
                  <a:lnTo>
                    <a:pt x="1061147" y="1660838"/>
                  </a:lnTo>
                  <a:lnTo>
                    <a:pt x="1092753" y="1662646"/>
                  </a:lnTo>
                  <a:lnTo>
                    <a:pt x="1124409" y="1662646"/>
                  </a:lnTo>
                  <a:lnTo>
                    <a:pt x="1156014" y="1660838"/>
                  </a:lnTo>
                  <a:lnTo>
                    <a:pt x="1187465" y="1657230"/>
                  </a:lnTo>
                  <a:lnTo>
                    <a:pt x="1218658" y="1651832"/>
                  </a:lnTo>
                  <a:lnTo>
                    <a:pt x="1249492" y="1644661"/>
                  </a:lnTo>
                  <a:lnTo>
                    <a:pt x="1279866" y="1635743"/>
                  </a:lnTo>
                  <a:lnTo>
                    <a:pt x="1309682" y="1625104"/>
                  </a:lnTo>
                  <a:lnTo>
                    <a:pt x="1338842" y="1612781"/>
                  </a:lnTo>
                  <a:lnTo>
                    <a:pt x="1367250" y="1598814"/>
                  </a:lnTo>
                  <a:lnTo>
                    <a:pt x="1394815" y="1583247"/>
                  </a:lnTo>
                  <a:lnTo>
                    <a:pt x="1421447" y="1566132"/>
                  </a:lnTo>
                  <a:lnTo>
                    <a:pt x="1447057" y="1547525"/>
                  </a:lnTo>
                  <a:lnTo>
                    <a:pt x="1471564" y="1527486"/>
                  </a:lnTo>
                  <a:lnTo>
                    <a:pt x="1494887" y="1506080"/>
                  </a:lnTo>
                  <a:lnTo>
                    <a:pt x="1516950" y="1483378"/>
                  </a:lnTo>
                  <a:lnTo>
                    <a:pt x="1537680" y="1459454"/>
                  </a:lnTo>
                  <a:lnTo>
                    <a:pt x="1557011" y="1434385"/>
                  </a:lnTo>
                  <a:lnTo>
                    <a:pt x="1574880" y="1408253"/>
                  </a:lnTo>
                  <a:lnTo>
                    <a:pt x="1591227" y="1381144"/>
                  </a:lnTo>
                  <a:lnTo>
                    <a:pt x="1606000" y="1353146"/>
                  </a:lnTo>
                  <a:lnTo>
                    <a:pt x="1619151" y="1324350"/>
                  </a:lnTo>
                  <a:lnTo>
                    <a:pt x="1630636" y="1294850"/>
                  </a:lnTo>
                  <a:lnTo>
                    <a:pt x="1640419" y="1264743"/>
                  </a:lnTo>
                  <a:lnTo>
                    <a:pt x="1648467" y="1234126"/>
                  </a:lnTo>
                  <a:lnTo>
                    <a:pt x="1654753" y="1203100"/>
                  </a:lnTo>
                  <a:lnTo>
                    <a:pt x="1659259" y="1171765"/>
                  </a:lnTo>
                  <a:lnTo>
                    <a:pt x="1661968" y="1140225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293044" y="4148895"/>
              <a:ext cx="1614266" cy="2217162"/>
            </a:xfrm>
            <a:custGeom>
              <a:avLst/>
              <a:pathLst>
                <a:path w="1614266" h="2217162">
                  <a:moveTo>
                    <a:pt x="807133" y="0"/>
                  </a:moveTo>
                  <a:lnTo>
                    <a:pt x="845801" y="25885"/>
                  </a:lnTo>
                  <a:lnTo>
                    <a:pt x="882623" y="53086"/>
                  </a:lnTo>
                  <a:lnTo>
                    <a:pt x="917555" y="81503"/>
                  </a:lnTo>
                  <a:lnTo>
                    <a:pt x="950558" y="111038"/>
                  </a:lnTo>
                  <a:lnTo>
                    <a:pt x="981598" y="141587"/>
                  </a:lnTo>
                  <a:lnTo>
                    <a:pt x="1010645" y="173050"/>
                  </a:lnTo>
                  <a:lnTo>
                    <a:pt x="1037676" y="205322"/>
                  </a:lnTo>
                  <a:lnTo>
                    <a:pt x="1062670" y="238300"/>
                  </a:lnTo>
                  <a:lnTo>
                    <a:pt x="1085613" y="271881"/>
                  </a:lnTo>
                  <a:lnTo>
                    <a:pt x="1106495" y="305961"/>
                  </a:lnTo>
                  <a:lnTo>
                    <a:pt x="1125309" y="340434"/>
                  </a:lnTo>
                  <a:lnTo>
                    <a:pt x="1142057" y="375198"/>
                  </a:lnTo>
                  <a:lnTo>
                    <a:pt x="1156742" y="410150"/>
                  </a:lnTo>
                  <a:lnTo>
                    <a:pt x="1169373" y="445186"/>
                  </a:lnTo>
                  <a:lnTo>
                    <a:pt x="1179964" y="480206"/>
                  </a:lnTo>
                  <a:lnTo>
                    <a:pt x="1188534" y="515109"/>
                  </a:lnTo>
                  <a:lnTo>
                    <a:pt x="1195104" y="549796"/>
                  </a:lnTo>
                  <a:lnTo>
                    <a:pt x="1199702" y="584170"/>
                  </a:lnTo>
                  <a:lnTo>
                    <a:pt x="1202360" y="618133"/>
                  </a:lnTo>
                  <a:lnTo>
                    <a:pt x="1203114" y="651594"/>
                  </a:lnTo>
                  <a:lnTo>
                    <a:pt x="1202005" y="684458"/>
                  </a:lnTo>
                  <a:lnTo>
                    <a:pt x="1199075" y="716638"/>
                  </a:lnTo>
                  <a:lnTo>
                    <a:pt x="1222025" y="741018"/>
                  </a:lnTo>
                  <a:lnTo>
                    <a:pt x="1243461" y="766739"/>
                  </a:lnTo>
                  <a:lnTo>
                    <a:pt x="1263305" y="793708"/>
                  </a:lnTo>
                  <a:lnTo>
                    <a:pt x="1281484" y="821825"/>
                  </a:lnTo>
                  <a:lnTo>
                    <a:pt x="1297933" y="850989"/>
                  </a:lnTo>
                  <a:lnTo>
                    <a:pt x="1312590" y="881093"/>
                  </a:lnTo>
                  <a:lnTo>
                    <a:pt x="1325403" y="912027"/>
                  </a:lnTo>
                  <a:lnTo>
                    <a:pt x="1336326" y="943678"/>
                  </a:lnTo>
                  <a:lnTo>
                    <a:pt x="1345317" y="975930"/>
                  </a:lnTo>
                  <a:lnTo>
                    <a:pt x="1352344" y="1008667"/>
                  </a:lnTo>
                  <a:lnTo>
                    <a:pt x="1357382" y="1041769"/>
                  </a:lnTo>
                  <a:lnTo>
                    <a:pt x="1360412" y="1075114"/>
                  </a:lnTo>
                  <a:lnTo>
                    <a:pt x="1361423" y="1108581"/>
                  </a:lnTo>
                  <a:lnTo>
                    <a:pt x="1386249" y="1129264"/>
                  </a:lnTo>
                  <a:lnTo>
                    <a:pt x="1410273" y="1151718"/>
                  </a:lnTo>
                  <a:lnTo>
                    <a:pt x="1433399" y="1175912"/>
                  </a:lnTo>
                  <a:lnTo>
                    <a:pt x="1455536" y="1201807"/>
                  </a:lnTo>
                  <a:lnTo>
                    <a:pt x="1476590" y="1229364"/>
                  </a:lnTo>
                  <a:lnTo>
                    <a:pt x="1496472" y="1258537"/>
                  </a:lnTo>
                  <a:lnTo>
                    <a:pt x="1515092" y="1289277"/>
                  </a:lnTo>
                  <a:lnTo>
                    <a:pt x="1532366" y="1321529"/>
                  </a:lnTo>
                  <a:lnTo>
                    <a:pt x="1548209" y="1355235"/>
                  </a:lnTo>
                  <a:lnTo>
                    <a:pt x="1562540" y="1390333"/>
                  </a:lnTo>
                  <a:lnTo>
                    <a:pt x="1575279" y="1426758"/>
                  </a:lnTo>
                  <a:lnTo>
                    <a:pt x="1586352" y="1464438"/>
                  </a:lnTo>
                  <a:lnTo>
                    <a:pt x="1595684" y="1503301"/>
                  </a:lnTo>
                  <a:lnTo>
                    <a:pt x="1603206" y="1543270"/>
                  </a:lnTo>
                  <a:lnTo>
                    <a:pt x="1608852" y="1584263"/>
                  </a:lnTo>
                  <a:lnTo>
                    <a:pt x="1612558" y="1626196"/>
                  </a:lnTo>
                  <a:lnTo>
                    <a:pt x="1614266" y="1668983"/>
                  </a:lnTo>
                  <a:lnTo>
                    <a:pt x="1613919" y="1712534"/>
                  </a:lnTo>
                  <a:lnTo>
                    <a:pt x="1611466" y="1756754"/>
                  </a:lnTo>
                  <a:lnTo>
                    <a:pt x="1606860" y="1801549"/>
                  </a:lnTo>
                  <a:lnTo>
                    <a:pt x="1600057" y="1846820"/>
                  </a:lnTo>
                  <a:lnTo>
                    <a:pt x="1591018" y="1892466"/>
                  </a:lnTo>
                  <a:lnTo>
                    <a:pt x="1563798" y="1918772"/>
                  </a:lnTo>
                  <a:lnTo>
                    <a:pt x="1535696" y="1944133"/>
                  </a:lnTo>
                  <a:lnTo>
                    <a:pt x="1506745" y="1968520"/>
                  </a:lnTo>
                  <a:lnTo>
                    <a:pt x="1476978" y="1991904"/>
                  </a:lnTo>
                  <a:lnTo>
                    <a:pt x="1446430" y="2014258"/>
                  </a:lnTo>
                  <a:lnTo>
                    <a:pt x="1415136" y="2035557"/>
                  </a:lnTo>
                  <a:lnTo>
                    <a:pt x="1383134" y="2055774"/>
                  </a:lnTo>
                  <a:lnTo>
                    <a:pt x="1350460" y="2074887"/>
                  </a:lnTo>
                  <a:lnTo>
                    <a:pt x="1317152" y="2092874"/>
                  </a:lnTo>
                  <a:lnTo>
                    <a:pt x="1283250" y="2109713"/>
                  </a:lnTo>
                  <a:lnTo>
                    <a:pt x="1248793" y="2125384"/>
                  </a:lnTo>
                  <a:lnTo>
                    <a:pt x="1213820" y="2139870"/>
                  </a:lnTo>
                  <a:lnTo>
                    <a:pt x="1178374" y="2153154"/>
                  </a:lnTo>
                  <a:lnTo>
                    <a:pt x="1142495" y="2165219"/>
                  </a:lnTo>
                  <a:lnTo>
                    <a:pt x="1106224" y="2176053"/>
                  </a:lnTo>
                  <a:lnTo>
                    <a:pt x="1069605" y="2185642"/>
                  </a:lnTo>
                  <a:lnTo>
                    <a:pt x="1032680" y="2193975"/>
                  </a:lnTo>
                  <a:lnTo>
                    <a:pt x="995492" y="2201043"/>
                  </a:lnTo>
                  <a:lnTo>
                    <a:pt x="958084" y="2206837"/>
                  </a:lnTo>
                  <a:lnTo>
                    <a:pt x="920501" y="2211350"/>
                  </a:lnTo>
                  <a:lnTo>
                    <a:pt x="882785" y="2214578"/>
                  </a:lnTo>
                  <a:lnTo>
                    <a:pt x="844981" y="2216516"/>
                  </a:lnTo>
                  <a:lnTo>
                    <a:pt x="807133" y="2217162"/>
                  </a:lnTo>
                  <a:lnTo>
                    <a:pt x="769284" y="2216516"/>
                  </a:lnTo>
                  <a:lnTo>
                    <a:pt x="731480" y="2214578"/>
                  </a:lnTo>
                  <a:lnTo>
                    <a:pt x="693765" y="2211350"/>
                  </a:lnTo>
                  <a:lnTo>
                    <a:pt x="656181" y="2206837"/>
                  </a:lnTo>
                  <a:lnTo>
                    <a:pt x="618773" y="2201043"/>
                  </a:lnTo>
                  <a:lnTo>
                    <a:pt x="581585" y="2193975"/>
                  </a:lnTo>
                  <a:lnTo>
                    <a:pt x="544660" y="2185642"/>
                  </a:lnTo>
                  <a:lnTo>
                    <a:pt x="508041" y="2176053"/>
                  </a:lnTo>
                  <a:lnTo>
                    <a:pt x="471771" y="2165219"/>
                  </a:lnTo>
                  <a:lnTo>
                    <a:pt x="435891" y="2153154"/>
                  </a:lnTo>
                  <a:lnTo>
                    <a:pt x="400445" y="2139870"/>
                  </a:lnTo>
                  <a:lnTo>
                    <a:pt x="365473" y="2125384"/>
                  </a:lnTo>
                  <a:lnTo>
                    <a:pt x="331015" y="2109713"/>
                  </a:lnTo>
                  <a:lnTo>
                    <a:pt x="297113" y="2092874"/>
                  </a:lnTo>
                  <a:lnTo>
                    <a:pt x="263806" y="2074887"/>
                  </a:lnTo>
                  <a:lnTo>
                    <a:pt x="231132" y="2055774"/>
                  </a:lnTo>
                  <a:lnTo>
                    <a:pt x="199129" y="2035557"/>
                  </a:lnTo>
                  <a:lnTo>
                    <a:pt x="167836" y="2014258"/>
                  </a:lnTo>
                  <a:lnTo>
                    <a:pt x="137287" y="1991904"/>
                  </a:lnTo>
                  <a:lnTo>
                    <a:pt x="107520" y="1968520"/>
                  </a:lnTo>
                  <a:lnTo>
                    <a:pt x="78569" y="1944133"/>
                  </a:lnTo>
                  <a:lnTo>
                    <a:pt x="50467" y="1918772"/>
                  </a:lnTo>
                  <a:lnTo>
                    <a:pt x="23247" y="1892466"/>
                  </a:lnTo>
                  <a:lnTo>
                    <a:pt x="14208" y="1846820"/>
                  </a:lnTo>
                  <a:lnTo>
                    <a:pt x="7405" y="1801549"/>
                  </a:lnTo>
                  <a:lnTo>
                    <a:pt x="2799" y="1756754"/>
                  </a:lnTo>
                  <a:lnTo>
                    <a:pt x="346" y="1712534"/>
                  </a:lnTo>
                  <a:lnTo>
                    <a:pt x="0" y="1668983"/>
                  </a:lnTo>
                  <a:lnTo>
                    <a:pt x="1707" y="1626196"/>
                  </a:lnTo>
                  <a:lnTo>
                    <a:pt x="5413" y="1584263"/>
                  </a:lnTo>
                  <a:lnTo>
                    <a:pt x="11059" y="1543270"/>
                  </a:lnTo>
                  <a:lnTo>
                    <a:pt x="18581" y="1503301"/>
                  </a:lnTo>
                  <a:lnTo>
                    <a:pt x="27914" y="1464438"/>
                  </a:lnTo>
                  <a:lnTo>
                    <a:pt x="38986" y="1426758"/>
                  </a:lnTo>
                  <a:lnTo>
                    <a:pt x="51725" y="1390333"/>
                  </a:lnTo>
                  <a:lnTo>
                    <a:pt x="66056" y="1355235"/>
                  </a:lnTo>
                  <a:lnTo>
                    <a:pt x="81899" y="1321529"/>
                  </a:lnTo>
                  <a:lnTo>
                    <a:pt x="99173" y="1289277"/>
                  </a:lnTo>
                  <a:lnTo>
                    <a:pt x="117794" y="1258537"/>
                  </a:lnTo>
                  <a:lnTo>
                    <a:pt x="137675" y="1229364"/>
                  </a:lnTo>
                  <a:lnTo>
                    <a:pt x="158730" y="1201807"/>
                  </a:lnTo>
                  <a:lnTo>
                    <a:pt x="180866" y="1175912"/>
                  </a:lnTo>
                  <a:lnTo>
                    <a:pt x="203993" y="1151718"/>
                  </a:lnTo>
                  <a:lnTo>
                    <a:pt x="228016" y="1129264"/>
                  </a:lnTo>
                  <a:lnTo>
                    <a:pt x="252842" y="1108581"/>
                  </a:lnTo>
                  <a:lnTo>
                    <a:pt x="228016" y="1087898"/>
                  </a:lnTo>
                  <a:lnTo>
                    <a:pt x="203993" y="1065443"/>
                  </a:lnTo>
                  <a:lnTo>
                    <a:pt x="180866" y="1041250"/>
                  </a:lnTo>
                  <a:lnTo>
                    <a:pt x="158730" y="1015355"/>
                  </a:lnTo>
                  <a:lnTo>
                    <a:pt x="137675" y="987798"/>
                  </a:lnTo>
                  <a:lnTo>
                    <a:pt x="117794" y="958624"/>
                  </a:lnTo>
                  <a:lnTo>
                    <a:pt x="99173" y="927885"/>
                  </a:lnTo>
                  <a:lnTo>
                    <a:pt x="81899" y="895633"/>
                  </a:lnTo>
                  <a:lnTo>
                    <a:pt x="66056" y="861927"/>
                  </a:lnTo>
                  <a:lnTo>
                    <a:pt x="51725" y="826829"/>
                  </a:lnTo>
                  <a:lnTo>
                    <a:pt x="38986" y="790404"/>
                  </a:lnTo>
                  <a:lnTo>
                    <a:pt x="27914" y="752723"/>
                  </a:lnTo>
                  <a:lnTo>
                    <a:pt x="18581" y="713860"/>
                  </a:lnTo>
                  <a:lnTo>
                    <a:pt x="11059" y="673892"/>
                  </a:lnTo>
                  <a:lnTo>
                    <a:pt x="5413" y="632899"/>
                  </a:lnTo>
                  <a:lnTo>
                    <a:pt x="1707" y="590965"/>
                  </a:lnTo>
                  <a:lnTo>
                    <a:pt x="0" y="548178"/>
                  </a:lnTo>
                  <a:lnTo>
                    <a:pt x="346" y="504628"/>
                  </a:lnTo>
                  <a:lnTo>
                    <a:pt x="2799" y="460408"/>
                  </a:lnTo>
                  <a:lnTo>
                    <a:pt x="7405" y="415613"/>
                  </a:lnTo>
                  <a:lnTo>
                    <a:pt x="14208" y="370342"/>
                  </a:lnTo>
                  <a:lnTo>
                    <a:pt x="23247" y="324695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622867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068576" y="4117294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460519" y="4833932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284691" y="444199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8576" y="633445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852462" y="600976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284691" y="600976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514286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100177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100177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100177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100177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00177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316292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991596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316292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4968138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747916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39249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738818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59040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966115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730951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975213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3473878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424409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6583680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583680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911679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7721761" y="3572944"/>
              <a:ext cx="127092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 (n=11)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6971496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8357223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357223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357223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357223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357223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475352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110069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75352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03002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248781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110226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7573338" y="4734886"/>
              <a:ext cx="1892466" cy="1378661"/>
            </a:xfrm>
            <a:custGeom>
              <a:avLst/>
              <a:pathLst>
                <a:path w="1892466" h="1378661">
                  <a:moveTo>
                    <a:pt x="1892466" y="522590"/>
                  </a:moveTo>
                  <a:lnTo>
                    <a:pt x="1863165" y="479096"/>
                  </a:lnTo>
                  <a:lnTo>
                    <a:pt x="1832206" y="437961"/>
                  </a:lnTo>
                  <a:lnTo>
                    <a:pt x="1799730" y="399244"/>
                  </a:lnTo>
                  <a:lnTo>
                    <a:pt x="1765882" y="363000"/>
                  </a:lnTo>
                  <a:lnTo>
                    <a:pt x="1730809" y="329274"/>
                  </a:lnTo>
                  <a:lnTo>
                    <a:pt x="1694658" y="298104"/>
                  </a:lnTo>
                  <a:lnTo>
                    <a:pt x="1657577" y="269522"/>
                  </a:lnTo>
                  <a:lnTo>
                    <a:pt x="1619716" y="243548"/>
                  </a:lnTo>
                  <a:lnTo>
                    <a:pt x="1581225" y="220199"/>
                  </a:lnTo>
                  <a:lnTo>
                    <a:pt x="1542251" y="199480"/>
                  </a:lnTo>
                  <a:lnTo>
                    <a:pt x="1502945" y="181391"/>
                  </a:lnTo>
                  <a:lnTo>
                    <a:pt x="1463454" y="165924"/>
                  </a:lnTo>
                  <a:lnTo>
                    <a:pt x="1423925" y="153063"/>
                  </a:lnTo>
                  <a:lnTo>
                    <a:pt x="1384502" y="142783"/>
                  </a:lnTo>
                  <a:lnTo>
                    <a:pt x="1345328" y="135054"/>
                  </a:lnTo>
                  <a:lnTo>
                    <a:pt x="1306544" y="129837"/>
                  </a:lnTo>
                  <a:lnTo>
                    <a:pt x="1268287" y="127088"/>
                  </a:lnTo>
                  <a:lnTo>
                    <a:pt x="1230692" y="126753"/>
                  </a:lnTo>
                  <a:lnTo>
                    <a:pt x="1193891" y="128774"/>
                  </a:lnTo>
                  <a:lnTo>
                    <a:pt x="1158010" y="133084"/>
                  </a:lnTo>
                  <a:lnTo>
                    <a:pt x="1123174" y="139612"/>
                  </a:lnTo>
                  <a:lnTo>
                    <a:pt x="1089500" y="148279"/>
                  </a:lnTo>
                  <a:lnTo>
                    <a:pt x="1057104" y="159001"/>
                  </a:lnTo>
                  <a:lnTo>
                    <a:pt x="1026095" y="171688"/>
                  </a:lnTo>
                  <a:lnTo>
                    <a:pt x="996577" y="186244"/>
                  </a:lnTo>
                  <a:lnTo>
                    <a:pt x="968648" y="202570"/>
                  </a:lnTo>
                  <a:lnTo>
                    <a:pt x="942403" y="220559"/>
                  </a:lnTo>
                  <a:lnTo>
                    <a:pt x="917927" y="240102"/>
                  </a:lnTo>
                  <a:lnTo>
                    <a:pt x="895302" y="261084"/>
                  </a:lnTo>
                  <a:lnTo>
                    <a:pt x="874602" y="283388"/>
                  </a:lnTo>
                  <a:lnTo>
                    <a:pt x="855896" y="306891"/>
                  </a:lnTo>
                  <a:lnTo>
                    <a:pt x="839244" y="331470"/>
                  </a:lnTo>
                  <a:lnTo>
                    <a:pt x="824700" y="356995"/>
                  </a:lnTo>
                  <a:lnTo>
                    <a:pt x="812314" y="383336"/>
                  </a:lnTo>
                  <a:lnTo>
                    <a:pt x="802124" y="410362"/>
                  </a:lnTo>
                  <a:lnTo>
                    <a:pt x="794164" y="437936"/>
                  </a:lnTo>
                  <a:lnTo>
                    <a:pt x="788459" y="465924"/>
                  </a:lnTo>
                  <a:lnTo>
                    <a:pt x="785029" y="494188"/>
                  </a:lnTo>
                  <a:lnTo>
                    <a:pt x="783885" y="522590"/>
                  </a:lnTo>
                  <a:lnTo>
                    <a:pt x="784982" y="490476"/>
                  </a:lnTo>
                  <a:lnTo>
                    <a:pt x="788271" y="458474"/>
                  </a:lnTo>
                  <a:lnTo>
                    <a:pt x="793743" y="426697"/>
                  </a:lnTo>
                  <a:lnTo>
                    <a:pt x="801387" y="395256"/>
                  </a:lnTo>
                  <a:lnTo>
                    <a:pt x="811183" y="364262"/>
                  </a:lnTo>
                  <a:lnTo>
                    <a:pt x="823111" y="333826"/>
                  </a:lnTo>
                  <a:lnTo>
                    <a:pt x="837140" y="304056"/>
                  </a:lnTo>
                  <a:lnTo>
                    <a:pt x="853240" y="275060"/>
                  </a:lnTo>
                  <a:lnTo>
                    <a:pt x="871371" y="246945"/>
                  </a:lnTo>
                  <a:lnTo>
                    <a:pt x="891491" y="219815"/>
                  </a:lnTo>
                  <a:lnTo>
                    <a:pt x="913553" y="193773"/>
                  </a:lnTo>
                  <a:lnTo>
                    <a:pt x="937506" y="168919"/>
                  </a:lnTo>
                  <a:lnTo>
                    <a:pt x="963291" y="145352"/>
                  </a:lnTo>
                  <a:lnTo>
                    <a:pt x="990849" y="123167"/>
                  </a:lnTo>
                  <a:lnTo>
                    <a:pt x="1020114" y="102456"/>
                  </a:lnTo>
                  <a:lnTo>
                    <a:pt x="1051016" y="83312"/>
                  </a:lnTo>
                  <a:lnTo>
                    <a:pt x="1083481" y="65819"/>
                  </a:lnTo>
                  <a:lnTo>
                    <a:pt x="1117431" y="50062"/>
                  </a:lnTo>
                  <a:lnTo>
                    <a:pt x="1152785" y="36122"/>
                  </a:lnTo>
                  <a:lnTo>
                    <a:pt x="1189457" y="24074"/>
                  </a:lnTo>
                  <a:lnTo>
                    <a:pt x="1227359" y="13993"/>
                  </a:lnTo>
                  <a:lnTo>
                    <a:pt x="1266396" y="5946"/>
                  </a:lnTo>
                  <a:lnTo>
                    <a:pt x="1306475" y="0"/>
                  </a:lnTo>
                  <a:lnTo>
                    <a:pt x="1332264" y="33876"/>
                  </a:lnTo>
                  <a:lnTo>
                    <a:pt x="1355898" y="68980"/>
                  </a:lnTo>
                  <a:lnTo>
                    <a:pt x="1377321" y="105176"/>
                  </a:lnTo>
                  <a:lnTo>
                    <a:pt x="1396488" y="142327"/>
                  </a:lnTo>
                  <a:lnTo>
                    <a:pt x="1413358" y="180293"/>
                  </a:lnTo>
                  <a:lnTo>
                    <a:pt x="1427903" y="218935"/>
                  </a:lnTo>
                  <a:lnTo>
                    <a:pt x="1440101" y="258111"/>
                  </a:lnTo>
                  <a:lnTo>
                    <a:pt x="1449939" y="297680"/>
                  </a:lnTo>
                  <a:lnTo>
                    <a:pt x="1457413" y="337501"/>
                  </a:lnTo>
                  <a:lnTo>
                    <a:pt x="1462525" y="377434"/>
                  </a:lnTo>
                  <a:lnTo>
                    <a:pt x="1465288" y="417341"/>
                  </a:lnTo>
                  <a:lnTo>
                    <a:pt x="1465722" y="457083"/>
                  </a:lnTo>
                  <a:lnTo>
                    <a:pt x="1463856" y="496526"/>
                  </a:lnTo>
                  <a:lnTo>
                    <a:pt x="1459725" y="535538"/>
                  </a:lnTo>
                  <a:lnTo>
                    <a:pt x="1453373" y="573989"/>
                  </a:lnTo>
                  <a:lnTo>
                    <a:pt x="1444849" y="611755"/>
                  </a:lnTo>
                  <a:lnTo>
                    <a:pt x="1434213" y="648713"/>
                  </a:lnTo>
                  <a:lnTo>
                    <a:pt x="1421528" y="684747"/>
                  </a:lnTo>
                  <a:lnTo>
                    <a:pt x="1406865" y="719744"/>
                  </a:lnTo>
                  <a:lnTo>
                    <a:pt x="1390301" y="753596"/>
                  </a:lnTo>
                  <a:lnTo>
                    <a:pt x="1371920" y="786201"/>
                  </a:lnTo>
                  <a:lnTo>
                    <a:pt x="1351809" y="817464"/>
                  </a:lnTo>
                  <a:lnTo>
                    <a:pt x="1330061" y="847294"/>
                  </a:lnTo>
                  <a:lnTo>
                    <a:pt x="1306774" y="875607"/>
                  </a:lnTo>
                  <a:lnTo>
                    <a:pt x="1282051" y="902325"/>
                  </a:lnTo>
                  <a:lnTo>
                    <a:pt x="1255997" y="927378"/>
                  </a:lnTo>
                  <a:lnTo>
                    <a:pt x="1228721" y="950702"/>
                  </a:lnTo>
                  <a:lnTo>
                    <a:pt x="1200335" y="972238"/>
                  </a:lnTo>
                  <a:lnTo>
                    <a:pt x="1170954" y="991939"/>
                  </a:lnTo>
                  <a:lnTo>
                    <a:pt x="1140695" y="1009760"/>
                  </a:lnTo>
                  <a:lnTo>
                    <a:pt x="1109675" y="1025668"/>
                  </a:lnTo>
                  <a:lnTo>
                    <a:pt x="1078014" y="1039632"/>
                  </a:lnTo>
                  <a:lnTo>
                    <a:pt x="1045831" y="1051634"/>
                  </a:lnTo>
                  <a:lnTo>
                    <a:pt x="1013248" y="1061659"/>
                  </a:lnTo>
                  <a:lnTo>
                    <a:pt x="980384" y="1069702"/>
                  </a:lnTo>
                  <a:lnTo>
                    <a:pt x="947358" y="1075763"/>
                  </a:lnTo>
                  <a:lnTo>
                    <a:pt x="914289" y="1079852"/>
                  </a:lnTo>
                  <a:lnTo>
                    <a:pt x="881294" y="1081982"/>
                  </a:lnTo>
                  <a:lnTo>
                    <a:pt x="848486" y="1082177"/>
                  </a:lnTo>
                  <a:lnTo>
                    <a:pt x="815980" y="1080464"/>
                  </a:lnTo>
                  <a:lnTo>
                    <a:pt x="783885" y="1076880"/>
                  </a:lnTo>
                  <a:lnTo>
                    <a:pt x="752307" y="1071466"/>
                  </a:lnTo>
                  <a:lnTo>
                    <a:pt x="721351" y="1064270"/>
                  </a:lnTo>
                  <a:lnTo>
                    <a:pt x="691115" y="1055344"/>
                  </a:lnTo>
                  <a:lnTo>
                    <a:pt x="661695" y="1044749"/>
                  </a:lnTo>
                  <a:lnTo>
                    <a:pt x="633183" y="1032547"/>
                  </a:lnTo>
                  <a:lnTo>
                    <a:pt x="605665" y="1018808"/>
                  </a:lnTo>
                  <a:lnTo>
                    <a:pt x="579222" y="1003606"/>
                  </a:lnTo>
                  <a:lnTo>
                    <a:pt x="553932" y="987018"/>
                  </a:lnTo>
                  <a:lnTo>
                    <a:pt x="529865" y="969127"/>
                  </a:lnTo>
                  <a:lnTo>
                    <a:pt x="507086" y="950017"/>
                  </a:lnTo>
                  <a:lnTo>
                    <a:pt x="485656" y="929777"/>
                  </a:lnTo>
                  <a:lnTo>
                    <a:pt x="465628" y="908499"/>
                  </a:lnTo>
                  <a:lnTo>
                    <a:pt x="447050" y="886276"/>
                  </a:lnTo>
                  <a:lnTo>
                    <a:pt x="429964" y="863204"/>
                  </a:lnTo>
                  <a:lnTo>
                    <a:pt x="414406" y="839381"/>
                  </a:lnTo>
                  <a:lnTo>
                    <a:pt x="400404" y="814904"/>
                  </a:lnTo>
                  <a:lnTo>
                    <a:pt x="387983" y="789874"/>
                  </a:lnTo>
                  <a:lnTo>
                    <a:pt x="377158" y="764391"/>
                  </a:lnTo>
                  <a:lnTo>
                    <a:pt x="367941" y="738554"/>
                  </a:lnTo>
                  <a:lnTo>
                    <a:pt x="360335" y="712464"/>
                  </a:lnTo>
                  <a:lnTo>
                    <a:pt x="354340" y="686219"/>
                  </a:lnTo>
                  <a:lnTo>
                    <a:pt x="349947" y="659918"/>
                  </a:lnTo>
                  <a:lnTo>
                    <a:pt x="347143" y="633656"/>
                  </a:lnTo>
                  <a:lnTo>
                    <a:pt x="345909" y="607530"/>
                  </a:lnTo>
                  <a:lnTo>
                    <a:pt x="346219" y="581632"/>
                  </a:lnTo>
                  <a:lnTo>
                    <a:pt x="348044" y="556051"/>
                  </a:lnTo>
                  <a:lnTo>
                    <a:pt x="351347" y="530877"/>
                  </a:lnTo>
                  <a:lnTo>
                    <a:pt x="356088" y="506192"/>
                  </a:lnTo>
                  <a:lnTo>
                    <a:pt x="362222" y="482079"/>
                  </a:lnTo>
                  <a:lnTo>
                    <a:pt x="369699" y="458615"/>
                  </a:lnTo>
                  <a:lnTo>
                    <a:pt x="378464" y="435874"/>
                  </a:lnTo>
                  <a:lnTo>
                    <a:pt x="388459" y="413925"/>
                  </a:lnTo>
                  <a:lnTo>
                    <a:pt x="399623" y="392834"/>
                  </a:lnTo>
                  <a:lnTo>
                    <a:pt x="411890" y="372662"/>
                  </a:lnTo>
                  <a:lnTo>
                    <a:pt x="425191" y="353465"/>
                  </a:lnTo>
                  <a:lnTo>
                    <a:pt x="439456" y="335295"/>
                  </a:lnTo>
                  <a:lnTo>
                    <a:pt x="454611" y="318198"/>
                  </a:lnTo>
                  <a:lnTo>
                    <a:pt x="470580" y="302216"/>
                  </a:lnTo>
                  <a:lnTo>
                    <a:pt x="487286" y="287385"/>
                  </a:lnTo>
                  <a:lnTo>
                    <a:pt x="504649" y="273736"/>
                  </a:lnTo>
                  <a:lnTo>
                    <a:pt x="522590" y="261295"/>
                  </a:lnTo>
                  <a:lnTo>
                    <a:pt x="502894" y="282601"/>
                  </a:lnTo>
                  <a:lnTo>
                    <a:pt x="484931" y="305387"/>
                  </a:lnTo>
                  <a:lnTo>
                    <a:pt x="468811" y="329512"/>
                  </a:lnTo>
                  <a:lnTo>
                    <a:pt x="454634" y="354828"/>
                  </a:lnTo>
                  <a:lnTo>
                    <a:pt x="442486" y="381178"/>
                  </a:lnTo>
                  <a:lnTo>
                    <a:pt x="432444" y="408400"/>
                  </a:lnTo>
                  <a:lnTo>
                    <a:pt x="424568" y="436325"/>
                  </a:lnTo>
                  <a:lnTo>
                    <a:pt x="418907" y="464783"/>
                  </a:lnTo>
                  <a:lnTo>
                    <a:pt x="415497" y="493597"/>
                  </a:lnTo>
                  <a:lnTo>
                    <a:pt x="414358" y="522590"/>
                  </a:lnTo>
                  <a:lnTo>
                    <a:pt x="415497" y="551583"/>
                  </a:lnTo>
                  <a:lnTo>
                    <a:pt x="418907" y="580397"/>
                  </a:lnTo>
                  <a:lnTo>
                    <a:pt x="424568" y="608854"/>
                  </a:lnTo>
                  <a:lnTo>
                    <a:pt x="432444" y="636780"/>
                  </a:lnTo>
                  <a:lnTo>
                    <a:pt x="442486" y="664002"/>
                  </a:lnTo>
                  <a:lnTo>
                    <a:pt x="454634" y="690352"/>
                  </a:lnTo>
                  <a:lnTo>
                    <a:pt x="468811" y="715667"/>
                  </a:lnTo>
                  <a:lnTo>
                    <a:pt x="484931" y="739792"/>
                  </a:lnTo>
                  <a:lnTo>
                    <a:pt x="502894" y="762578"/>
                  </a:lnTo>
                  <a:lnTo>
                    <a:pt x="522590" y="783885"/>
                  </a:lnTo>
                  <a:lnTo>
                    <a:pt x="543896" y="803580"/>
                  </a:lnTo>
                  <a:lnTo>
                    <a:pt x="566682" y="821543"/>
                  </a:lnTo>
                  <a:lnTo>
                    <a:pt x="590808" y="837663"/>
                  </a:lnTo>
                  <a:lnTo>
                    <a:pt x="616123" y="851841"/>
                  </a:lnTo>
                  <a:lnTo>
                    <a:pt x="642473" y="863988"/>
                  </a:lnTo>
                  <a:lnTo>
                    <a:pt x="669695" y="874031"/>
                  </a:lnTo>
                  <a:lnTo>
                    <a:pt x="697621" y="881907"/>
                  </a:lnTo>
                  <a:lnTo>
                    <a:pt x="726078" y="887567"/>
                  </a:lnTo>
                  <a:lnTo>
                    <a:pt x="754892" y="890978"/>
                  </a:lnTo>
                  <a:lnTo>
                    <a:pt x="783885" y="892117"/>
                  </a:lnTo>
                  <a:lnTo>
                    <a:pt x="812878" y="890978"/>
                  </a:lnTo>
                  <a:lnTo>
                    <a:pt x="841692" y="887567"/>
                  </a:lnTo>
                  <a:lnTo>
                    <a:pt x="870149" y="881907"/>
                  </a:lnTo>
                  <a:lnTo>
                    <a:pt x="898075" y="874031"/>
                  </a:lnTo>
                  <a:lnTo>
                    <a:pt x="925297" y="863988"/>
                  </a:lnTo>
                  <a:lnTo>
                    <a:pt x="951647" y="851841"/>
                  </a:lnTo>
                  <a:lnTo>
                    <a:pt x="976962" y="837663"/>
                  </a:lnTo>
                  <a:lnTo>
                    <a:pt x="1001088" y="821543"/>
                  </a:lnTo>
                  <a:lnTo>
                    <a:pt x="1023874" y="803580"/>
                  </a:lnTo>
                  <a:lnTo>
                    <a:pt x="1045180" y="783885"/>
                  </a:lnTo>
                  <a:lnTo>
                    <a:pt x="1047367" y="809450"/>
                  </a:lnTo>
                  <a:lnTo>
                    <a:pt x="1047830" y="835645"/>
                  </a:lnTo>
                  <a:lnTo>
                    <a:pt x="1046521" y="862369"/>
                  </a:lnTo>
                  <a:lnTo>
                    <a:pt x="1043398" y="889517"/>
                  </a:lnTo>
                  <a:lnTo>
                    <a:pt x="1038423" y="916983"/>
                  </a:lnTo>
                  <a:lnTo>
                    <a:pt x="1031564" y="944658"/>
                  </a:lnTo>
                  <a:lnTo>
                    <a:pt x="1022797" y="972430"/>
                  </a:lnTo>
                  <a:lnTo>
                    <a:pt x="1012102" y="1000187"/>
                  </a:lnTo>
                  <a:lnTo>
                    <a:pt x="999466" y="1027815"/>
                  </a:lnTo>
                  <a:lnTo>
                    <a:pt x="984882" y="1055197"/>
                  </a:lnTo>
                  <a:lnTo>
                    <a:pt x="968349" y="1082218"/>
                  </a:lnTo>
                  <a:lnTo>
                    <a:pt x="949874" y="1108761"/>
                  </a:lnTo>
                  <a:lnTo>
                    <a:pt x="929469" y="1134710"/>
                  </a:lnTo>
                  <a:lnTo>
                    <a:pt x="907151" y="1159949"/>
                  </a:lnTo>
                  <a:lnTo>
                    <a:pt x="882947" y="1184360"/>
                  </a:lnTo>
                  <a:lnTo>
                    <a:pt x="856887" y="1207830"/>
                  </a:lnTo>
                  <a:lnTo>
                    <a:pt x="829010" y="1230245"/>
                  </a:lnTo>
                  <a:lnTo>
                    <a:pt x="799360" y="1251493"/>
                  </a:lnTo>
                  <a:lnTo>
                    <a:pt x="767986" y="1271462"/>
                  </a:lnTo>
                  <a:lnTo>
                    <a:pt x="734946" y="1290047"/>
                  </a:lnTo>
                  <a:lnTo>
                    <a:pt x="700303" y="1307140"/>
                  </a:lnTo>
                  <a:lnTo>
                    <a:pt x="664124" y="1322641"/>
                  </a:lnTo>
                  <a:lnTo>
                    <a:pt x="626484" y="1336448"/>
                  </a:lnTo>
                  <a:lnTo>
                    <a:pt x="587463" y="1348467"/>
                  </a:lnTo>
                  <a:lnTo>
                    <a:pt x="547146" y="1358605"/>
                  </a:lnTo>
                  <a:lnTo>
                    <a:pt x="505625" y="1366775"/>
                  </a:lnTo>
                  <a:lnTo>
                    <a:pt x="462995" y="1372892"/>
                  </a:lnTo>
                  <a:lnTo>
                    <a:pt x="419357" y="1376879"/>
                  </a:lnTo>
                  <a:lnTo>
                    <a:pt x="374816" y="1378661"/>
                  </a:lnTo>
                  <a:lnTo>
                    <a:pt x="329483" y="1378169"/>
                  </a:lnTo>
                  <a:lnTo>
                    <a:pt x="283471" y="1375340"/>
                  </a:lnTo>
                  <a:lnTo>
                    <a:pt x="236899" y="1370116"/>
                  </a:lnTo>
                  <a:lnTo>
                    <a:pt x="189888" y="1362445"/>
                  </a:lnTo>
                  <a:lnTo>
                    <a:pt x="142563" y="1352282"/>
                  </a:lnTo>
                  <a:lnTo>
                    <a:pt x="95052" y="1339587"/>
                  </a:lnTo>
                  <a:lnTo>
                    <a:pt x="47487" y="1324327"/>
                  </a:lnTo>
                  <a:lnTo>
                    <a:pt x="0" y="1306475"/>
                  </a:lnTo>
                  <a:lnTo>
                    <a:pt x="6088" y="1263114"/>
                  </a:lnTo>
                  <a:lnTo>
                    <a:pt x="13818" y="1220538"/>
                  </a:lnTo>
                  <a:lnTo>
                    <a:pt x="23154" y="1178801"/>
                  </a:lnTo>
                  <a:lnTo>
                    <a:pt x="34058" y="1137957"/>
                  </a:lnTo>
                  <a:lnTo>
                    <a:pt x="46493" y="1098056"/>
                  </a:lnTo>
                  <a:lnTo>
                    <a:pt x="60418" y="1059149"/>
                  </a:lnTo>
                  <a:lnTo>
                    <a:pt x="75792" y="1021285"/>
                  </a:lnTo>
                  <a:lnTo>
                    <a:pt x="92571" y="984511"/>
                  </a:lnTo>
                  <a:lnTo>
                    <a:pt x="110712" y="948872"/>
                  </a:lnTo>
                  <a:lnTo>
                    <a:pt x="130167" y="914413"/>
                  </a:lnTo>
                  <a:lnTo>
                    <a:pt x="150891" y="881176"/>
                  </a:lnTo>
                  <a:lnTo>
                    <a:pt x="172834" y="849203"/>
                  </a:lnTo>
                  <a:lnTo>
                    <a:pt x="195947" y="818533"/>
                  </a:lnTo>
                  <a:lnTo>
                    <a:pt x="220178" y="789203"/>
                  </a:lnTo>
                  <a:lnTo>
                    <a:pt x="245476" y="761250"/>
                  </a:lnTo>
                  <a:lnTo>
                    <a:pt x="271787" y="734708"/>
                  </a:lnTo>
                  <a:lnTo>
                    <a:pt x="299058" y="709608"/>
                  </a:lnTo>
                  <a:lnTo>
                    <a:pt x="327232" y="685983"/>
                  </a:lnTo>
                  <a:lnTo>
                    <a:pt x="356254" y="663860"/>
                  </a:lnTo>
                  <a:lnTo>
                    <a:pt x="386068" y="643266"/>
                  </a:lnTo>
                  <a:lnTo>
                    <a:pt x="416614" y="624227"/>
                  </a:lnTo>
                  <a:lnTo>
                    <a:pt x="447835" y="606766"/>
                  </a:lnTo>
                  <a:lnTo>
                    <a:pt x="479672" y="590903"/>
                  </a:lnTo>
                  <a:lnTo>
                    <a:pt x="512065" y="576658"/>
                  </a:lnTo>
                  <a:lnTo>
                    <a:pt x="544953" y="564048"/>
                  </a:lnTo>
                  <a:lnTo>
                    <a:pt x="578276" y="553089"/>
                  </a:lnTo>
                  <a:lnTo>
                    <a:pt x="611972" y="543793"/>
                  </a:lnTo>
                  <a:lnTo>
                    <a:pt x="645980" y="536172"/>
                  </a:lnTo>
                  <a:lnTo>
                    <a:pt x="680237" y="530235"/>
                  </a:lnTo>
                  <a:lnTo>
                    <a:pt x="714682" y="525989"/>
                  </a:lnTo>
                  <a:lnTo>
                    <a:pt x="749252" y="523440"/>
                  </a:lnTo>
                  <a:lnTo>
                    <a:pt x="783885" y="522590"/>
                  </a:lnTo>
                  <a:lnTo>
                    <a:pt x="764466" y="523661"/>
                  </a:lnTo>
                  <a:lnTo>
                    <a:pt x="745223" y="526869"/>
                  </a:lnTo>
                  <a:lnTo>
                    <a:pt x="726334" y="532193"/>
                  </a:lnTo>
                  <a:lnTo>
                    <a:pt x="707973" y="539602"/>
                  </a:lnTo>
                  <a:lnTo>
                    <a:pt x="690310" y="549050"/>
                  </a:lnTo>
                  <a:lnTo>
                    <a:pt x="673515" y="560480"/>
                  </a:lnTo>
                  <a:lnTo>
                    <a:pt x="657751" y="573821"/>
                  </a:lnTo>
                  <a:lnTo>
                    <a:pt x="643176" y="588992"/>
                  </a:lnTo>
                  <a:lnTo>
                    <a:pt x="629943" y="605899"/>
                  </a:lnTo>
                  <a:lnTo>
                    <a:pt x="618197" y="624438"/>
                  </a:lnTo>
                  <a:lnTo>
                    <a:pt x="608076" y="644493"/>
                  </a:lnTo>
                  <a:lnTo>
                    <a:pt x="599711" y="665938"/>
                  </a:lnTo>
                  <a:lnTo>
                    <a:pt x="593221" y="688639"/>
                  </a:lnTo>
                  <a:lnTo>
                    <a:pt x="588717" y="712452"/>
                  </a:lnTo>
                  <a:lnTo>
                    <a:pt x="586300" y="737224"/>
                  </a:lnTo>
                  <a:lnTo>
                    <a:pt x="586060" y="762795"/>
                  </a:lnTo>
                  <a:lnTo>
                    <a:pt x="588074" y="789000"/>
                  </a:lnTo>
                  <a:lnTo>
                    <a:pt x="592410" y="815664"/>
                  </a:lnTo>
                  <a:lnTo>
                    <a:pt x="599121" y="842610"/>
                  </a:lnTo>
                  <a:lnTo>
                    <a:pt x="608249" y="869655"/>
                  </a:lnTo>
                  <a:lnTo>
                    <a:pt x="619823" y="896614"/>
                  </a:lnTo>
                  <a:lnTo>
                    <a:pt x="633856" y="923298"/>
                  </a:lnTo>
                  <a:lnTo>
                    <a:pt x="650353" y="949516"/>
                  </a:lnTo>
                  <a:lnTo>
                    <a:pt x="669299" y="975078"/>
                  </a:lnTo>
                  <a:lnTo>
                    <a:pt x="690671" y="999791"/>
                  </a:lnTo>
                  <a:lnTo>
                    <a:pt x="714430" y="1023466"/>
                  </a:lnTo>
                  <a:lnTo>
                    <a:pt x="740521" y="1045914"/>
                  </a:lnTo>
                  <a:lnTo>
                    <a:pt x="768880" y="1066949"/>
                  </a:lnTo>
                  <a:lnTo>
                    <a:pt x="799426" y="1086391"/>
                  </a:lnTo>
                  <a:lnTo>
                    <a:pt x="832067" y="1104061"/>
                  </a:lnTo>
                  <a:lnTo>
                    <a:pt x="866697" y="1119788"/>
                  </a:lnTo>
                  <a:lnTo>
                    <a:pt x="903198" y="1133407"/>
                  </a:lnTo>
                  <a:lnTo>
                    <a:pt x="941440" y="1144761"/>
                  </a:lnTo>
                  <a:lnTo>
                    <a:pt x="981281" y="1153699"/>
                  </a:lnTo>
                  <a:lnTo>
                    <a:pt x="1022567" y="1160080"/>
                  </a:lnTo>
                  <a:lnTo>
                    <a:pt x="1065135" y="1163775"/>
                  </a:lnTo>
                  <a:lnTo>
                    <a:pt x="1108811" y="1164661"/>
                  </a:lnTo>
                  <a:lnTo>
                    <a:pt x="1153412" y="1162630"/>
                  </a:lnTo>
                  <a:lnTo>
                    <a:pt x="1198747" y="1157583"/>
                  </a:lnTo>
                  <a:lnTo>
                    <a:pt x="1244615" y="1149436"/>
                  </a:lnTo>
                  <a:lnTo>
                    <a:pt x="1290811" y="1138117"/>
                  </a:lnTo>
                  <a:lnTo>
                    <a:pt x="1337122" y="1123565"/>
                  </a:lnTo>
                  <a:lnTo>
                    <a:pt x="1383329" y="1105738"/>
                  </a:lnTo>
                  <a:lnTo>
                    <a:pt x="1429209" y="1084603"/>
                  </a:lnTo>
                  <a:lnTo>
                    <a:pt x="1474537" y="1060146"/>
                  </a:lnTo>
                  <a:lnTo>
                    <a:pt x="1519084" y="1032365"/>
                  </a:lnTo>
                  <a:lnTo>
                    <a:pt x="1562619" y="1001276"/>
                  </a:lnTo>
                  <a:lnTo>
                    <a:pt x="1604911" y="966907"/>
                  </a:lnTo>
                  <a:lnTo>
                    <a:pt x="1645729" y="929304"/>
                  </a:lnTo>
                  <a:lnTo>
                    <a:pt x="1684845" y="888528"/>
                  </a:lnTo>
                  <a:lnTo>
                    <a:pt x="1722030" y="844655"/>
                  </a:lnTo>
                  <a:lnTo>
                    <a:pt x="1757063" y="797778"/>
                  </a:lnTo>
                  <a:lnTo>
                    <a:pt x="1789722" y="748003"/>
                  </a:lnTo>
                  <a:lnTo>
                    <a:pt x="1819796" y="695453"/>
                  </a:lnTo>
                  <a:lnTo>
                    <a:pt x="1847076" y="640264"/>
                  </a:lnTo>
                  <a:lnTo>
                    <a:pt x="1871364" y="582588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573338" y="4734886"/>
              <a:ext cx="1892466" cy="1309704"/>
            </a:xfrm>
            <a:custGeom>
              <a:avLst/>
              <a:pathLst>
                <a:path w="1892466" h="1309704">
                  <a:moveTo>
                    <a:pt x="783885" y="522590"/>
                  </a:moveTo>
                  <a:lnTo>
                    <a:pt x="784982" y="490476"/>
                  </a:lnTo>
                  <a:lnTo>
                    <a:pt x="788271" y="458474"/>
                  </a:lnTo>
                  <a:lnTo>
                    <a:pt x="793743" y="426697"/>
                  </a:lnTo>
                  <a:lnTo>
                    <a:pt x="801387" y="395256"/>
                  </a:lnTo>
                  <a:lnTo>
                    <a:pt x="811183" y="364262"/>
                  </a:lnTo>
                  <a:lnTo>
                    <a:pt x="823111" y="333826"/>
                  </a:lnTo>
                  <a:lnTo>
                    <a:pt x="837140" y="304056"/>
                  </a:lnTo>
                  <a:lnTo>
                    <a:pt x="853240" y="275060"/>
                  </a:lnTo>
                  <a:lnTo>
                    <a:pt x="871371" y="246945"/>
                  </a:lnTo>
                  <a:lnTo>
                    <a:pt x="891491" y="219815"/>
                  </a:lnTo>
                  <a:lnTo>
                    <a:pt x="913553" y="193773"/>
                  </a:lnTo>
                  <a:lnTo>
                    <a:pt x="937506" y="168919"/>
                  </a:lnTo>
                  <a:lnTo>
                    <a:pt x="963291" y="145352"/>
                  </a:lnTo>
                  <a:lnTo>
                    <a:pt x="990849" y="123167"/>
                  </a:lnTo>
                  <a:lnTo>
                    <a:pt x="1020114" y="102456"/>
                  </a:lnTo>
                  <a:lnTo>
                    <a:pt x="1051016" y="83312"/>
                  </a:lnTo>
                  <a:lnTo>
                    <a:pt x="1083481" y="65819"/>
                  </a:lnTo>
                  <a:lnTo>
                    <a:pt x="1117431" y="50062"/>
                  </a:lnTo>
                  <a:lnTo>
                    <a:pt x="1152785" y="36122"/>
                  </a:lnTo>
                  <a:lnTo>
                    <a:pt x="1189457" y="24074"/>
                  </a:lnTo>
                  <a:lnTo>
                    <a:pt x="1227359" y="13993"/>
                  </a:lnTo>
                  <a:lnTo>
                    <a:pt x="1266396" y="5946"/>
                  </a:lnTo>
                  <a:lnTo>
                    <a:pt x="1306475" y="0"/>
                  </a:lnTo>
                  <a:lnTo>
                    <a:pt x="1338549" y="7937"/>
                  </a:lnTo>
                  <a:lnTo>
                    <a:pt x="1370742" y="17558"/>
                  </a:lnTo>
                  <a:lnTo>
                    <a:pt x="1402973" y="28883"/>
                  </a:lnTo>
                  <a:lnTo>
                    <a:pt x="1435159" y="41928"/>
                  </a:lnTo>
                  <a:lnTo>
                    <a:pt x="1467215" y="56703"/>
                  </a:lnTo>
                  <a:lnTo>
                    <a:pt x="1499056" y="73218"/>
                  </a:lnTo>
                  <a:lnTo>
                    <a:pt x="1530598" y="91475"/>
                  </a:lnTo>
                  <a:lnTo>
                    <a:pt x="1561753" y="111474"/>
                  </a:lnTo>
                  <a:lnTo>
                    <a:pt x="1592435" y="133213"/>
                  </a:lnTo>
                  <a:lnTo>
                    <a:pt x="1622557" y="156681"/>
                  </a:lnTo>
                  <a:lnTo>
                    <a:pt x="1652033" y="181867"/>
                  </a:lnTo>
                  <a:lnTo>
                    <a:pt x="1680775" y="208754"/>
                  </a:lnTo>
                  <a:lnTo>
                    <a:pt x="1708697" y="237323"/>
                  </a:lnTo>
                  <a:lnTo>
                    <a:pt x="1735714" y="267548"/>
                  </a:lnTo>
                  <a:lnTo>
                    <a:pt x="1761740" y="299401"/>
                  </a:lnTo>
                  <a:lnTo>
                    <a:pt x="1786691" y="332849"/>
                  </a:lnTo>
                  <a:lnTo>
                    <a:pt x="1810484" y="367855"/>
                  </a:lnTo>
                  <a:lnTo>
                    <a:pt x="1833038" y="404379"/>
                  </a:lnTo>
                  <a:lnTo>
                    <a:pt x="1854272" y="442375"/>
                  </a:lnTo>
                  <a:lnTo>
                    <a:pt x="1874107" y="481797"/>
                  </a:lnTo>
                  <a:lnTo>
                    <a:pt x="1892466" y="522590"/>
                  </a:lnTo>
                  <a:lnTo>
                    <a:pt x="1859706" y="559341"/>
                  </a:lnTo>
                  <a:lnTo>
                    <a:pt x="1825766" y="593856"/>
                  </a:lnTo>
                  <a:lnTo>
                    <a:pt x="1790761" y="626100"/>
                  </a:lnTo>
                  <a:lnTo>
                    <a:pt x="1754807" y="656040"/>
                  </a:lnTo>
                  <a:lnTo>
                    <a:pt x="1718019" y="683651"/>
                  </a:lnTo>
                  <a:lnTo>
                    <a:pt x="1680515" y="708912"/>
                  </a:lnTo>
                  <a:lnTo>
                    <a:pt x="1642412" y="731807"/>
                  </a:lnTo>
                  <a:lnTo>
                    <a:pt x="1603827" y="752327"/>
                  </a:lnTo>
                  <a:lnTo>
                    <a:pt x="1564879" y="770466"/>
                  </a:lnTo>
                  <a:lnTo>
                    <a:pt x="1525683" y="786225"/>
                  </a:lnTo>
                  <a:lnTo>
                    <a:pt x="1486357" y="799609"/>
                  </a:lnTo>
                  <a:lnTo>
                    <a:pt x="1447018" y="810629"/>
                  </a:lnTo>
                  <a:lnTo>
                    <a:pt x="1407779" y="819301"/>
                  </a:lnTo>
                  <a:lnTo>
                    <a:pt x="1368755" y="825645"/>
                  </a:lnTo>
                  <a:lnTo>
                    <a:pt x="1330058" y="829688"/>
                  </a:lnTo>
                  <a:lnTo>
                    <a:pt x="1291800" y="831460"/>
                  </a:lnTo>
                  <a:lnTo>
                    <a:pt x="1254090" y="830997"/>
                  </a:lnTo>
                  <a:lnTo>
                    <a:pt x="1217035" y="828341"/>
                  </a:lnTo>
                  <a:lnTo>
                    <a:pt x="1180740" y="823535"/>
                  </a:lnTo>
                  <a:lnTo>
                    <a:pt x="1145309" y="816630"/>
                  </a:lnTo>
                  <a:lnTo>
                    <a:pt x="1110840" y="807680"/>
                  </a:lnTo>
                  <a:lnTo>
                    <a:pt x="1077432" y="796744"/>
                  </a:lnTo>
                  <a:lnTo>
                    <a:pt x="1045180" y="783885"/>
                  </a:lnTo>
                  <a:lnTo>
                    <a:pt x="1023874" y="803580"/>
                  </a:lnTo>
                  <a:lnTo>
                    <a:pt x="1001088" y="821543"/>
                  </a:lnTo>
                  <a:lnTo>
                    <a:pt x="976962" y="837663"/>
                  </a:lnTo>
                  <a:lnTo>
                    <a:pt x="951647" y="851841"/>
                  </a:lnTo>
                  <a:lnTo>
                    <a:pt x="925297" y="863988"/>
                  </a:lnTo>
                  <a:lnTo>
                    <a:pt x="898075" y="874031"/>
                  </a:lnTo>
                  <a:lnTo>
                    <a:pt x="870149" y="881907"/>
                  </a:lnTo>
                  <a:lnTo>
                    <a:pt x="841692" y="887567"/>
                  </a:lnTo>
                  <a:lnTo>
                    <a:pt x="812878" y="890978"/>
                  </a:lnTo>
                  <a:lnTo>
                    <a:pt x="783885" y="892117"/>
                  </a:lnTo>
                  <a:lnTo>
                    <a:pt x="770172" y="924016"/>
                  </a:lnTo>
                  <a:lnTo>
                    <a:pt x="754282" y="955371"/>
                  </a:lnTo>
                  <a:lnTo>
                    <a:pt x="736237" y="986073"/>
                  </a:lnTo>
                  <a:lnTo>
                    <a:pt x="716066" y="1016009"/>
                  </a:lnTo>
                  <a:lnTo>
                    <a:pt x="693800" y="1045072"/>
                  </a:lnTo>
                  <a:lnTo>
                    <a:pt x="669477" y="1073152"/>
                  </a:lnTo>
                  <a:lnTo>
                    <a:pt x="643139" y="1100144"/>
                  </a:lnTo>
                  <a:lnTo>
                    <a:pt x="614833" y="1125944"/>
                  </a:lnTo>
                  <a:lnTo>
                    <a:pt x="584612" y="1150447"/>
                  </a:lnTo>
                  <a:lnTo>
                    <a:pt x="552532" y="1173556"/>
                  </a:lnTo>
                  <a:lnTo>
                    <a:pt x="518654" y="1195170"/>
                  </a:lnTo>
                  <a:lnTo>
                    <a:pt x="483044" y="1215195"/>
                  </a:lnTo>
                  <a:lnTo>
                    <a:pt x="445773" y="1233538"/>
                  </a:lnTo>
                  <a:lnTo>
                    <a:pt x="406914" y="1250111"/>
                  </a:lnTo>
                  <a:lnTo>
                    <a:pt x="366547" y="1264825"/>
                  </a:lnTo>
                  <a:lnTo>
                    <a:pt x="324754" y="1277599"/>
                  </a:lnTo>
                  <a:lnTo>
                    <a:pt x="281621" y="1288353"/>
                  </a:lnTo>
                  <a:lnTo>
                    <a:pt x="237240" y="1297010"/>
                  </a:lnTo>
                  <a:lnTo>
                    <a:pt x="191703" y="1303499"/>
                  </a:lnTo>
                  <a:lnTo>
                    <a:pt x="145108" y="1307752"/>
                  </a:lnTo>
                  <a:lnTo>
                    <a:pt x="97557" y="1309704"/>
                  </a:lnTo>
                  <a:lnTo>
                    <a:pt x="49152" y="1309297"/>
                  </a:lnTo>
                  <a:lnTo>
                    <a:pt x="0" y="1306475"/>
                  </a:lnTo>
                  <a:lnTo>
                    <a:pt x="6088" y="1263114"/>
                  </a:lnTo>
                  <a:lnTo>
                    <a:pt x="13818" y="1220538"/>
                  </a:lnTo>
                  <a:lnTo>
                    <a:pt x="23154" y="1178801"/>
                  </a:lnTo>
                  <a:lnTo>
                    <a:pt x="34058" y="1137957"/>
                  </a:lnTo>
                  <a:lnTo>
                    <a:pt x="46493" y="1098056"/>
                  </a:lnTo>
                  <a:lnTo>
                    <a:pt x="60418" y="1059149"/>
                  </a:lnTo>
                  <a:lnTo>
                    <a:pt x="75792" y="1021285"/>
                  </a:lnTo>
                  <a:lnTo>
                    <a:pt x="92571" y="984511"/>
                  </a:lnTo>
                  <a:lnTo>
                    <a:pt x="110712" y="948872"/>
                  </a:lnTo>
                  <a:lnTo>
                    <a:pt x="130167" y="914413"/>
                  </a:lnTo>
                  <a:lnTo>
                    <a:pt x="150891" y="881176"/>
                  </a:lnTo>
                  <a:lnTo>
                    <a:pt x="172834" y="849203"/>
                  </a:lnTo>
                  <a:lnTo>
                    <a:pt x="195947" y="818533"/>
                  </a:lnTo>
                  <a:lnTo>
                    <a:pt x="220178" y="789203"/>
                  </a:lnTo>
                  <a:lnTo>
                    <a:pt x="245476" y="761250"/>
                  </a:lnTo>
                  <a:lnTo>
                    <a:pt x="271787" y="734708"/>
                  </a:lnTo>
                  <a:lnTo>
                    <a:pt x="299058" y="709608"/>
                  </a:lnTo>
                  <a:lnTo>
                    <a:pt x="327232" y="685983"/>
                  </a:lnTo>
                  <a:lnTo>
                    <a:pt x="356254" y="663860"/>
                  </a:lnTo>
                  <a:lnTo>
                    <a:pt x="386068" y="643266"/>
                  </a:lnTo>
                  <a:lnTo>
                    <a:pt x="416614" y="624227"/>
                  </a:lnTo>
                  <a:lnTo>
                    <a:pt x="447835" y="606766"/>
                  </a:lnTo>
                  <a:lnTo>
                    <a:pt x="479672" y="590903"/>
                  </a:lnTo>
                  <a:lnTo>
                    <a:pt x="512065" y="576658"/>
                  </a:lnTo>
                  <a:lnTo>
                    <a:pt x="544953" y="564048"/>
                  </a:lnTo>
                  <a:lnTo>
                    <a:pt x="578276" y="553089"/>
                  </a:lnTo>
                  <a:lnTo>
                    <a:pt x="611972" y="543793"/>
                  </a:lnTo>
                  <a:lnTo>
                    <a:pt x="645980" y="536172"/>
                  </a:lnTo>
                  <a:lnTo>
                    <a:pt x="680237" y="530235"/>
                  </a:lnTo>
                  <a:lnTo>
                    <a:pt x="714682" y="525989"/>
                  </a:lnTo>
                  <a:lnTo>
                    <a:pt x="749252" y="523440"/>
                  </a:lnTo>
                  <a:lnTo>
                    <a:pt x="783885" y="522590"/>
                  </a:lnTo>
                  <a:lnTo>
                    <a:pt x="757532" y="521110"/>
                  </a:lnTo>
                  <a:lnTo>
                    <a:pt x="731427" y="516679"/>
                  </a:lnTo>
                  <a:lnTo>
                    <a:pt x="705819" y="509326"/>
                  </a:lnTo>
                  <a:lnTo>
                    <a:pt x="680953" y="499096"/>
                  </a:lnTo>
                  <a:lnTo>
                    <a:pt x="657069" y="486055"/>
                  </a:lnTo>
                  <a:lnTo>
                    <a:pt x="634403" y="470284"/>
                  </a:lnTo>
                  <a:lnTo>
                    <a:pt x="613186" y="451884"/>
                  </a:lnTo>
                  <a:lnTo>
                    <a:pt x="593638" y="430972"/>
                  </a:lnTo>
                  <a:lnTo>
                    <a:pt x="575973" y="407681"/>
                  </a:lnTo>
                  <a:lnTo>
                    <a:pt x="560394" y="382161"/>
                  </a:lnTo>
                  <a:lnTo>
                    <a:pt x="547093" y="354577"/>
                  </a:lnTo>
                  <a:lnTo>
                    <a:pt x="536250" y="325107"/>
                  </a:lnTo>
                  <a:lnTo>
                    <a:pt x="528031" y="293945"/>
                  </a:lnTo>
                  <a:lnTo>
                    <a:pt x="522590" y="261295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9434203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8848212" y="470328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8064327" y="496458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325622" y="559540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8586917" y="548717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7541736" y="600976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357223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357223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357223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357223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357223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573338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248642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573338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8225184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04962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496295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8995864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8216085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223160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98799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232259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30924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81455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9840725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9840725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0168724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10826559" y="3572944"/>
              <a:ext cx="157541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 (n=10)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10228542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11614268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11614268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1614268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11614268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1614268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732397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0367114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0732397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060048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505827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0367271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0505687" y="4470362"/>
              <a:ext cx="2060753" cy="1560677"/>
            </a:xfrm>
            <a:custGeom>
              <a:avLst/>
              <a:pathLst>
                <a:path w="2060753" h="1560677">
                  <a:moveTo>
                    <a:pt x="1478108" y="787114"/>
                  </a:moveTo>
                  <a:lnTo>
                    <a:pt x="1476969" y="758121"/>
                  </a:lnTo>
                  <a:lnTo>
                    <a:pt x="1473559" y="729307"/>
                  </a:lnTo>
                  <a:lnTo>
                    <a:pt x="1467898" y="700850"/>
                  </a:lnTo>
                  <a:lnTo>
                    <a:pt x="1460022" y="672924"/>
                  </a:lnTo>
                  <a:lnTo>
                    <a:pt x="1449979" y="645702"/>
                  </a:lnTo>
                  <a:lnTo>
                    <a:pt x="1437832" y="619352"/>
                  </a:lnTo>
                  <a:lnTo>
                    <a:pt x="1423655" y="594037"/>
                  </a:lnTo>
                  <a:lnTo>
                    <a:pt x="1407535" y="569911"/>
                  </a:lnTo>
                  <a:lnTo>
                    <a:pt x="1389572" y="547125"/>
                  </a:lnTo>
                  <a:lnTo>
                    <a:pt x="1369876" y="525819"/>
                  </a:lnTo>
                  <a:lnTo>
                    <a:pt x="1348570" y="506123"/>
                  </a:lnTo>
                  <a:lnTo>
                    <a:pt x="1325783" y="488160"/>
                  </a:lnTo>
                  <a:lnTo>
                    <a:pt x="1301658" y="472040"/>
                  </a:lnTo>
                  <a:lnTo>
                    <a:pt x="1276343" y="457863"/>
                  </a:lnTo>
                  <a:lnTo>
                    <a:pt x="1249993" y="445715"/>
                  </a:lnTo>
                  <a:lnTo>
                    <a:pt x="1222771" y="435673"/>
                  </a:lnTo>
                  <a:lnTo>
                    <a:pt x="1194845" y="427797"/>
                  </a:lnTo>
                  <a:lnTo>
                    <a:pt x="1166388" y="422136"/>
                  </a:lnTo>
                  <a:lnTo>
                    <a:pt x="1137574" y="418726"/>
                  </a:lnTo>
                  <a:lnTo>
                    <a:pt x="1108581" y="417587"/>
                  </a:lnTo>
                  <a:lnTo>
                    <a:pt x="1122294" y="385688"/>
                  </a:lnTo>
                  <a:lnTo>
                    <a:pt x="1138184" y="354332"/>
                  </a:lnTo>
                  <a:lnTo>
                    <a:pt x="1156228" y="323631"/>
                  </a:lnTo>
                  <a:lnTo>
                    <a:pt x="1176400" y="293695"/>
                  </a:lnTo>
                  <a:lnTo>
                    <a:pt x="1198666" y="264632"/>
                  </a:lnTo>
                  <a:lnTo>
                    <a:pt x="1222989" y="236552"/>
                  </a:lnTo>
                  <a:lnTo>
                    <a:pt x="1249327" y="209559"/>
                  </a:lnTo>
                  <a:lnTo>
                    <a:pt x="1277633" y="183760"/>
                  </a:lnTo>
                  <a:lnTo>
                    <a:pt x="1307854" y="159256"/>
                  </a:lnTo>
                  <a:lnTo>
                    <a:pt x="1339934" y="136148"/>
                  </a:lnTo>
                  <a:lnTo>
                    <a:pt x="1373812" y="114534"/>
                  </a:lnTo>
                  <a:lnTo>
                    <a:pt x="1409422" y="94509"/>
                  </a:lnTo>
                  <a:lnTo>
                    <a:pt x="1446693" y="76165"/>
                  </a:lnTo>
                  <a:lnTo>
                    <a:pt x="1485552" y="59593"/>
                  </a:lnTo>
                  <a:lnTo>
                    <a:pt x="1525919" y="44878"/>
                  </a:lnTo>
                  <a:lnTo>
                    <a:pt x="1567712" y="32105"/>
                  </a:lnTo>
                  <a:lnTo>
                    <a:pt x="1610845" y="21351"/>
                  </a:lnTo>
                  <a:lnTo>
                    <a:pt x="1655226" y="12694"/>
                  </a:lnTo>
                  <a:lnTo>
                    <a:pt x="1700763" y="6205"/>
                  </a:lnTo>
                  <a:lnTo>
                    <a:pt x="1747357" y="1952"/>
                  </a:lnTo>
                  <a:lnTo>
                    <a:pt x="1794909" y="0"/>
                  </a:lnTo>
                  <a:lnTo>
                    <a:pt x="1843314" y="407"/>
                  </a:lnTo>
                  <a:lnTo>
                    <a:pt x="1892466" y="3229"/>
                  </a:lnTo>
                  <a:lnTo>
                    <a:pt x="1927728" y="61413"/>
                  </a:lnTo>
                  <a:lnTo>
                    <a:pt x="1958862" y="120961"/>
                  </a:lnTo>
                  <a:lnTo>
                    <a:pt x="1985835" y="181589"/>
                  </a:lnTo>
                  <a:lnTo>
                    <a:pt x="2008633" y="243014"/>
                  </a:lnTo>
                  <a:lnTo>
                    <a:pt x="2027258" y="304955"/>
                  </a:lnTo>
                  <a:lnTo>
                    <a:pt x="2041733" y="367136"/>
                  </a:lnTo>
                  <a:lnTo>
                    <a:pt x="2052100" y="429284"/>
                  </a:lnTo>
                  <a:lnTo>
                    <a:pt x="2058414" y="491134"/>
                  </a:lnTo>
                  <a:lnTo>
                    <a:pt x="2060753" y="552425"/>
                  </a:lnTo>
                  <a:lnTo>
                    <a:pt x="2059206" y="612905"/>
                  </a:lnTo>
                  <a:lnTo>
                    <a:pt x="2053881" y="672334"/>
                  </a:lnTo>
                  <a:lnTo>
                    <a:pt x="2044900" y="730477"/>
                  </a:lnTo>
                  <a:lnTo>
                    <a:pt x="2032399" y="787114"/>
                  </a:lnTo>
                  <a:lnTo>
                    <a:pt x="2016527" y="842035"/>
                  </a:lnTo>
                  <a:lnTo>
                    <a:pt x="1997445" y="895042"/>
                  </a:lnTo>
                  <a:lnTo>
                    <a:pt x="1975327" y="945951"/>
                  </a:lnTo>
                  <a:lnTo>
                    <a:pt x="1950356" y="994593"/>
                  </a:lnTo>
                  <a:lnTo>
                    <a:pt x="1922724" y="1040811"/>
                  </a:lnTo>
                  <a:lnTo>
                    <a:pt x="1892632" y="1084465"/>
                  </a:lnTo>
                  <a:lnTo>
                    <a:pt x="1860287" y="1125429"/>
                  </a:lnTo>
                  <a:lnTo>
                    <a:pt x="1825904" y="1163594"/>
                  </a:lnTo>
                  <a:lnTo>
                    <a:pt x="1789701" y="1198865"/>
                  </a:lnTo>
                  <a:lnTo>
                    <a:pt x="1751901" y="1231166"/>
                  </a:lnTo>
                  <a:lnTo>
                    <a:pt x="1712728" y="1260433"/>
                  </a:lnTo>
                  <a:lnTo>
                    <a:pt x="1672409" y="1286622"/>
                  </a:lnTo>
                  <a:lnTo>
                    <a:pt x="1631171" y="1309704"/>
                  </a:lnTo>
                  <a:lnTo>
                    <a:pt x="1589240" y="1329666"/>
                  </a:lnTo>
                  <a:lnTo>
                    <a:pt x="1546839" y="1346509"/>
                  </a:lnTo>
                  <a:lnTo>
                    <a:pt x="1504191" y="1360253"/>
                  </a:lnTo>
                  <a:lnTo>
                    <a:pt x="1461511" y="1370931"/>
                  </a:lnTo>
                  <a:lnTo>
                    <a:pt x="1419012" y="1378591"/>
                  </a:lnTo>
                  <a:lnTo>
                    <a:pt x="1376900" y="1383295"/>
                  </a:lnTo>
                  <a:lnTo>
                    <a:pt x="1335374" y="1385119"/>
                  </a:lnTo>
                  <a:lnTo>
                    <a:pt x="1294625" y="1384152"/>
                  </a:lnTo>
                  <a:lnTo>
                    <a:pt x="1254836" y="1380496"/>
                  </a:lnTo>
                  <a:lnTo>
                    <a:pt x="1216180" y="1374265"/>
                  </a:lnTo>
                  <a:lnTo>
                    <a:pt x="1178820" y="1365581"/>
                  </a:lnTo>
                  <a:lnTo>
                    <a:pt x="1142906" y="1354580"/>
                  </a:lnTo>
                  <a:lnTo>
                    <a:pt x="1108581" y="1341405"/>
                  </a:lnTo>
                  <a:lnTo>
                    <a:pt x="1075972" y="1326207"/>
                  </a:lnTo>
                  <a:lnTo>
                    <a:pt x="1045195" y="1309145"/>
                  </a:lnTo>
                  <a:lnTo>
                    <a:pt x="1016353" y="1290386"/>
                  </a:lnTo>
                  <a:lnTo>
                    <a:pt x="989536" y="1270100"/>
                  </a:lnTo>
                  <a:lnTo>
                    <a:pt x="964819" y="1248462"/>
                  </a:lnTo>
                  <a:lnTo>
                    <a:pt x="942266" y="1225651"/>
                  </a:lnTo>
                  <a:lnTo>
                    <a:pt x="921924" y="1201848"/>
                  </a:lnTo>
                  <a:lnTo>
                    <a:pt x="903828" y="1177237"/>
                  </a:lnTo>
                  <a:lnTo>
                    <a:pt x="888000" y="1152000"/>
                  </a:lnTo>
                  <a:lnTo>
                    <a:pt x="874445" y="1126319"/>
                  </a:lnTo>
                  <a:lnTo>
                    <a:pt x="863156" y="1100375"/>
                  </a:lnTo>
                  <a:lnTo>
                    <a:pt x="854114" y="1074347"/>
                  </a:lnTo>
                  <a:lnTo>
                    <a:pt x="847286" y="1048409"/>
                  </a:lnTo>
                  <a:lnTo>
                    <a:pt x="842624" y="1022731"/>
                  </a:lnTo>
                  <a:lnTo>
                    <a:pt x="840071" y="997478"/>
                  </a:lnTo>
                  <a:lnTo>
                    <a:pt x="839556" y="972808"/>
                  </a:lnTo>
                  <a:lnTo>
                    <a:pt x="840998" y="948873"/>
                  </a:lnTo>
                  <a:lnTo>
                    <a:pt x="844304" y="925817"/>
                  </a:lnTo>
                  <a:lnTo>
                    <a:pt x="849372" y="903774"/>
                  </a:lnTo>
                  <a:lnTo>
                    <a:pt x="856090" y="882871"/>
                  </a:lnTo>
                  <a:lnTo>
                    <a:pt x="864338" y="863223"/>
                  </a:lnTo>
                  <a:lnTo>
                    <a:pt x="873988" y="844936"/>
                  </a:lnTo>
                  <a:lnTo>
                    <a:pt x="884904" y="828104"/>
                  </a:lnTo>
                  <a:lnTo>
                    <a:pt x="896947" y="812811"/>
                  </a:lnTo>
                  <a:lnTo>
                    <a:pt x="909968" y="799128"/>
                  </a:lnTo>
                  <a:lnTo>
                    <a:pt x="923817" y="787114"/>
                  </a:lnTo>
                  <a:lnTo>
                    <a:pt x="938341" y="776816"/>
                  </a:lnTo>
                  <a:lnTo>
                    <a:pt x="953382" y="768269"/>
                  </a:lnTo>
                  <a:lnTo>
                    <a:pt x="968783" y="761495"/>
                  </a:lnTo>
                  <a:lnTo>
                    <a:pt x="984385" y="756502"/>
                  </a:lnTo>
                  <a:lnTo>
                    <a:pt x="1000028" y="753288"/>
                  </a:lnTo>
                  <a:lnTo>
                    <a:pt x="1015558" y="751835"/>
                  </a:lnTo>
                  <a:lnTo>
                    <a:pt x="1030818" y="752116"/>
                  </a:lnTo>
                  <a:lnTo>
                    <a:pt x="1045658" y="754089"/>
                  </a:lnTo>
                  <a:lnTo>
                    <a:pt x="1059929" y="757703"/>
                  </a:lnTo>
                  <a:lnTo>
                    <a:pt x="1073491" y="762893"/>
                  </a:lnTo>
                  <a:lnTo>
                    <a:pt x="1086205" y="769584"/>
                  </a:lnTo>
                  <a:lnTo>
                    <a:pt x="1097943" y="777689"/>
                  </a:lnTo>
                  <a:lnTo>
                    <a:pt x="1108581" y="787114"/>
                  </a:lnTo>
                  <a:lnTo>
                    <a:pt x="1110061" y="813467"/>
                  </a:lnTo>
                  <a:lnTo>
                    <a:pt x="1114491" y="839572"/>
                  </a:lnTo>
                  <a:lnTo>
                    <a:pt x="1121845" y="865180"/>
                  </a:lnTo>
                  <a:lnTo>
                    <a:pt x="1132074" y="890046"/>
                  </a:lnTo>
                  <a:lnTo>
                    <a:pt x="1145116" y="913930"/>
                  </a:lnTo>
                  <a:lnTo>
                    <a:pt x="1160887" y="936596"/>
                  </a:lnTo>
                  <a:lnTo>
                    <a:pt x="1179287" y="957813"/>
                  </a:lnTo>
                  <a:lnTo>
                    <a:pt x="1200199" y="977361"/>
                  </a:lnTo>
                  <a:lnTo>
                    <a:pt x="1223490" y="995026"/>
                  </a:lnTo>
                  <a:lnTo>
                    <a:pt x="1249010" y="1010605"/>
                  </a:lnTo>
                  <a:lnTo>
                    <a:pt x="1276594" y="1023906"/>
                  </a:lnTo>
                  <a:lnTo>
                    <a:pt x="1306064" y="1034749"/>
                  </a:lnTo>
                  <a:lnTo>
                    <a:pt x="1337226" y="1042968"/>
                  </a:lnTo>
                  <a:lnTo>
                    <a:pt x="1369876" y="1048409"/>
                  </a:lnTo>
                  <a:lnTo>
                    <a:pt x="1348570" y="1068105"/>
                  </a:lnTo>
                  <a:lnTo>
                    <a:pt x="1325783" y="1086068"/>
                  </a:lnTo>
                  <a:lnTo>
                    <a:pt x="1301658" y="1102188"/>
                  </a:lnTo>
                  <a:lnTo>
                    <a:pt x="1276343" y="1116365"/>
                  </a:lnTo>
                  <a:lnTo>
                    <a:pt x="1249993" y="1128512"/>
                  </a:lnTo>
                  <a:lnTo>
                    <a:pt x="1222771" y="1138555"/>
                  </a:lnTo>
                  <a:lnTo>
                    <a:pt x="1194845" y="1146431"/>
                  </a:lnTo>
                  <a:lnTo>
                    <a:pt x="1166388" y="1152092"/>
                  </a:lnTo>
                  <a:lnTo>
                    <a:pt x="1137574" y="1155502"/>
                  </a:lnTo>
                  <a:lnTo>
                    <a:pt x="1108581" y="1156641"/>
                  </a:lnTo>
                  <a:lnTo>
                    <a:pt x="1079588" y="1155502"/>
                  </a:lnTo>
                  <a:lnTo>
                    <a:pt x="1050774" y="1152092"/>
                  </a:lnTo>
                  <a:lnTo>
                    <a:pt x="1022316" y="1146431"/>
                  </a:lnTo>
                  <a:lnTo>
                    <a:pt x="994391" y="1138555"/>
                  </a:lnTo>
                  <a:lnTo>
                    <a:pt x="967169" y="1128512"/>
                  </a:lnTo>
                  <a:lnTo>
                    <a:pt x="940819" y="1116365"/>
                  </a:lnTo>
                  <a:lnTo>
                    <a:pt x="915503" y="1102188"/>
                  </a:lnTo>
                  <a:lnTo>
                    <a:pt x="891378" y="1086068"/>
                  </a:lnTo>
                  <a:lnTo>
                    <a:pt x="868592" y="1068105"/>
                  </a:lnTo>
                  <a:lnTo>
                    <a:pt x="847286" y="1048409"/>
                  </a:lnTo>
                  <a:lnTo>
                    <a:pt x="815033" y="1061268"/>
                  </a:lnTo>
                  <a:lnTo>
                    <a:pt x="781626" y="1072204"/>
                  </a:lnTo>
                  <a:lnTo>
                    <a:pt x="747157" y="1081154"/>
                  </a:lnTo>
                  <a:lnTo>
                    <a:pt x="711725" y="1088059"/>
                  </a:lnTo>
                  <a:lnTo>
                    <a:pt x="675431" y="1092865"/>
                  </a:lnTo>
                  <a:lnTo>
                    <a:pt x="638376" y="1095522"/>
                  </a:lnTo>
                  <a:lnTo>
                    <a:pt x="600666" y="1095984"/>
                  </a:lnTo>
                  <a:lnTo>
                    <a:pt x="562408" y="1094212"/>
                  </a:lnTo>
                  <a:lnTo>
                    <a:pt x="523711" y="1090169"/>
                  </a:lnTo>
                  <a:lnTo>
                    <a:pt x="484687" y="1083825"/>
                  </a:lnTo>
                  <a:lnTo>
                    <a:pt x="445448" y="1075153"/>
                  </a:lnTo>
                  <a:lnTo>
                    <a:pt x="406108" y="1064133"/>
                  </a:lnTo>
                  <a:lnTo>
                    <a:pt x="366783" y="1050749"/>
                  </a:lnTo>
                  <a:lnTo>
                    <a:pt x="327587" y="1034990"/>
                  </a:lnTo>
                  <a:lnTo>
                    <a:pt x="288638" y="1016851"/>
                  </a:lnTo>
                  <a:lnTo>
                    <a:pt x="250054" y="996331"/>
                  </a:lnTo>
                  <a:lnTo>
                    <a:pt x="211951" y="973436"/>
                  </a:lnTo>
                  <a:lnTo>
                    <a:pt x="174447" y="948175"/>
                  </a:lnTo>
                  <a:lnTo>
                    <a:pt x="137659" y="920564"/>
                  </a:lnTo>
                  <a:lnTo>
                    <a:pt x="101704" y="890624"/>
                  </a:lnTo>
                  <a:lnTo>
                    <a:pt x="66700" y="858381"/>
                  </a:lnTo>
                  <a:lnTo>
                    <a:pt x="32760" y="823865"/>
                  </a:lnTo>
                  <a:lnTo>
                    <a:pt x="0" y="787114"/>
                  </a:lnTo>
                  <a:lnTo>
                    <a:pt x="12039" y="837810"/>
                  </a:lnTo>
                  <a:lnTo>
                    <a:pt x="26373" y="887395"/>
                  </a:lnTo>
                  <a:lnTo>
                    <a:pt x="42923" y="935767"/>
                  </a:lnTo>
                  <a:lnTo>
                    <a:pt x="61609" y="982827"/>
                  </a:lnTo>
                  <a:lnTo>
                    <a:pt x="82344" y="1028483"/>
                  </a:lnTo>
                  <a:lnTo>
                    <a:pt x="105040" y="1072646"/>
                  </a:lnTo>
                  <a:lnTo>
                    <a:pt x="129603" y="1115234"/>
                  </a:lnTo>
                  <a:lnTo>
                    <a:pt x="155936" y="1156171"/>
                  </a:lnTo>
                  <a:lnTo>
                    <a:pt x="183939" y="1195383"/>
                  </a:lnTo>
                  <a:lnTo>
                    <a:pt x="213510" y="1232806"/>
                  </a:lnTo>
                  <a:lnTo>
                    <a:pt x="244543" y="1268380"/>
                  </a:lnTo>
                  <a:lnTo>
                    <a:pt x="276932" y="1302049"/>
                  </a:lnTo>
                  <a:lnTo>
                    <a:pt x="310568" y="1333766"/>
                  </a:lnTo>
                  <a:lnTo>
                    <a:pt x="345339" y="1363488"/>
                  </a:lnTo>
                  <a:lnTo>
                    <a:pt x="381134" y="1391179"/>
                  </a:lnTo>
                  <a:lnTo>
                    <a:pt x="417839" y="1416808"/>
                  </a:lnTo>
                  <a:lnTo>
                    <a:pt x="455343" y="1440352"/>
                  </a:lnTo>
                  <a:lnTo>
                    <a:pt x="493531" y="1461792"/>
                  </a:lnTo>
                  <a:lnTo>
                    <a:pt x="532289" y="1481115"/>
                  </a:lnTo>
                  <a:lnTo>
                    <a:pt x="571505" y="1498317"/>
                  </a:lnTo>
                  <a:lnTo>
                    <a:pt x="611066" y="1513396"/>
                  </a:lnTo>
                  <a:lnTo>
                    <a:pt x="650861" y="1526357"/>
                  </a:lnTo>
                  <a:lnTo>
                    <a:pt x="690779" y="1537212"/>
                  </a:lnTo>
                  <a:lnTo>
                    <a:pt x="730711" y="1545978"/>
                  </a:lnTo>
                  <a:lnTo>
                    <a:pt x="770551" y="1552678"/>
                  </a:lnTo>
                  <a:lnTo>
                    <a:pt x="810195" y="1557338"/>
                  </a:lnTo>
                  <a:lnTo>
                    <a:pt x="849538" y="1559991"/>
                  </a:lnTo>
                  <a:lnTo>
                    <a:pt x="888483" y="1560677"/>
                  </a:lnTo>
                  <a:lnTo>
                    <a:pt x="926932" y="1559436"/>
                  </a:lnTo>
                  <a:lnTo>
                    <a:pt x="964792" y="1556318"/>
                  </a:lnTo>
                  <a:lnTo>
                    <a:pt x="1001971" y="1551374"/>
                  </a:lnTo>
                  <a:lnTo>
                    <a:pt x="1038384" y="1544660"/>
                  </a:lnTo>
                  <a:lnTo>
                    <a:pt x="1073947" y="1536236"/>
                  </a:lnTo>
                  <a:lnTo>
                    <a:pt x="1108581" y="1526168"/>
                  </a:lnTo>
                  <a:lnTo>
                    <a:pt x="1142211" y="1514523"/>
                  </a:lnTo>
                  <a:lnTo>
                    <a:pt x="1174767" y="1501371"/>
                  </a:lnTo>
                  <a:lnTo>
                    <a:pt x="1206181" y="1486788"/>
                  </a:lnTo>
                  <a:lnTo>
                    <a:pt x="1236393" y="1470851"/>
                  </a:lnTo>
                  <a:lnTo>
                    <a:pt x="1265346" y="1453639"/>
                  </a:lnTo>
                  <a:lnTo>
                    <a:pt x="1292987" y="1435234"/>
                  </a:lnTo>
                  <a:lnTo>
                    <a:pt x="1319269" y="1415721"/>
                  </a:lnTo>
                  <a:lnTo>
                    <a:pt x="1344149" y="1395185"/>
                  </a:lnTo>
                  <a:lnTo>
                    <a:pt x="1367590" y="1373715"/>
                  </a:lnTo>
                  <a:lnTo>
                    <a:pt x="1389561" y="1351398"/>
                  </a:lnTo>
                  <a:lnTo>
                    <a:pt x="1410033" y="1328324"/>
                  </a:lnTo>
                  <a:lnTo>
                    <a:pt x="1428985" y="1304584"/>
                  </a:lnTo>
                  <a:lnTo>
                    <a:pt x="1446399" y="1280268"/>
                  </a:lnTo>
                  <a:lnTo>
                    <a:pt x="1462265" y="1255467"/>
                  </a:lnTo>
                  <a:lnTo>
                    <a:pt x="1476574" y="1230271"/>
                  </a:lnTo>
                  <a:lnTo>
                    <a:pt x="1489326" y="1204772"/>
                  </a:lnTo>
                  <a:lnTo>
                    <a:pt x="1500524" y="1179057"/>
                  </a:lnTo>
                  <a:lnTo>
                    <a:pt x="1510175" y="1153215"/>
                  </a:lnTo>
                  <a:lnTo>
                    <a:pt x="1518293" y="1127334"/>
                  </a:lnTo>
                  <a:lnTo>
                    <a:pt x="1524895" y="1101500"/>
                  </a:lnTo>
                  <a:lnTo>
                    <a:pt x="1530004" y="1075795"/>
                  </a:lnTo>
                  <a:lnTo>
                    <a:pt x="1533646" y="1050303"/>
                  </a:lnTo>
                  <a:lnTo>
                    <a:pt x="1535852" y="1025102"/>
                  </a:lnTo>
                  <a:lnTo>
                    <a:pt x="1536658" y="1000271"/>
                  </a:lnTo>
                  <a:lnTo>
                    <a:pt x="1536104" y="975884"/>
                  </a:lnTo>
                  <a:lnTo>
                    <a:pt x="1534231" y="952012"/>
                  </a:lnTo>
                  <a:lnTo>
                    <a:pt x="1531087" y="928724"/>
                  </a:lnTo>
                  <a:lnTo>
                    <a:pt x="1526723" y="906086"/>
                  </a:lnTo>
                  <a:lnTo>
                    <a:pt x="1521191" y="884159"/>
                  </a:lnTo>
                  <a:lnTo>
                    <a:pt x="1514550" y="863003"/>
                  </a:lnTo>
                  <a:lnTo>
                    <a:pt x="1506857" y="842671"/>
                  </a:lnTo>
                  <a:lnTo>
                    <a:pt x="1498176" y="823215"/>
                  </a:lnTo>
                  <a:lnTo>
                    <a:pt x="1488571" y="804682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0505687" y="4470362"/>
              <a:ext cx="1895695" cy="1095984"/>
            </a:xfrm>
            <a:custGeom>
              <a:avLst/>
              <a:pathLst>
                <a:path w="1895695" h="1095984">
                  <a:moveTo>
                    <a:pt x="1108581" y="417587"/>
                  </a:moveTo>
                  <a:lnTo>
                    <a:pt x="1122294" y="385688"/>
                  </a:lnTo>
                  <a:lnTo>
                    <a:pt x="1138184" y="354332"/>
                  </a:lnTo>
                  <a:lnTo>
                    <a:pt x="1156228" y="323631"/>
                  </a:lnTo>
                  <a:lnTo>
                    <a:pt x="1176400" y="293695"/>
                  </a:lnTo>
                  <a:lnTo>
                    <a:pt x="1198666" y="264632"/>
                  </a:lnTo>
                  <a:lnTo>
                    <a:pt x="1222989" y="236552"/>
                  </a:lnTo>
                  <a:lnTo>
                    <a:pt x="1249327" y="209559"/>
                  </a:lnTo>
                  <a:lnTo>
                    <a:pt x="1277633" y="183760"/>
                  </a:lnTo>
                  <a:lnTo>
                    <a:pt x="1307854" y="159256"/>
                  </a:lnTo>
                  <a:lnTo>
                    <a:pt x="1339934" y="136148"/>
                  </a:lnTo>
                  <a:lnTo>
                    <a:pt x="1373812" y="114534"/>
                  </a:lnTo>
                  <a:lnTo>
                    <a:pt x="1409422" y="94509"/>
                  </a:lnTo>
                  <a:lnTo>
                    <a:pt x="1446693" y="76165"/>
                  </a:lnTo>
                  <a:lnTo>
                    <a:pt x="1485552" y="59593"/>
                  </a:lnTo>
                  <a:lnTo>
                    <a:pt x="1525919" y="44878"/>
                  </a:lnTo>
                  <a:lnTo>
                    <a:pt x="1567712" y="32105"/>
                  </a:lnTo>
                  <a:lnTo>
                    <a:pt x="1610845" y="21351"/>
                  </a:lnTo>
                  <a:lnTo>
                    <a:pt x="1655226" y="12694"/>
                  </a:lnTo>
                  <a:lnTo>
                    <a:pt x="1700763" y="6205"/>
                  </a:lnTo>
                  <a:lnTo>
                    <a:pt x="1747357" y="1952"/>
                  </a:lnTo>
                  <a:lnTo>
                    <a:pt x="1794909" y="0"/>
                  </a:lnTo>
                  <a:lnTo>
                    <a:pt x="1843314" y="407"/>
                  </a:lnTo>
                  <a:lnTo>
                    <a:pt x="1892466" y="3229"/>
                  </a:lnTo>
                  <a:lnTo>
                    <a:pt x="1895288" y="52381"/>
                  </a:lnTo>
                  <a:lnTo>
                    <a:pt x="1895695" y="100786"/>
                  </a:lnTo>
                  <a:lnTo>
                    <a:pt x="1893743" y="148337"/>
                  </a:lnTo>
                  <a:lnTo>
                    <a:pt x="1889490" y="194932"/>
                  </a:lnTo>
                  <a:lnTo>
                    <a:pt x="1883001" y="240469"/>
                  </a:lnTo>
                  <a:lnTo>
                    <a:pt x="1874344" y="284850"/>
                  </a:lnTo>
                  <a:lnTo>
                    <a:pt x="1863590" y="327983"/>
                  </a:lnTo>
                  <a:lnTo>
                    <a:pt x="1850816" y="369776"/>
                  </a:lnTo>
                  <a:lnTo>
                    <a:pt x="1836102" y="410143"/>
                  </a:lnTo>
                  <a:lnTo>
                    <a:pt x="1819530" y="449002"/>
                  </a:lnTo>
                  <a:lnTo>
                    <a:pt x="1801186" y="486273"/>
                  </a:lnTo>
                  <a:lnTo>
                    <a:pt x="1781161" y="521883"/>
                  </a:lnTo>
                  <a:lnTo>
                    <a:pt x="1759547" y="555761"/>
                  </a:lnTo>
                  <a:lnTo>
                    <a:pt x="1736439" y="587841"/>
                  </a:lnTo>
                  <a:lnTo>
                    <a:pt x="1711935" y="618062"/>
                  </a:lnTo>
                  <a:lnTo>
                    <a:pt x="1686135" y="646368"/>
                  </a:lnTo>
                  <a:lnTo>
                    <a:pt x="1659143" y="672706"/>
                  </a:lnTo>
                  <a:lnTo>
                    <a:pt x="1631063" y="697029"/>
                  </a:lnTo>
                  <a:lnTo>
                    <a:pt x="1602000" y="719295"/>
                  </a:lnTo>
                  <a:lnTo>
                    <a:pt x="1572064" y="739466"/>
                  </a:lnTo>
                  <a:lnTo>
                    <a:pt x="1541362" y="757511"/>
                  </a:lnTo>
                  <a:lnTo>
                    <a:pt x="1510007" y="773401"/>
                  </a:lnTo>
                  <a:lnTo>
                    <a:pt x="1478108" y="787114"/>
                  </a:lnTo>
                  <a:lnTo>
                    <a:pt x="1476969" y="816107"/>
                  </a:lnTo>
                  <a:lnTo>
                    <a:pt x="1473559" y="844921"/>
                  </a:lnTo>
                  <a:lnTo>
                    <a:pt x="1467898" y="873378"/>
                  </a:lnTo>
                  <a:lnTo>
                    <a:pt x="1460022" y="901304"/>
                  </a:lnTo>
                  <a:lnTo>
                    <a:pt x="1449979" y="928526"/>
                  </a:lnTo>
                  <a:lnTo>
                    <a:pt x="1437832" y="954876"/>
                  </a:lnTo>
                  <a:lnTo>
                    <a:pt x="1423655" y="980191"/>
                  </a:lnTo>
                  <a:lnTo>
                    <a:pt x="1407535" y="1004317"/>
                  </a:lnTo>
                  <a:lnTo>
                    <a:pt x="1389572" y="1027103"/>
                  </a:lnTo>
                  <a:lnTo>
                    <a:pt x="1369876" y="1048409"/>
                  </a:lnTo>
                  <a:lnTo>
                    <a:pt x="1337226" y="1042968"/>
                  </a:lnTo>
                  <a:lnTo>
                    <a:pt x="1306064" y="1034749"/>
                  </a:lnTo>
                  <a:lnTo>
                    <a:pt x="1276594" y="1023906"/>
                  </a:lnTo>
                  <a:lnTo>
                    <a:pt x="1249010" y="1010605"/>
                  </a:lnTo>
                  <a:lnTo>
                    <a:pt x="1223490" y="995026"/>
                  </a:lnTo>
                  <a:lnTo>
                    <a:pt x="1200199" y="977361"/>
                  </a:lnTo>
                  <a:lnTo>
                    <a:pt x="1179287" y="957813"/>
                  </a:lnTo>
                  <a:lnTo>
                    <a:pt x="1160887" y="936596"/>
                  </a:lnTo>
                  <a:lnTo>
                    <a:pt x="1145116" y="913930"/>
                  </a:lnTo>
                  <a:lnTo>
                    <a:pt x="1132074" y="890046"/>
                  </a:lnTo>
                  <a:lnTo>
                    <a:pt x="1121845" y="865180"/>
                  </a:lnTo>
                  <a:lnTo>
                    <a:pt x="1114491" y="839572"/>
                  </a:lnTo>
                  <a:lnTo>
                    <a:pt x="1110061" y="813467"/>
                  </a:lnTo>
                  <a:lnTo>
                    <a:pt x="1108581" y="787114"/>
                  </a:lnTo>
                  <a:lnTo>
                    <a:pt x="1107101" y="813467"/>
                  </a:lnTo>
                  <a:lnTo>
                    <a:pt x="1102670" y="839572"/>
                  </a:lnTo>
                  <a:lnTo>
                    <a:pt x="1095317" y="865180"/>
                  </a:lnTo>
                  <a:lnTo>
                    <a:pt x="1085087" y="890046"/>
                  </a:lnTo>
                  <a:lnTo>
                    <a:pt x="1072046" y="913930"/>
                  </a:lnTo>
                  <a:lnTo>
                    <a:pt x="1056275" y="936596"/>
                  </a:lnTo>
                  <a:lnTo>
                    <a:pt x="1037875" y="957813"/>
                  </a:lnTo>
                  <a:lnTo>
                    <a:pt x="1016963" y="977361"/>
                  </a:lnTo>
                  <a:lnTo>
                    <a:pt x="993672" y="995026"/>
                  </a:lnTo>
                  <a:lnTo>
                    <a:pt x="968152" y="1010605"/>
                  </a:lnTo>
                  <a:lnTo>
                    <a:pt x="940568" y="1023906"/>
                  </a:lnTo>
                  <a:lnTo>
                    <a:pt x="911098" y="1034749"/>
                  </a:lnTo>
                  <a:lnTo>
                    <a:pt x="879936" y="1042968"/>
                  </a:lnTo>
                  <a:lnTo>
                    <a:pt x="847286" y="1048409"/>
                  </a:lnTo>
                  <a:lnTo>
                    <a:pt x="815033" y="1061268"/>
                  </a:lnTo>
                  <a:lnTo>
                    <a:pt x="781626" y="1072204"/>
                  </a:lnTo>
                  <a:lnTo>
                    <a:pt x="747157" y="1081154"/>
                  </a:lnTo>
                  <a:lnTo>
                    <a:pt x="711725" y="1088059"/>
                  </a:lnTo>
                  <a:lnTo>
                    <a:pt x="675431" y="1092865"/>
                  </a:lnTo>
                  <a:lnTo>
                    <a:pt x="638376" y="1095522"/>
                  </a:lnTo>
                  <a:lnTo>
                    <a:pt x="600666" y="1095984"/>
                  </a:lnTo>
                  <a:lnTo>
                    <a:pt x="562408" y="1094212"/>
                  </a:lnTo>
                  <a:lnTo>
                    <a:pt x="523711" y="1090169"/>
                  </a:lnTo>
                  <a:lnTo>
                    <a:pt x="484687" y="1083825"/>
                  </a:lnTo>
                  <a:lnTo>
                    <a:pt x="445448" y="1075153"/>
                  </a:lnTo>
                  <a:lnTo>
                    <a:pt x="406108" y="1064133"/>
                  </a:lnTo>
                  <a:lnTo>
                    <a:pt x="366783" y="1050749"/>
                  </a:lnTo>
                  <a:lnTo>
                    <a:pt x="327587" y="1034990"/>
                  </a:lnTo>
                  <a:lnTo>
                    <a:pt x="288638" y="1016851"/>
                  </a:lnTo>
                  <a:lnTo>
                    <a:pt x="250054" y="996331"/>
                  </a:lnTo>
                  <a:lnTo>
                    <a:pt x="211951" y="973436"/>
                  </a:lnTo>
                  <a:lnTo>
                    <a:pt x="174447" y="948175"/>
                  </a:lnTo>
                  <a:lnTo>
                    <a:pt x="137659" y="920564"/>
                  </a:lnTo>
                  <a:lnTo>
                    <a:pt x="101704" y="890624"/>
                  </a:lnTo>
                  <a:lnTo>
                    <a:pt x="66700" y="858381"/>
                  </a:lnTo>
                  <a:lnTo>
                    <a:pt x="32760" y="823865"/>
                  </a:lnTo>
                  <a:lnTo>
                    <a:pt x="0" y="787114"/>
                  </a:lnTo>
                  <a:lnTo>
                    <a:pt x="34966" y="760758"/>
                  </a:lnTo>
                  <a:lnTo>
                    <a:pt x="70538" y="736118"/>
                  </a:lnTo>
                  <a:lnTo>
                    <a:pt x="106651" y="713207"/>
                  </a:lnTo>
                  <a:lnTo>
                    <a:pt x="143243" y="692036"/>
                  </a:lnTo>
                  <a:lnTo>
                    <a:pt x="180250" y="672615"/>
                  </a:lnTo>
                  <a:lnTo>
                    <a:pt x="217607" y="654950"/>
                  </a:lnTo>
                  <a:lnTo>
                    <a:pt x="255252" y="639047"/>
                  </a:lnTo>
                  <a:lnTo>
                    <a:pt x="293121" y="624909"/>
                  </a:lnTo>
                  <a:lnTo>
                    <a:pt x="331148" y="612536"/>
                  </a:lnTo>
                  <a:lnTo>
                    <a:pt x="369272" y="601927"/>
                  </a:lnTo>
                  <a:lnTo>
                    <a:pt x="407427" y="593079"/>
                  </a:lnTo>
                  <a:lnTo>
                    <a:pt x="445552" y="585986"/>
                  </a:lnTo>
                  <a:lnTo>
                    <a:pt x="483582" y="580642"/>
                  </a:lnTo>
                  <a:lnTo>
                    <a:pt x="521456" y="577037"/>
                  </a:lnTo>
                  <a:lnTo>
                    <a:pt x="559110" y="575160"/>
                  </a:lnTo>
                  <a:lnTo>
                    <a:pt x="596483" y="574996"/>
                  </a:lnTo>
                  <a:lnTo>
                    <a:pt x="633514" y="576531"/>
                  </a:lnTo>
                  <a:lnTo>
                    <a:pt x="670142" y="579748"/>
                  </a:lnTo>
                  <a:lnTo>
                    <a:pt x="706307" y="584626"/>
                  </a:lnTo>
                  <a:lnTo>
                    <a:pt x="741950" y="591146"/>
                  </a:lnTo>
                  <a:lnTo>
                    <a:pt x="777013" y="599283"/>
                  </a:lnTo>
                  <a:lnTo>
                    <a:pt x="811437" y="609012"/>
                  </a:lnTo>
                  <a:lnTo>
                    <a:pt x="845165" y="620308"/>
                  </a:lnTo>
                  <a:lnTo>
                    <a:pt x="878143" y="633140"/>
                  </a:lnTo>
                  <a:lnTo>
                    <a:pt x="910315" y="647479"/>
                  </a:lnTo>
                  <a:lnTo>
                    <a:pt x="941627" y="663292"/>
                  </a:lnTo>
                  <a:lnTo>
                    <a:pt x="972027" y="680546"/>
                  </a:lnTo>
                  <a:lnTo>
                    <a:pt x="1001463" y="699204"/>
                  </a:lnTo>
                  <a:lnTo>
                    <a:pt x="1029885" y="719230"/>
                  </a:lnTo>
                  <a:lnTo>
                    <a:pt x="1057243" y="740584"/>
                  </a:lnTo>
                  <a:lnTo>
                    <a:pt x="1083491" y="763226"/>
                  </a:lnTo>
                  <a:lnTo>
                    <a:pt x="1108581" y="787114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952194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1582667" y="485634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2366553" y="444199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843962" y="548717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321372" y="548717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0474086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614268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1614268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1614268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1614268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614268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830383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505687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830383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11482229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2262007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2753340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252909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11473131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480206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245042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489304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987969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9938500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88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1265231" y="6921429"/>
              <a:ext cx="1155801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 (n=9)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457405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843132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843132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843132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843132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843132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61261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95978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61261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288911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34690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135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734551" y="7822076"/>
              <a:ext cx="2217162" cy="1892466"/>
            </a:xfrm>
            <a:custGeom>
              <a:avLst/>
              <a:pathLst>
                <a:path w="2217162" h="1892466">
                  <a:moveTo>
                    <a:pt x="2217162" y="783885"/>
                  </a:moveTo>
                  <a:lnTo>
                    <a:pt x="2201641" y="738676"/>
                  </a:lnTo>
                  <a:lnTo>
                    <a:pt x="2184302" y="694748"/>
                  </a:lnTo>
                  <a:lnTo>
                    <a:pt x="2165225" y="652174"/>
                  </a:lnTo>
                  <a:lnTo>
                    <a:pt x="2144492" y="611022"/>
                  </a:lnTo>
                  <a:lnTo>
                    <a:pt x="2122187" y="571354"/>
                  </a:lnTo>
                  <a:lnTo>
                    <a:pt x="2098398" y="533229"/>
                  </a:lnTo>
                  <a:lnTo>
                    <a:pt x="2073214" y="496701"/>
                  </a:lnTo>
                  <a:lnTo>
                    <a:pt x="2046726" y="461819"/>
                  </a:lnTo>
                  <a:lnTo>
                    <a:pt x="2019027" y="428628"/>
                  </a:lnTo>
                  <a:lnTo>
                    <a:pt x="1990210" y="397167"/>
                  </a:lnTo>
                  <a:lnTo>
                    <a:pt x="1960371" y="367470"/>
                  </a:lnTo>
                  <a:lnTo>
                    <a:pt x="1929607" y="339568"/>
                  </a:lnTo>
                  <a:lnTo>
                    <a:pt x="1898013" y="313485"/>
                  </a:lnTo>
                  <a:lnTo>
                    <a:pt x="1865688" y="289242"/>
                  </a:lnTo>
                  <a:lnTo>
                    <a:pt x="1832729" y="266853"/>
                  </a:lnTo>
                  <a:lnTo>
                    <a:pt x="1799233" y="246329"/>
                  </a:lnTo>
                  <a:lnTo>
                    <a:pt x="1765298" y="227674"/>
                  </a:lnTo>
                  <a:lnTo>
                    <a:pt x="1731020" y="210889"/>
                  </a:lnTo>
                  <a:lnTo>
                    <a:pt x="1696495" y="195971"/>
                  </a:lnTo>
                  <a:lnTo>
                    <a:pt x="1661818" y="182909"/>
                  </a:lnTo>
                  <a:lnTo>
                    <a:pt x="1627083" y="171691"/>
                  </a:lnTo>
                  <a:lnTo>
                    <a:pt x="1592382" y="162298"/>
                  </a:lnTo>
                  <a:lnTo>
                    <a:pt x="1557805" y="154707"/>
                  </a:lnTo>
                  <a:lnTo>
                    <a:pt x="1523443" y="148892"/>
                  </a:lnTo>
                  <a:lnTo>
                    <a:pt x="1489381" y="144821"/>
                  </a:lnTo>
                  <a:lnTo>
                    <a:pt x="1455704" y="142458"/>
                  </a:lnTo>
                  <a:lnTo>
                    <a:pt x="1422494" y="141766"/>
                  </a:lnTo>
                  <a:lnTo>
                    <a:pt x="1389831" y="142700"/>
                  </a:lnTo>
                  <a:lnTo>
                    <a:pt x="1357791" y="145214"/>
                  </a:lnTo>
                  <a:lnTo>
                    <a:pt x="1326449" y="149257"/>
                  </a:lnTo>
                  <a:lnTo>
                    <a:pt x="1295875" y="154776"/>
                  </a:lnTo>
                  <a:lnTo>
                    <a:pt x="1266136" y="161714"/>
                  </a:lnTo>
                  <a:lnTo>
                    <a:pt x="1237297" y="170011"/>
                  </a:lnTo>
                  <a:lnTo>
                    <a:pt x="1209418" y="179603"/>
                  </a:lnTo>
                  <a:lnTo>
                    <a:pt x="1182555" y="190427"/>
                  </a:lnTo>
                  <a:lnTo>
                    <a:pt x="1156763" y="202414"/>
                  </a:lnTo>
                  <a:lnTo>
                    <a:pt x="1132090" y="215494"/>
                  </a:lnTo>
                  <a:lnTo>
                    <a:pt x="1108581" y="229594"/>
                  </a:lnTo>
                  <a:lnTo>
                    <a:pt x="1142048" y="230605"/>
                  </a:lnTo>
                  <a:lnTo>
                    <a:pt x="1175393" y="233636"/>
                  </a:lnTo>
                  <a:lnTo>
                    <a:pt x="1208495" y="238674"/>
                  </a:lnTo>
                  <a:lnTo>
                    <a:pt x="1241231" y="245701"/>
                  </a:lnTo>
                  <a:lnTo>
                    <a:pt x="1273484" y="254692"/>
                  </a:lnTo>
                  <a:lnTo>
                    <a:pt x="1305135" y="265614"/>
                  </a:lnTo>
                  <a:lnTo>
                    <a:pt x="1336069" y="278427"/>
                  </a:lnTo>
                  <a:lnTo>
                    <a:pt x="1366173" y="293085"/>
                  </a:lnTo>
                  <a:lnTo>
                    <a:pt x="1395336" y="309533"/>
                  </a:lnTo>
                  <a:lnTo>
                    <a:pt x="1423454" y="327713"/>
                  </a:lnTo>
                  <a:lnTo>
                    <a:pt x="1450422" y="347556"/>
                  </a:lnTo>
                  <a:lnTo>
                    <a:pt x="1476144" y="368992"/>
                  </a:lnTo>
                  <a:lnTo>
                    <a:pt x="1500524" y="391942"/>
                  </a:lnTo>
                  <a:lnTo>
                    <a:pt x="1520483" y="405552"/>
                  </a:lnTo>
                  <a:lnTo>
                    <a:pt x="1539986" y="420156"/>
                  </a:lnTo>
                  <a:lnTo>
                    <a:pt x="1558985" y="435739"/>
                  </a:lnTo>
                  <a:lnTo>
                    <a:pt x="1577432" y="452285"/>
                  </a:lnTo>
                  <a:lnTo>
                    <a:pt x="1595279" y="469774"/>
                  </a:lnTo>
                  <a:lnTo>
                    <a:pt x="1612479" y="488186"/>
                  </a:lnTo>
                  <a:lnTo>
                    <a:pt x="1628985" y="507496"/>
                  </a:lnTo>
                  <a:lnTo>
                    <a:pt x="1644752" y="527679"/>
                  </a:lnTo>
                  <a:lnTo>
                    <a:pt x="1659735" y="548705"/>
                  </a:lnTo>
                  <a:lnTo>
                    <a:pt x="1673892" y="570546"/>
                  </a:lnTo>
                  <a:lnTo>
                    <a:pt x="1687179" y="593167"/>
                  </a:lnTo>
                  <a:lnTo>
                    <a:pt x="1699557" y="616535"/>
                  </a:lnTo>
                  <a:lnTo>
                    <a:pt x="1710985" y="640612"/>
                  </a:lnTo>
                  <a:lnTo>
                    <a:pt x="1721426" y="665360"/>
                  </a:lnTo>
                  <a:lnTo>
                    <a:pt x="1730843" y="690737"/>
                  </a:lnTo>
                  <a:lnTo>
                    <a:pt x="1739201" y="716702"/>
                  </a:lnTo>
                  <a:lnTo>
                    <a:pt x="1746467" y="743209"/>
                  </a:lnTo>
                  <a:lnTo>
                    <a:pt x="1752611" y="770212"/>
                  </a:lnTo>
                  <a:lnTo>
                    <a:pt x="1757604" y="797664"/>
                  </a:lnTo>
                  <a:lnTo>
                    <a:pt x="1761418" y="825514"/>
                  </a:lnTo>
                  <a:lnTo>
                    <a:pt x="1764028" y="853713"/>
                  </a:lnTo>
                  <a:lnTo>
                    <a:pt x="1765413" y="882207"/>
                  </a:lnTo>
                  <a:lnTo>
                    <a:pt x="1765551" y="910944"/>
                  </a:lnTo>
                  <a:lnTo>
                    <a:pt x="1764424" y="939867"/>
                  </a:lnTo>
                  <a:lnTo>
                    <a:pt x="1762018" y="968922"/>
                  </a:lnTo>
                  <a:lnTo>
                    <a:pt x="1758319" y="998051"/>
                  </a:lnTo>
                  <a:lnTo>
                    <a:pt x="1753316" y="1027197"/>
                  </a:lnTo>
                  <a:lnTo>
                    <a:pt x="1747001" y="1056301"/>
                  </a:lnTo>
                  <a:lnTo>
                    <a:pt x="1739370" y="1085304"/>
                  </a:lnTo>
                  <a:lnTo>
                    <a:pt x="1730419" y="1114146"/>
                  </a:lnTo>
                  <a:lnTo>
                    <a:pt x="1720149" y="1142767"/>
                  </a:lnTo>
                  <a:lnTo>
                    <a:pt x="1708562" y="1171108"/>
                  </a:lnTo>
                  <a:lnTo>
                    <a:pt x="1695664" y="1199106"/>
                  </a:lnTo>
                  <a:lnTo>
                    <a:pt x="1681464" y="1226702"/>
                  </a:lnTo>
                  <a:lnTo>
                    <a:pt x="1665972" y="1253836"/>
                  </a:lnTo>
                  <a:lnTo>
                    <a:pt x="1649202" y="1280447"/>
                  </a:lnTo>
                  <a:lnTo>
                    <a:pt x="1631171" y="1306475"/>
                  </a:lnTo>
                  <a:lnTo>
                    <a:pt x="1611899" y="1331861"/>
                  </a:lnTo>
                  <a:lnTo>
                    <a:pt x="1591407" y="1356547"/>
                  </a:lnTo>
                  <a:lnTo>
                    <a:pt x="1569722" y="1380473"/>
                  </a:lnTo>
                  <a:lnTo>
                    <a:pt x="1546870" y="1403584"/>
                  </a:lnTo>
                  <a:lnTo>
                    <a:pt x="1522882" y="1425823"/>
                  </a:lnTo>
                  <a:lnTo>
                    <a:pt x="1497791" y="1447135"/>
                  </a:lnTo>
                  <a:lnTo>
                    <a:pt x="1471634" y="1467466"/>
                  </a:lnTo>
                  <a:lnTo>
                    <a:pt x="1444448" y="1486764"/>
                  </a:lnTo>
                  <a:lnTo>
                    <a:pt x="1416274" y="1504978"/>
                  </a:lnTo>
                  <a:lnTo>
                    <a:pt x="1387156" y="1522060"/>
                  </a:lnTo>
                  <a:lnTo>
                    <a:pt x="1357139" y="1537960"/>
                  </a:lnTo>
                  <a:lnTo>
                    <a:pt x="1326272" y="1552634"/>
                  </a:lnTo>
                  <a:lnTo>
                    <a:pt x="1294604" y="1566039"/>
                  </a:lnTo>
                  <a:lnTo>
                    <a:pt x="1262189" y="1578132"/>
                  </a:lnTo>
                  <a:lnTo>
                    <a:pt x="1229081" y="1588874"/>
                  </a:lnTo>
                  <a:lnTo>
                    <a:pt x="1195337" y="1598229"/>
                  </a:lnTo>
                  <a:lnTo>
                    <a:pt x="1161015" y="1606160"/>
                  </a:lnTo>
                  <a:lnTo>
                    <a:pt x="1126175" y="1612637"/>
                  </a:lnTo>
                  <a:lnTo>
                    <a:pt x="1090880" y="1617630"/>
                  </a:lnTo>
                  <a:lnTo>
                    <a:pt x="1055193" y="1621111"/>
                  </a:lnTo>
                  <a:lnTo>
                    <a:pt x="1019180" y="1623056"/>
                  </a:lnTo>
                  <a:lnTo>
                    <a:pt x="982905" y="1623444"/>
                  </a:lnTo>
                  <a:lnTo>
                    <a:pt x="946439" y="1622257"/>
                  </a:lnTo>
                  <a:lnTo>
                    <a:pt x="909848" y="1619478"/>
                  </a:lnTo>
                  <a:lnTo>
                    <a:pt x="873203" y="1615095"/>
                  </a:lnTo>
                  <a:lnTo>
                    <a:pt x="836574" y="1609099"/>
                  </a:lnTo>
                  <a:lnTo>
                    <a:pt x="800033" y="1601483"/>
                  </a:lnTo>
                  <a:lnTo>
                    <a:pt x="763651" y="1592245"/>
                  </a:lnTo>
                  <a:lnTo>
                    <a:pt x="727501" y="1581383"/>
                  </a:lnTo>
                  <a:lnTo>
                    <a:pt x="691655" y="1568901"/>
                  </a:lnTo>
                  <a:lnTo>
                    <a:pt x="656187" y="1554805"/>
                  </a:lnTo>
                  <a:lnTo>
                    <a:pt x="621168" y="1539106"/>
                  </a:lnTo>
                  <a:lnTo>
                    <a:pt x="586671" y="1521816"/>
                  </a:lnTo>
                  <a:lnTo>
                    <a:pt x="552769" y="1502952"/>
                  </a:lnTo>
                  <a:lnTo>
                    <a:pt x="519532" y="1482532"/>
                  </a:lnTo>
                  <a:lnTo>
                    <a:pt x="487034" y="1460581"/>
                  </a:lnTo>
                  <a:lnTo>
                    <a:pt x="455343" y="1437123"/>
                  </a:lnTo>
                  <a:lnTo>
                    <a:pt x="424530" y="1412188"/>
                  </a:lnTo>
                  <a:lnTo>
                    <a:pt x="394662" y="1385809"/>
                  </a:lnTo>
                  <a:lnTo>
                    <a:pt x="365808" y="1358021"/>
                  </a:lnTo>
                  <a:lnTo>
                    <a:pt x="338034" y="1328863"/>
                  </a:lnTo>
                  <a:lnTo>
                    <a:pt x="311403" y="1298377"/>
                  </a:lnTo>
                  <a:lnTo>
                    <a:pt x="285979" y="1266607"/>
                  </a:lnTo>
                  <a:lnTo>
                    <a:pt x="261822" y="1233602"/>
                  </a:lnTo>
                  <a:lnTo>
                    <a:pt x="238993" y="1199413"/>
                  </a:lnTo>
                  <a:lnTo>
                    <a:pt x="217548" y="1164092"/>
                  </a:lnTo>
                  <a:lnTo>
                    <a:pt x="197543" y="1127696"/>
                  </a:lnTo>
                  <a:lnTo>
                    <a:pt x="179029" y="1090284"/>
                  </a:lnTo>
                  <a:lnTo>
                    <a:pt x="162058" y="1051917"/>
                  </a:lnTo>
                  <a:lnTo>
                    <a:pt x="146677" y="1012659"/>
                  </a:lnTo>
                  <a:lnTo>
                    <a:pt x="132932" y="972577"/>
                  </a:lnTo>
                  <a:lnTo>
                    <a:pt x="120864" y="931738"/>
                  </a:lnTo>
                  <a:lnTo>
                    <a:pt x="110513" y="890214"/>
                  </a:lnTo>
                  <a:lnTo>
                    <a:pt x="101916" y="848077"/>
                  </a:lnTo>
                  <a:lnTo>
                    <a:pt x="95106" y="805401"/>
                  </a:lnTo>
                  <a:lnTo>
                    <a:pt x="90114" y="762263"/>
                  </a:lnTo>
                  <a:lnTo>
                    <a:pt x="86966" y="718739"/>
                  </a:lnTo>
                  <a:lnTo>
                    <a:pt x="85686" y="674911"/>
                  </a:lnTo>
                  <a:lnTo>
                    <a:pt x="86294" y="630857"/>
                  </a:lnTo>
                  <a:lnTo>
                    <a:pt x="88807" y="586659"/>
                  </a:lnTo>
                  <a:lnTo>
                    <a:pt x="93238" y="542401"/>
                  </a:lnTo>
                  <a:lnTo>
                    <a:pt x="99597" y="498166"/>
                  </a:lnTo>
                  <a:lnTo>
                    <a:pt x="107890" y="454037"/>
                  </a:lnTo>
                  <a:lnTo>
                    <a:pt x="118119" y="410101"/>
                  </a:lnTo>
                  <a:lnTo>
                    <a:pt x="130282" y="366441"/>
                  </a:lnTo>
                  <a:lnTo>
                    <a:pt x="144375" y="323144"/>
                  </a:lnTo>
                  <a:lnTo>
                    <a:pt x="160388" y="280295"/>
                  </a:lnTo>
                  <a:lnTo>
                    <a:pt x="178308" y="237979"/>
                  </a:lnTo>
                  <a:lnTo>
                    <a:pt x="198120" y="196281"/>
                  </a:lnTo>
                  <a:lnTo>
                    <a:pt x="219802" y="155286"/>
                  </a:lnTo>
                  <a:lnTo>
                    <a:pt x="243330" y="115078"/>
                  </a:lnTo>
                  <a:lnTo>
                    <a:pt x="268677" y="75739"/>
                  </a:lnTo>
                  <a:lnTo>
                    <a:pt x="295810" y="37353"/>
                  </a:lnTo>
                  <a:lnTo>
                    <a:pt x="324695" y="0"/>
                  </a:lnTo>
                  <a:lnTo>
                    <a:pt x="303892" y="56087"/>
                  </a:lnTo>
                  <a:lnTo>
                    <a:pt x="286697" y="112250"/>
                  </a:lnTo>
                  <a:lnTo>
                    <a:pt x="273062" y="168271"/>
                  </a:lnTo>
                  <a:lnTo>
                    <a:pt x="262929" y="223935"/>
                  </a:lnTo>
                  <a:lnTo>
                    <a:pt x="256226" y="279035"/>
                  </a:lnTo>
                  <a:lnTo>
                    <a:pt x="252870" y="333369"/>
                  </a:lnTo>
                  <a:lnTo>
                    <a:pt x="252765" y="386744"/>
                  </a:lnTo>
                  <a:lnTo>
                    <a:pt x="255805" y="438973"/>
                  </a:lnTo>
                  <a:lnTo>
                    <a:pt x="261874" y="489876"/>
                  </a:lnTo>
                  <a:lnTo>
                    <a:pt x="270846" y="539286"/>
                  </a:lnTo>
                  <a:lnTo>
                    <a:pt x="282586" y="587040"/>
                  </a:lnTo>
                  <a:lnTo>
                    <a:pt x="296949" y="632990"/>
                  </a:lnTo>
                  <a:lnTo>
                    <a:pt x="313784" y="676995"/>
                  </a:lnTo>
                  <a:lnTo>
                    <a:pt x="332931" y="718926"/>
                  </a:lnTo>
                  <a:lnTo>
                    <a:pt x="354224" y="758664"/>
                  </a:lnTo>
                  <a:lnTo>
                    <a:pt x="377491" y="796103"/>
                  </a:lnTo>
                  <a:lnTo>
                    <a:pt x="402556" y="831148"/>
                  </a:lnTo>
                  <a:lnTo>
                    <a:pt x="429237" y="863715"/>
                  </a:lnTo>
                  <a:lnTo>
                    <a:pt x="457349" y="893734"/>
                  </a:lnTo>
                  <a:lnTo>
                    <a:pt x="486704" y="921146"/>
                  </a:lnTo>
                  <a:lnTo>
                    <a:pt x="517113" y="945905"/>
                  </a:lnTo>
                  <a:lnTo>
                    <a:pt x="548383" y="967977"/>
                  </a:lnTo>
                  <a:lnTo>
                    <a:pt x="580322" y="987340"/>
                  </a:lnTo>
                  <a:lnTo>
                    <a:pt x="612739" y="1003986"/>
                  </a:lnTo>
                  <a:lnTo>
                    <a:pt x="645444" y="1017919"/>
                  </a:lnTo>
                  <a:lnTo>
                    <a:pt x="678245" y="1029153"/>
                  </a:lnTo>
                  <a:lnTo>
                    <a:pt x="710958" y="1037718"/>
                  </a:lnTo>
                  <a:lnTo>
                    <a:pt x="743397" y="1043652"/>
                  </a:lnTo>
                  <a:lnTo>
                    <a:pt x="775384" y="1047008"/>
                  </a:lnTo>
                  <a:lnTo>
                    <a:pt x="806743" y="1047847"/>
                  </a:lnTo>
                  <a:lnTo>
                    <a:pt x="837304" y="1046243"/>
                  </a:lnTo>
                  <a:lnTo>
                    <a:pt x="866904" y="1042281"/>
                  </a:lnTo>
                  <a:lnTo>
                    <a:pt x="895384" y="1036055"/>
                  </a:lnTo>
                  <a:lnTo>
                    <a:pt x="922595" y="1027669"/>
                  </a:lnTo>
                  <a:lnTo>
                    <a:pt x="948394" y="1017237"/>
                  </a:lnTo>
                  <a:lnTo>
                    <a:pt x="972646" y="1004880"/>
                  </a:lnTo>
                  <a:lnTo>
                    <a:pt x="995227" y="990730"/>
                  </a:lnTo>
                  <a:lnTo>
                    <a:pt x="1016019" y="974924"/>
                  </a:lnTo>
                  <a:lnTo>
                    <a:pt x="1034916" y="957607"/>
                  </a:lnTo>
                  <a:lnTo>
                    <a:pt x="1051823" y="938930"/>
                  </a:lnTo>
                  <a:lnTo>
                    <a:pt x="1066652" y="919052"/>
                  </a:lnTo>
                  <a:lnTo>
                    <a:pt x="1079328" y="898134"/>
                  </a:lnTo>
                  <a:lnTo>
                    <a:pt x="1089788" y="876342"/>
                  </a:lnTo>
                  <a:lnTo>
                    <a:pt x="1097979" y="853847"/>
                  </a:lnTo>
                  <a:lnTo>
                    <a:pt x="1103859" y="830822"/>
                  </a:lnTo>
                  <a:lnTo>
                    <a:pt x="1107399" y="807442"/>
                  </a:lnTo>
                  <a:lnTo>
                    <a:pt x="1108581" y="783885"/>
                  </a:lnTo>
                  <a:lnTo>
                    <a:pt x="1124419" y="802049"/>
                  </a:lnTo>
                  <a:lnTo>
                    <a:pt x="1137705" y="822290"/>
                  </a:lnTo>
                  <a:lnTo>
                    <a:pt x="1148233" y="844340"/>
                  </a:lnTo>
                  <a:lnTo>
                    <a:pt x="1155827" y="867912"/>
                  </a:lnTo>
                  <a:lnTo>
                    <a:pt x="1160333" y="892704"/>
                  </a:lnTo>
                  <a:lnTo>
                    <a:pt x="1161627" y="918401"/>
                  </a:lnTo>
                  <a:lnTo>
                    <a:pt x="1159614" y="944678"/>
                  </a:lnTo>
                  <a:lnTo>
                    <a:pt x="1154228" y="971200"/>
                  </a:lnTo>
                  <a:lnTo>
                    <a:pt x="1145434" y="997627"/>
                  </a:lnTo>
                  <a:lnTo>
                    <a:pt x="1133226" y="1023617"/>
                  </a:lnTo>
                  <a:lnTo>
                    <a:pt x="1117632" y="1048826"/>
                  </a:lnTo>
                  <a:lnTo>
                    <a:pt x="1098707" y="1072911"/>
                  </a:lnTo>
                  <a:lnTo>
                    <a:pt x="1076542" y="1095537"/>
                  </a:lnTo>
                  <a:lnTo>
                    <a:pt x="1051254" y="1116373"/>
                  </a:lnTo>
                  <a:lnTo>
                    <a:pt x="1022992" y="1135101"/>
                  </a:lnTo>
                  <a:lnTo>
                    <a:pt x="991933" y="1151411"/>
                  </a:lnTo>
                  <a:lnTo>
                    <a:pt x="958283" y="1165014"/>
                  </a:lnTo>
                  <a:lnTo>
                    <a:pt x="922274" y="1175632"/>
                  </a:lnTo>
                  <a:lnTo>
                    <a:pt x="884163" y="1183012"/>
                  </a:lnTo>
                  <a:lnTo>
                    <a:pt x="844232" y="1186918"/>
                  </a:lnTo>
                  <a:lnTo>
                    <a:pt x="802782" y="1187141"/>
                  </a:lnTo>
                  <a:lnTo>
                    <a:pt x="760137" y="1183497"/>
                  </a:lnTo>
                  <a:lnTo>
                    <a:pt x="716638" y="1175828"/>
                  </a:lnTo>
                  <a:lnTo>
                    <a:pt x="684458" y="1178757"/>
                  </a:lnTo>
                  <a:lnTo>
                    <a:pt x="651594" y="1179867"/>
                  </a:lnTo>
                  <a:lnTo>
                    <a:pt x="618133" y="1179112"/>
                  </a:lnTo>
                  <a:lnTo>
                    <a:pt x="584170" y="1176454"/>
                  </a:lnTo>
                  <a:lnTo>
                    <a:pt x="549796" y="1171856"/>
                  </a:lnTo>
                  <a:lnTo>
                    <a:pt x="515109" y="1165286"/>
                  </a:lnTo>
                  <a:lnTo>
                    <a:pt x="480206" y="1156717"/>
                  </a:lnTo>
                  <a:lnTo>
                    <a:pt x="445186" y="1146126"/>
                  </a:lnTo>
                  <a:lnTo>
                    <a:pt x="410150" y="1133495"/>
                  </a:lnTo>
                  <a:lnTo>
                    <a:pt x="375198" y="1118810"/>
                  </a:lnTo>
                  <a:lnTo>
                    <a:pt x="340434" y="1102062"/>
                  </a:lnTo>
                  <a:lnTo>
                    <a:pt x="305961" y="1083247"/>
                  </a:lnTo>
                  <a:lnTo>
                    <a:pt x="271881" y="1062365"/>
                  </a:lnTo>
                  <a:lnTo>
                    <a:pt x="238300" y="1039422"/>
                  </a:lnTo>
                  <a:lnTo>
                    <a:pt x="205322" y="1014428"/>
                  </a:lnTo>
                  <a:lnTo>
                    <a:pt x="173050" y="987397"/>
                  </a:lnTo>
                  <a:lnTo>
                    <a:pt x="141587" y="958350"/>
                  </a:lnTo>
                  <a:lnTo>
                    <a:pt x="111038" y="927310"/>
                  </a:lnTo>
                  <a:lnTo>
                    <a:pt x="81503" y="894307"/>
                  </a:lnTo>
                  <a:lnTo>
                    <a:pt x="53086" y="859375"/>
                  </a:lnTo>
                  <a:lnTo>
                    <a:pt x="25885" y="822553"/>
                  </a:lnTo>
                  <a:lnTo>
                    <a:pt x="0" y="783885"/>
                  </a:lnTo>
                  <a:lnTo>
                    <a:pt x="646" y="821733"/>
                  </a:lnTo>
                  <a:lnTo>
                    <a:pt x="2584" y="859537"/>
                  </a:lnTo>
                  <a:lnTo>
                    <a:pt x="5811" y="897253"/>
                  </a:lnTo>
                  <a:lnTo>
                    <a:pt x="10325" y="934837"/>
                  </a:lnTo>
                  <a:lnTo>
                    <a:pt x="16119" y="972244"/>
                  </a:lnTo>
                  <a:lnTo>
                    <a:pt x="23186" y="1009432"/>
                  </a:lnTo>
                  <a:lnTo>
                    <a:pt x="31520" y="1046358"/>
                  </a:lnTo>
                  <a:lnTo>
                    <a:pt x="41109" y="1082977"/>
                  </a:lnTo>
                  <a:lnTo>
                    <a:pt x="51942" y="1119247"/>
                  </a:lnTo>
                  <a:lnTo>
                    <a:pt x="64008" y="1155126"/>
                  </a:lnTo>
                  <a:lnTo>
                    <a:pt x="77292" y="1190573"/>
                  </a:lnTo>
                  <a:lnTo>
                    <a:pt x="91778" y="1225545"/>
                  </a:lnTo>
                  <a:lnTo>
                    <a:pt x="107449" y="1260002"/>
                  </a:lnTo>
                  <a:lnTo>
                    <a:pt x="124288" y="1293904"/>
                  </a:lnTo>
                  <a:lnTo>
                    <a:pt x="142274" y="1327212"/>
                  </a:lnTo>
                  <a:lnTo>
                    <a:pt x="161387" y="1359886"/>
                  </a:lnTo>
                  <a:lnTo>
                    <a:pt x="181605" y="1391888"/>
                  </a:lnTo>
                  <a:lnTo>
                    <a:pt x="202903" y="1423182"/>
                  </a:lnTo>
                  <a:lnTo>
                    <a:pt x="225258" y="1453730"/>
                  </a:lnTo>
                  <a:lnTo>
                    <a:pt x="248642" y="1483497"/>
                  </a:lnTo>
                  <a:lnTo>
                    <a:pt x="273029" y="1512449"/>
                  </a:lnTo>
                  <a:lnTo>
                    <a:pt x="298390" y="1540551"/>
                  </a:lnTo>
                  <a:lnTo>
                    <a:pt x="324695" y="1567770"/>
                  </a:lnTo>
                  <a:lnTo>
                    <a:pt x="351915" y="1594076"/>
                  </a:lnTo>
                  <a:lnTo>
                    <a:pt x="380017" y="1619437"/>
                  </a:lnTo>
                  <a:lnTo>
                    <a:pt x="408969" y="1643824"/>
                  </a:lnTo>
                  <a:lnTo>
                    <a:pt x="438736" y="1667208"/>
                  </a:lnTo>
                  <a:lnTo>
                    <a:pt x="469284" y="1689563"/>
                  </a:lnTo>
                  <a:lnTo>
                    <a:pt x="500577" y="1710861"/>
                  </a:lnTo>
                  <a:lnTo>
                    <a:pt x="532580" y="1731078"/>
                  </a:lnTo>
                  <a:lnTo>
                    <a:pt x="565254" y="1750191"/>
                  </a:lnTo>
                  <a:lnTo>
                    <a:pt x="598561" y="1768178"/>
                  </a:lnTo>
                  <a:lnTo>
                    <a:pt x="632464" y="1785017"/>
                  </a:lnTo>
                  <a:lnTo>
                    <a:pt x="666921" y="1800688"/>
                  </a:lnTo>
                  <a:lnTo>
                    <a:pt x="701893" y="1815174"/>
                  </a:lnTo>
                  <a:lnTo>
                    <a:pt x="737340" y="1828458"/>
                  </a:lnTo>
                  <a:lnTo>
                    <a:pt x="773219" y="1840523"/>
                  </a:lnTo>
                  <a:lnTo>
                    <a:pt x="809489" y="1851357"/>
                  </a:lnTo>
                  <a:lnTo>
                    <a:pt x="846108" y="1860946"/>
                  </a:lnTo>
                  <a:lnTo>
                    <a:pt x="883033" y="1869279"/>
                  </a:lnTo>
                  <a:lnTo>
                    <a:pt x="920221" y="1876347"/>
                  </a:lnTo>
                  <a:lnTo>
                    <a:pt x="957629" y="1882141"/>
                  </a:lnTo>
                  <a:lnTo>
                    <a:pt x="995213" y="1886654"/>
                  </a:lnTo>
                  <a:lnTo>
                    <a:pt x="1032929" y="1889882"/>
                  </a:lnTo>
                  <a:lnTo>
                    <a:pt x="1070733" y="1891820"/>
                  </a:lnTo>
                  <a:lnTo>
                    <a:pt x="1108581" y="1892466"/>
                  </a:lnTo>
                  <a:lnTo>
                    <a:pt x="1146429" y="1891820"/>
                  </a:lnTo>
                  <a:lnTo>
                    <a:pt x="1184233" y="1889882"/>
                  </a:lnTo>
                  <a:lnTo>
                    <a:pt x="1221949" y="1886654"/>
                  </a:lnTo>
                  <a:lnTo>
                    <a:pt x="1259533" y="1882141"/>
                  </a:lnTo>
                  <a:lnTo>
                    <a:pt x="1296940" y="1876347"/>
                  </a:lnTo>
                  <a:lnTo>
                    <a:pt x="1334128" y="1869279"/>
                  </a:lnTo>
                  <a:lnTo>
                    <a:pt x="1371054" y="1860946"/>
                  </a:lnTo>
                  <a:lnTo>
                    <a:pt x="1407673" y="1851357"/>
                  </a:lnTo>
                  <a:lnTo>
                    <a:pt x="1443943" y="1840523"/>
                  </a:lnTo>
                  <a:lnTo>
                    <a:pt x="1479822" y="1828458"/>
                  </a:lnTo>
                  <a:lnTo>
                    <a:pt x="1515269" y="1815174"/>
                  </a:lnTo>
                  <a:lnTo>
                    <a:pt x="1550241" y="1800688"/>
                  </a:lnTo>
                  <a:lnTo>
                    <a:pt x="1584698" y="1785017"/>
                  </a:lnTo>
                  <a:lnTo>
                    <a:pt x="1618600" y="1768178"/>
                  </a:lnTo>
                  <a:lnTo>
                    <a:pt x="1651908" y="1750191"/>
                  </a:lnTo>
                  <a:lnTo>
                    <a:pt x="1684582" y="1731078"/>
                  </a:lnTo>
                  <a:lnTo>
                    <a:pt x="1716584" y="1710861"/>
                  </a:lnTo>
                  <a:lnTo>
                    <a:pt x="1747878" y="1689563"/>
                  </a:lnTo>
                  <a:lnTo>
                    <a:pt x="1778426" y="1667208"/>
                  </a:lnTo>
                  <a:lnTo>
                    <a:pt x="1808193" y="1643824"/>
                  </a:lnTo>
                  <a:lnTo>
                    <a:pt x="1837145" y="1619437"/>
                  </a:lnTo>
                  <a:lnTo>
                    <a:pt x="1865247" y="1594076"/>
                  </a:lnTo>
                  <a:lnTo>
                    <a:pt x="1892466" y="1567770"/>
                  </a:lnTo>
                  <a:lnTo>
                    <a:pt x="1918772" y="1540551"/>
                  </a:lnTo>
                  <a:lnTo>
                    <a:pt x="1944133" y="1512449"/>
                  </a:lnTo>
                  <a:lnTo>
                    <a:pt x="1968520" y="1483497"/>
                  </a:lnTo>
                  <a:lnTo>
                    <a:pt x="1991904" y="1453730"/>
                  </a:lnTo>
                  <a:lnTo>
                    <a:pt x="2014258" y="1423182"/>
                  </a:lnTo>
                  <a:lnTo>
                    <a:pt x="2035557" y="1391888"/>
                  </a:lnTo>
                  <a:lnTo>
                    <a:pt x="2055774" y="1359886"/>
                  </a:lnTo>
                  <a:lnTo>
                    <a:pt x="2074887" y="1327212"/>
                  </a:lnTo>
                  <a:lnTo>
                    <a:pt x="2092874" y="1293904"/>
                  </a:lnTo>
                  <a:lnTo>
                    <a:pt x="2109713" y="1260002"/>
                  </a:lnTo>
                  <a:lnTo>
                    <a:pt x="2125384" y="1225545"/>
                  </a:lnTo>
                  <a:lnTo>
                    <a:pt x="2139870" y="1190573"/>
                  </a:lnTo>
                  <a:lnTo>
                    <a:pt x="2153154" y="1155126"/>
                  </a:lnTo>
                  <a:lnTo>
                    <a:pt x="2165219" y="1119247"/>
                  </a:lnTo>
                  <a:lnTo>
                    <a:pt x="2176053" y="1082977"/>
                  </a:lnTo>
                  <a:lnTo>
                    <a:pt x="2185642" y="1046358"/>
                  </a:lnTo>
                  <a:lnTo>
                    <a:pt x="2193975" y="1009432"/>
                  </a:lnTo>
                  <a:lnTo>
                    <a:pt x="2201043" y="972244"/>
                  </a:lnTo>
                  <a:lnTo>
                    <a:pt x="2206837" y="934837"/>
                  </a:lnTo>
                  <a:lnTo>
                    <a:pt x="2211350" y="897253"/>
                  </a:lnTo>
                  <a:lnTo>
                    <a:pt x="2214578" y="859537"/>
                  </a:lnTo>
                  <a:lnTo>
                    <a:pt x="2216516" y="821733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34551" y="7822076"/>
              <a:ext cx="2217162" cy="1179867"/>
            </a:xfrm>
            <a:custGeom>
              <a:avLst/>
              <a:pathLst>
                <a:path w="2217162" h="1179867">
                  <a:moveTo>
                    <a:pt x="1108581" y="229594"/>
                  </a:moveTo>
                  <a:lnTo>
                    <a:pt x="1142048" y="230605"/>
                  </a:lnTo>
                  <a:lnTo>
                    <a:pt x="1175393" y="233636"/>
                  </a:lnTo>
                  <a:lnTo>
                    <a:pt x="1208495" y="238674"/>
                  </a:lnTo>
                  <a:lnTo>
                    <a:pt x="1241231" y="245701"/>
                  </a:lnTo>
                  <a:lnTo>
                    <a:pt x="1273484" y="254692"/>
                  </a:lnTo>
                  <a:lnTo>
                    <a:pt x="1305135" y="265614"/>
                  </a:lnTo>
                  <a:lnTo>
                    <a:pt x="1336069" y="278427"/>
                  </a:lnTo>
                  <a:lnTo>
                    <a:pt x="1366173" y="293085"/>
                  </a:lnTo>
                  <a:lnTo>
                    <a:pt x="1395336" y="309533"/>
                  </a:lnTo>
                  <a:lnTo>
                    <a:pt x="1423454" y="327713"/>
                  </a:lnTo>
                  <a:lnTo>
                    <a:pt x="1450422" y="347556"/>
                  </a:lnTo>
                  <a:lnTo>
                    <a:pt x="1476144" y="368992"/>
                  </a:lnTo>
                  <a:lnTo>
                    <a:pt x="1500524" y="391942"/>
                  </a:lnTo>
                  <a:lnTo>
                    <a:pt x="1532703" y="389013"/>
                  </a:lnTo>
                  <a:lnTo>
                    <a:pt x="1565568" y="387903"/>
                  </a:lnTo>
                  <a:lnTo>
                    <a:pt x="1599028" y="388657"/>
                  </a:lnTo>
                  <a:lnTo>
                    <a:pt x="1632992" y="391316"/>
                  </a:lnTo>
                  <a:lnTo>
                    <a:pt x="1667365" y="395914"/>
                  </a:lnTo>
                  <a:lnTo>
                    <a:pt x="1702052" y="402484"/>
                  </a:lnTo>
                  <a:lnTo>
                    <a:pt x="1736955" y="411053"/>
                  </a:lnTo>
                  <a:lnTo>
                    <a:pt x="1771975" y="421644"/>
                  </a:lnTo>
                  <a:lnTo>
                    <a:pt x="1807012" y="434275"/>
                  </a:lnTo>
                  <a:lnTo>
                    <a:pt x="1841963" y="448960"/>
                  </a:lnTo>
                  <a:lnTo>
                    <a:pt x="1876728" y="465708"/>
                  </a:lnTo>
                  <a:lnTo>
                    <a:pt x="1911201" y="484523"/>
                  </a:lnTo>
                  <a:lnTo>
                    <a:pt x="1945280" y="505405"/>
                  </a:lnTo>
                  <a:lnTo>
                    <a:pt x="1978861" y="528348"/>
                  </a:lnTo>
                  <a:lnTo>
                    <a:pt x="2011840" y="553342"/>
                  </a:lnTo>
                  <a:lnTo>
                    <a:pt x="2044112" y="580373"/>
                  </a:lnTo>
                  <a:lnTo>
                    <a:pt x="2075575" y="609420"/>
                  </a:lnTo>
                  <a:lnTo>
                    <a:pt x="2106124" y="640460"/>
                  </a:lnTo>
                  <a:lnTo>
                    <a:pt x="2135658" y="673463"/>
                  </a:lnTo>
                  <a:lnTo>
                    <a:pt x="2164076" y="708394"/>
                  </a:lnTo>
                  <a:lnTo>
                    <a:pt x="2191277" y="745216"/>
                  </a:lnTo>
                  <a:lnTo>
                    <a:pt x="2217162" y="783885"/>
                  </a:lnTo>
                  <a:lnTo>
                    <a:pt x="2182196" y="810241"/>
                  </a:lnTo>
                  <a:lnTo>
                    <a:pt x="2146624" y="834881"/>
                  </a:lnTo>
                  <a:lnTo>
                    <a:pt x="2110511" y="857792"/>
                  </a:lnTo>
                  <a:lnTo>
                    <a:pt x="2073919" y="878962"/>
                  </a:lnTo>
                  <a:lnTo>
                    <a:pt x="2036912" y="898384"/>
                  </a:lnTo>
                  <a:lnTo>
                    <a:pt x="1999554" y="916048"/>
                  </a:lnTo>
                  <a:lnTo>
                    <a:pt x="1961909" y="931951"/>
                  </a:lnTo>
                  <a:lnTo>
                    <a:pt x="1924041" y="946090"/>
                  </a:lnTo>
                  <a:lnTo>
                    <a:pt x="1886013" y="958463"/>
                  </a:lnTo>
                  <a:lnTo>
                    <a:pt x="1847890" y="969072"/>
                  </a:lnTo>
                  <a:lnTo>
                    <a:pt x="1809734" y="977920"/>
                  </a:lnTo>
                  <a:lnTo>
                    <a:pt x="1771610" y="985013"/>
                  </a:lnTo>
                  <a:lnTo>
                    <a:pt x="1733580" y="990357"/>
                  </a:lnTo>
                  <a:lnTo>
                    <a:pt x="1695706" y="993962"/>
                  </a:lnTo>
                  <a:lnTo>
                    <a:pt x="1658052" y="995839"/>
                  </a:lnTo>
                  <a:lnTo>
                    <a:pt x="1620679" y="996003"/>
                  </a:lnTo>
                  <a:lnTo>
                    <a:pt x="1583648" y="994468"/>
                  </a:lnTo>
                  <a:lnTo>
                    <a:pt x="1547020" y="991251"/>
                  </a:lnTo>
                  <a:lnTo>
                    <a:pt x="1510854" y="986372"/>
                  </a:lnTo>
                  <a:lnTo>
                    <a:pt x="1475211" y="979853"/>
                  </a:lnTo>
                  <a:lnTo>
                    <a:pt x="1440149" y="971716"/>
                  </a:lnTo>
                  <a:lnTo>
                    <a:pt x="1405725" y="961986"/>
                  </a:lnTo>
                  <a:lnTo>
                    <a:pt x="1371997" y="950691"/>
                  </a:lnTo>
                  <a:lnTo>
                    <a:pt x="1339019" y="937859"/>
                  </a:lnTo>
                  <a:lnTo>
                    <a:pt x="1306847" y="923520"/>
                  </a:lnTo>
                  <a:lnTo>
                    <a:pt x="1275535" y="907706"/>
                  </a:lnTo>
                  <a:lnTo>
                    <a:pt x="1245135" y="890453"/>
                  </a:lnTo>
                  <a:lnTo>
                    <a:pt x="1215699" y="871794"/>
                  </a:lnTo>
                  <a:lnTo>
                    <a:pt x="1187277" y="851769"/>
                  </a:lnTo>
                  <a:lnTo>
                    <a:pt x="1159919" y="830415"/>
                  </a:lnTo>
                  <a:lnTo>
                    <a:pt x="1133671" y="807773"/>
                  </a:lnTo>
                  <a:lnTo>
                    <a:pt x="1108581" y="783885"/>
                  </a:lnTo>
                  <a:lnTo>
                    <a:pt x="1108581" y="783885"/>
                  </a:lnTo>
                  <a:lnTo>
                    <a:pt x="1107375" y="813033"/>
                  </a:lnTo>
                  <a:lnTo>
                    <a:pt x="1103763" y="842032"/>
                  </a:lnTo>
                  <a:lnTo>
                    <a:pt x="1097755" y="870732"/>
                  </a:lnTo>
                  <a:lnTo>
                    <a:pt x="1089374" y="898986"/>
                  </a:lnTo>
                  <a:lnTo>
                    <a:pt x="1078647" y="926646"/>
                  </a:lnTo>
                  <a:lnTo>
                    <a:pt x="1065611" y="953568"/>
                  </a:lnTo>
                  <a:lnTo>
                    <a:pt x="1050312" y="979608"/>
                  </a:lnTo>
                  <a:lnTo>
                    <a:pt x="1032801" y="1004625"/>
                  </a:lnTo>
                  <a:lnTo>
                    <a:pt x="1013139" y="1028482"/>
                  </a:lnTo>
                  <a:lnTo>
                    <a:pt x="991393" y="1051045"/>
                  </a:lnTo>
                  <a:lnTo>
                    <a:pt x="967640" y="1072183"/>
                  </a:lnTo>
                  <a:lnTo>
                    <a:pt x="941962" y="1091770"/>
                  </a:lnTo>
                  <a:lnTo>
                    <a:pt x="914448" y="1109682"/>
                  </a:lnTo>
                  <a:lnTo>
                    <a:pt x="885194" y="1125804"/>
                  </a:lnTo>
                  <a:lnTo>
                    <a:pt x="854303" y="1140023"/>
                  </a:lnTo>
                  <a:lnTo>
                    <a:pt x="821884" y="1152233"/>
                  </a:lnTo>
                  <a:lnTo>
                    <a:pt x="788052" y="1162332"/>
                  </a:lnTo>
                  <a:lnTo>
                    <a:pt x="752928" y="1170226"/>
                  </a:lnTo>
                  <a:lnTo>
                    <a:pt x="716638" y="1175828"/>
                  </a:lnTo>
                  <a:lnTo>
                    <a:pt x="684458" y="1178757"/>
                  </a:lnTo>
                  <a:lnTo>
                    <a:pt x="651594" y="1179867"/>
                  </a:lnTo>
                  <a:lnTo>
                    <a:pt x="618133" y="1179112"/>
                  </a:lnTo>
                  <a:lnTo>
                    <a:pt x="584170" y="1176454"/>
                  </a:lnTo>
                  <a:lnTo>
                    <a:pt x="549796" y="1171856"/>
                  </a:lnTo>
                  <a:lnTo>
                    <a:pt x="515109" y="1165286"/>
                  </a:lnTo>
                  <a:lnTo>
                    <a:pt x="480206" y="1156717"/>
                  </a:lnTo>
                  <a:lnTo>
                    <a:pt x="445186" y="1146126"/>
                  </a:lnTo>
                  <a:lnTo>
                    <a:pt x="410150" y="1133495"/>
                  </a:lnTo>
                  <a:lnTo>
                    <a:pt x="375198" y="1118810"/>
                  </a:lnTo>
                  <a:lnTo>
                    <a:pt x="340434" y="1102062"/>
                  </a:lnTo>
                  <a:lnTo>
                    <a:pt x="305961" y="1083247"/>
                  </a:lnTo>
                  <a:lnTo>
                    <a:pt x="271881" y="1062365"/>
                  </a:lnTo>
                  <a:lnTo>
                    <a:pt x="238300" y="1039422"/>
                  </a:lnTo>
                  <a:lnTo>
                    <a:pt x="205322" y="1014428"/>
                  </a:lnTo>
                  <a:lnTo>
                    <a:pt x="173050" y="987397"/>
                  </a:lnTo>
                  <a:lnTo>
                    <a:pt x="141587" y="958350"/>
                  </a:lnTo>
                  <a:lnTo>
                    <a:pt x="111038" y="927310"/>
                  </a:lnTo>
                  <a:lnTo>
                    <a:pt x="81503" y="894307"/>
                  </a:lnTo>
                  <a:lnTo>
                    <a:pt x="53086" y="859375"/>
                  </a:lnTo>
                  <a:lnTo>
                    <a:pt x="25885" y="822553"/>
                  </a:lnTo>
                  <a:lnTo>
                    <a:pt x="0" y="783885"/>
                  </a:lnTo>
                  <a:lnTo>
                    <a:pt x="646" y="746037"/>
                  </a:lnTo>
                  <a:lnTo>
                    <a:pt x="2584" y="708233"/>
                  </a:lnTo>
                  <a:lnTo>
                    <a:pt x="5811" y="670517"/>
                  </a:lnTo>
                  <a:lnTo>
                    <a:pt x="10325" y="632933"/>
                  </a:lnTo>
                  <a:lnTo>
                    <a:pt x="16119" y="595525"/>
                  </a:lnTo>
                  <a:lnTo>
                    <a:pt x="23186" y="558337"/>
                  </a:lnTo>
                  <a:lnTo>
                    <a:pt x="31520" y="521412"/>
                  </a:lnTo>
                  <a:lnTo>
                    <a:pt x="41109" y="484793"/>
                  </a:lnTo>
                  <a:lnTo>
                    <a:pt x="51942" y="448523"/>
                  </a:lnTo>
                  <a:lnTo>
                    <a:pt x="64008" y="412644"/>
                  </a:lnTo>
                  <a:lnTo>
                    <a:pt x="77292" y="377197"/>
                  </a:lnTo>
                  <a:lnTo>
                    <a:pt x="91778" y="342225"/>
                  </a:lnTo>
                  <a:lnTo>
                    <a:pt x="107449" y="307768"/>
                  </a:lnTo>
                  <a:lnTo>
                    <a:pt x="124288" y="273865"/>
                  </a:lnTo>
                  <a:lnTo>
                    <a:pt x="142274" y="240558"/>
                  </a:lnTo>
                  <a:lnTo>
                    <a:pt x="161387" y="207884"/>
                  </a:lnTo>
                  <a:lnTo>
                    <a:pt x="181605" y="175881"/>
                  </a:lnTo>
                  <a:lnTo>
                    <a:pt x="202903" y="144588"/>
                  </a:lnTo>
                  <a:lnTo>
                    <a:pt x="225258" y="114040"/>
                  </a:lnTo>
                  <a:lnTo>
                    <a:pt x="248642" y="84273"/>
                  </a:lnTo>
                  <a:lnTo>
                    <a:pt x="273029" y="55321"/>
                  </a:lnTo>
                  <a:lnTo>
                    <a:pt x="298390" y="27219"/>
                  </a:lnTo>
                  <a:lnTo>
                    <a:pt x="324695" y="0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920112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811531" y="802007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203473" y="818241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027645" y="779047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419588" y="8966303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702949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843132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43132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843132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843132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843132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59247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34551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059247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711093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90871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982204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1773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701994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709069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7390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18168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6833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7364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326634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326634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654633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4493519" y="6921429"/>
              <a:ext cx="121331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 (n=8)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714451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00177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100177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00177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100177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100177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218306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53023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218306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545957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991736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853180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730650" y="7822076"/>
              <a:ext cx="1321698" cy="1381890"/>
            </a:xfrm>
            <a:custGeom>
              <a:avLst/>
              <a:pathLst>
                <a:path w="1321698" h="1381890">
                  <a:moveTo>
                    <a:pt x="739054" y="783885"/>
                  </a:moveTo>
                  <a:lnTo>
                    <a:pt x="715833" y="751795"/>
                  </a:lnTo>
                  <a:lnTo>
                    <a:pt x="690028" y="723973"/>
                  </a:lnTo>
                  <a:lnTo>
                    <a:pt x="662226" y="700605"/>
                  </a:lnTo>
                  <a:lnTo>
                    <a:pt x="633024" y="681805"/>
                  </a:lnTo>
                  <a:lnTo>
                    <a:pt x="603023" y="667617"/>
                  </a:lnTo>
                  <a:lnTo>
                    <a:pt x="572818" y="658012"/>
                  </a:lnTo>
                  <a:lnTo>
                    <a:pt x="542991" y="652891"/>
                  </a:lnTo>
                  <a:lnTo>
                    <a:pt x="514100" y="652088"/>
                  </a:lnTo>
                  <a:lnTo>
                    <a:pt x="486679" y="655375"/>
                  </a:lnTo>
                  <a:lnTo>
                    <a:pt x="461222" y="662460"/>
                  </a:lnTo>
                  <a:lnTo>
                    <a:pt x="438185" y="672998"/>
                  </a:lnTo>
                  <a:lnTo>
                    <a:pt x="417971" y="686595"/>
                  </a:lnTo>
                  <a:lnTo>
                    <a:pt x="400936" y="702809"/>
                  </a:lnTo>
                  <a:lnTo>
                    <a:pt x="387372" y="721164"/>
                  </a:lnTo>
                  <a:lnTo>
                    <a:pt x="377515" y="741151"/>
                  </a:lnTo>
                  <a:lnTo>
                    <a:pt x="371532" y="762241"/>
                  </a:lnTo>
                  <a:lnTo>
                    <a:pt x="369527" y="783885"/>
                  </a:lnTo>
                  <a:lnTo>
                    <a:pt x="370377" y="749252"/>
                  </a:lnTo>
                  <a:lnTo>
                    <a:pt x="372926" y="714682"/>
                  </a:lnTo>
                  <a:lnTo>
                    <a:pt x="377172" y="680237"/>
                  </a:lnTo>
                  <a:lnTo>
                    <a:pt x="383109" y="645980"/>
                  </a:lnTo>
                  <a:lnTo>
                    <a:pt x="390730" y="611972"/>
                  </a:lnTo>
                  <a:lnTo>
                    <a:pt x="400026" y="578276"/>
                  </a:lnTo>
                  <a:lnTo>
                    <a:pt x="410985" y="544953"/>
                  </a:lnTo>
                  <a:lnTo>
                    <a:pt x="423595" y="512065"/>
                  </a:lnTo>
                  <a:lnTo>
                    <a:pt x="437840" y="479672"/>
                  </a:lnTo>
                  <a:lnTo>
                    <a:pt x="453703" y="447835"/>
                  </a:lnTo>
                  <a:lnTo>
                    <a:pt x="471164" y="416614"/>
                  </a:lnTo>
                  <a:lnTo>
                    <a:pt x="490203" y="386068"/>
                  </a:lnTo>
                  <a:lnTo>
                    <a:pt x="510797" y="356254"/>
                  </a:lnTo>
                  <a:lnTo>
                    <a:pt x="532920" y="327232"/>
                  </a:lnTo>
                  <a:lnTo>
                    <a:pt x="556545" y="299058"/>
                  </a:lnTo>
                  <a:lnTo>
                    <a:pt x="581644" y="271787"/>
                  </a:lnTo>
                  <a:lnTo>
                    <a:pt x="608187" y="245476"/>
                  </a:lnTo>
                  <a:lnTo>
                    <a:pt x="636140" y="220178"/>
                  </a:lnTo>
                  <a:lnTo>
                    <a:pt x="665470" y="195947"/>
                  </a:lnTo>
                  <a:lnTo>
                    <a:pt x="696140" y="172834"/>
                  </a:lnTo>
                  <a:lnTo>
                    <a:pt x="728113" y="150891"/>
                  </a:lnTo>
                  <a:lnTo>
                    <a:pt x="761350" y="130167"/>
                  </a:lnTo>
                  <a:lnTo>
                    <a:pt x="795809" y="110712"/>
                  </a:lnTo>
                  <a:lnTo>
                    <a:pt x="831448" y="92571"/>
                  </a:lnTo>
                  <a:lnTo>
                    <a:pt x="868222" y="75792"/>
                  </a:lnTo>
                  <a:lnTo>
                    <a:pt x="906086" y="60418"/>
                  </a:lnTo>
                  <a:lnTo>
                    <a:pt x="944993" y="46493"/>
                  </a:lnTo>
                  <a:lnTo>
                    <a:pt x="984894" y="34058"/>
                  </a:lnTo>
                  <a:lnTo>
                    <a:pt x="1025738" y="23154"/>
                  </a:lnTo>
                  <a:lnTo>
                    <a:pt x="1067475" y="13818"/>
                  </a:lnTo>
                  <a:lnTo>
                    <a:pt x="1110051" y="6088"/>
                  </a:lnTo>
                  <a:lnTo>
                    <a:pt x="1153412" y="0"/>
                  </a:lnTo>
                  <a:lnTo>
                    <a:pt x="1188673" y="58184"/>
                  </a:lnTo>
                  <a:lnTo>
                    <a:pt x="1219808" y="117732"/>
                  </a:lnTo>
                  <a:lnTo>
                    <a:pt x="1246781" y="178360"/>
                  </a:lnTo>
                  <a:lnTo>
                    <a:pt x="1269578" y="239785"/>
                  </a:lnTo>
                  <a:lnTo>
                    <a:pt x="1288204" y="301726"/>
                  </a:lnTo>
                  <a:lnTo>
                    <a:pt x="1302679" y="363907"/>
                  </a:lnTo>
                  <a:lnTo>
                    <a:pt x="1313045" y="426055"/>
                  </a:lnTo>
                  <a:lnTo>
                    <a:pt x="1319360" y="487905"/>
                  </a:lnTo>
                  <a:lnTo>
                    <a:pt x="1321698" y="549196"/>
                  </a:lnTo>
                  <a:lnTo>
                    <a:pt x="1320152" y="609676"/>
                  </a:lnTo>
                  <a:lnTo>
                    <a:pt x="1314827" y="669105"/>
                  </a:lnTo>
                  <a:lnTo>
                    <a:pt x="1305846" y="727248"/>
                  </a:lnTo>
                  <a:lnTo>
                    <a:pt x="1293344" y="783885"/>
                  </a:lnTo>
                  <a:lnTo>
                    <a:pt x="1277472" y="838806"/>
                  </a:lnTo>
                  <a:lnTo>
                    <a:pt x="1258391" y="891813"/>
                  </a:lnTo>
                  <a:lnTo>
                    <a:pt x="1236273" y="942722"/>
                  </a:lnTo>
                  <a:lnTo>
                    <a:pt x="1211302" y="991364"/>
                  </a:lnTo>
                  <a:lnTo>
                    <a:pt x="1183670" y="1037582"/>
                  </a:lnTo>
                  <a:lnTo>
                    <a:pt x="1153577" y="1081236"/>
                  </a:lnTo>
                  <a:lnTo>
                    <a:pt x="1121233" y="1122200"/>
                  </a:lnTo>
                  <a:lnTo>
                    <a:pt x="1086850" y="1160365"/>
                  </a:lnTo>
                  <a:lnTo>
                    <a:pt x="1050647" y="1195636"/>
                  </a:lnTo>
                  <a:lnTo>
                    <a:pt x="1012847" y="1227937"/>
                  </a:lnTo>
                  <a:lnTo>
                    <a:pt x="973674" y="1257204"/>
                  </a:lnTo>
                  <a:lnTo>
                    <a:pt x="933355" y="1283393"/>
                  </a:lnTo>
                  <a:lnTo>
                    <a:pt x="892117" y="1306475"/>
                  </a:lnTo>
                  <a:lnTo>
                    <a:pt x="850186" y="1326437"/>
                  </a:lnTo>
                  <a:lnTo>
                    <a:pt x="807785" y="1343280"/>
                  </a:lnTo>
                  <a:lnTo>
                    <a:pt x="765136" y="1357024"/>
                  </a:lnTo>
                  <a:lnTo>
                    <a:pt x="722457" y="1367702"/>
                  </a:lnTo>
                  <a:lnTo>
                    <a:pt x="679958" y="1375362"/>
                  </a:lnTo>
                  <a:lnTo>
                    <a:pt x="637846" y="1380066"/>
                  </a:lnTo>
                  <a:lnTo>
                    <a:pt x="596320" y="1381890"/>
                  </a:lnTo>
                  <a:lnTo>
                    <a:pt x="555571" y="1380923"/>
                  </a:lnTo>
                  <a:lnTo>
                    <a:pt x="515782" y="1377267"/>
                  </a:lnTo>
                  <a:lnTo>
                    <a:pt x="477126" y="1371036"/>
                  </a:lnTo>
                  <a:lnTo>
                    <a:pt x="439765" y="1362352"/>
                  </a:lnTo>
                  <a:lnTo>
                    <a:pt x="403852" y="1351351"/>
                  </a:lnTo>
                  <a:lnTo>
                    <a:pt x="369527" y="1338176"/>
                  </a:lnTo>
                  <a:lnTo>
                    <a:pt x="336918" y="1322978"/>
                  </a:lnTo>
                  <a:lnTo>
                    <a:pt x="306141" y="1305916"/>
                  </a:lnTo>
                  <a:lnTo>
                    <a:pt x="277299" y="1287157"/>
                  </a:lnTo>
                  <a:lnTo>
                    <a:pt x="250481" y="1266871"/>
                  </a:lnTo>
                  <a:lnTo>
                    <a:pt x="225765" y="1245233"/>
                  </a:lnTo>
                  <a:lnTo>
                    <a:pt x="203212" y="1222422"/>
                  </a:lnTo>
                  <a:lnTo>
                    <a:pt x="182870" y="1198619"/>
                  </a:lnTo>
                  <a:lnTo>
                    <a:pt x="164774" y="1174008"/>
                  </a:lnTo>
                  <a:lnTo>
                    <a:pt x="148945" y="1148771"/>
                  </a:lnTo>
                  <a:lnTo>
                    <a:pt x="135390" y="1123090"/>
                  </a:lnTo>
                  <a:lnTo>
                    <a:pt x="124102" y="1097146"/>
                  </a:lnTo>
                  <a:lnTo>
                    <a:pt x="115060" y="1071118"/>
                  </a:lnTo>
                  <a:lnTo>
                    <a:pt x="108231" y="1045180"/>
                  </a:lnTo>
                  <a:lnTo>
                    <a:pt x="103570" y="1019502"/>
                  </a:lnTo>
                  <a:lnTo>
                    <a:pt x="101017" y="994249"/>
                  </a:lnTo>
                  <a:lnTo>
                    <a:pt x="100502" y="969579"/>
                  </a:lnTo>
                  <a:lnTo>
                    <a:pt x="101944" y="945644"/>
                  </a:lnTo>
                  <a:lnTo>
                    <a:pt x="105250" y="922588"/>
                  </a:lnTo>
                  <a:lnTo>
                    <a:pt x="110318" y="900545"/>
                  </a:lnTo>
                  <a:lnTo>
                    <a:pt x="117036" y="879642"/>
                  </a:lnTo>
                  <a:lnTo>
                    <a:pt x="125284" y="859994"/>
                  </a:lnTo>
                  <a:lnTo>
                    <a:pt x="134934" y="841707"/>
                  </a:lnTo>
                  <a:lnTo>
                    <a:pt x="145850" y="824875"/>
                  </a:lnTo>
                  <a:lnTo>
                    <a:pt x="157892" y="809582"/>
                  </a:lnTo>
                  <a:lnTo>
                    <a:pt x="170914" y="795899"/>
                  </a:lnTo>
                  <a:lnTo>
                    <a:pt x="184763" y="783885"/>
                  </a:lnTo>
                  <a:lnTo>
                    <a:pt x="199287" y="773587"/>
                  </a:lnTo>
                  <a:lnTo>
                    <a:pt x="214328" y="765040"/>
                  </a:lnTo>
                  <a:lnTo>
                    <a:pt x="229729" y="758266"/>
                  </a:lnTo>
                  <a:lnTo>
                    <a:pt x="245330" y="753273"/>
                  </a:lnTo>
                  <a:lnTo>
                    <a:pt x="260974" y="750059"/>
                  </a:lnTo>
                  <a:lnTo>
                    <a:pt x="276504" y="748606"/>
                  </a:lnTo>
                  <a:lnTo>
                    <a:pt x="291764" y="748887"/>
                  </a:lnTo>
                  <a:lnTo>
                    <a:pt x="306604" y="750860"/>
                  </a:lnTo>
                  <a:lnTo>
                    <a:pt x="320875" y="754474"/>
                  </a:lnTo>
                  <a:lnTo>
                    <a:pt x="334436" y="759664"/>
                  </a:lnTo>
                  <a:lnTo>
                    <a:pt x="347151" y="766355"/>
                  </a:lnTo>
                  <a:lnTo>
                    <a:pt x="358888" y="774460"/>
                  </a:lnTo>
                  <a:lnTo>
                    <a:pt x="369527" y="783885"/>
                  </a:lnTo>
                  <a:lnTo>
                    <a:pt x="355017" y="772446"/>
                  </a:lnTo>
                  <a:lnTo>
                    <a:pt x="338019" y="764577"/>
                  </a:lnTo>
                  <a:lnTo>
                    <a:pt x="319189" y="760679"/>
                  </a:lnTo>
                  <a:lnTo>
                    <a:pt x="299238" y="761047"/>
                  </a:lnTo>
                  <a:lnTo>
                    <a:pt x="278920" y="765862"/>
                  </a:lnTo>
                  <a:lnTo>
                    <a:pt x="259010" y="775187"/>
                  </a:lnTo>
                  <a:lnTo>
                    <a:pt x="240292" y="788963"/>
                  </a:lnTo>
                  <a:lnTo>
                    <a:pt x="223536" y="807008"/>
                  </a:lnTo>
                  <a:lnTo>
                    <a:pt x="209483" y="829022"/>
                  </a:lnTo>
                  <a:lnTo>
                    <a:pt x="198827" y="854591"/>
                  </a:lnTo>
                  <a:lnTo>
                    <a:pt x="192201" y="883192"/>
                  </a:lnTo>
                  <a:lnTo>
                    <a:pt x="190154" y="914206"/>
                  </a:lnTo>
                  <a:lnTo>
                    <a:pt x="193148" y="946928"/>
                  </a:lnTo>
                  <a:lnTo>
                    <a:pt x="201535" y="980578"/>
                  </a:lnTo>
                  <a:lnTo>
                    <a:pt x="215553" y="1014323"/>
                  </a:lnTo>
                  <a:lnTo>
                    <a:pt x="235317" y="1047286"/>
                  </a:lnTo>
                  <a:lnTo>
                    <a:pt x="260812" y="1078569"/>
                  </a:lnTo>
                  <a:lnTo>
                    <a:pt x="291889" y="1107270"/>
                  </a:lnTo>
                  <a:lnTo>
                    <a:pt x="328265" y="1132502"/>
                  </a:lnTo>
                  <a:lnTo>
                    <a:pt x="369527" y="1153412"/>
                  </a:lnTo>
                  <a:lnTo>
                    <a:pt x="388792" y="1176035"/>
                  </a:lnTo>
                  <a:lnTo>
                    <a:pt x="410274" y="1197601"/>
                  </a:lnTo>
                  <a:lnTo>
                    <a:pt x="433914" y="1217949"/>
                  </a:lnTo>
                  <a:lnTo>
                    <a:pt x="459641" y="1236918"/>
                  </a:lnTo>
                  <a:lnTo>
                    <a:pt x="487373" y="1254354"/>
                  </a:lnTo>
                  <a:lnTo>
                    <a:pt x="517020" y="1270106"/>
                  </a:lnTo>
                  <a:lnTo>
                    <a:pt x="548481" y="1284029"/>
                  </a:lnTo>
                  <a:lnTo>
                    <a:pt x="581644" y="1295983"/>
                  </a:lnTo>
                  <a:lnTo>
                    <a:pt x="616391" y="1305836"/>
                  </a:lnTo>
                  <a:lnTo>
                    <a:pt x="652592" y="1313462"/>
                  </a:lnTo>
                  <a:lnTo>
                    <a:pt x="690109" y="1318745"/>
                  </a:lnTo>
                  <a:lnTo>
                    <a:pt x="728799" y="1321573"/>
                  </a:lnTo>
                  <a:lnTo>
                    <a:pt x="768507" y="1321848"/>
                  </a:lnTo>
                  <a:lnTo>
                    <a:pt x="809074" y="1319476"/>
                  </a:lnTo>
                  <a:lnTo>
                    <a:pt x="850335" y="1314375"/>
                  </a:lnTo>
                  <a:lnTo>
                    <a:pt x="892117" y="1306475"/>
                  </a:lnTo>
                  <a:lnTo>
                    <a:pt x="844405" y="1315274"/>
                  </a:lnTo>
                  <a:lnTo>
                    <a:pt x="797406" y="1320428"/>
                  </a:lnTo>
                  <a:lnTo>
                    <a:pt x="751374" y="1322049"/>
                  </a:lnTo>
                  <a:lnTo>
                    <a:pt x="706556" y="1320264"/>
                  </a:lnTo>
                  <a:lnTo>
                    <a:pt x="663183" y="1315216"/>
                  </a:lnTo>
                  <a:lnTo>
                    <a:pt x="621477" y="1307064"/>
                  </a:lnTo>
                  <a:lnTo>
                    <a:pt x="581644" y="1295983"/>
                  </a:lnTo>
                  <a:lnTo>
                    <a:pt x="543880" y="1282157"/>
                  </a:lnTo>
                  <a:lnTo>
                    <a:pt x="508360" y="1265786"/>
                  </a:lnTo>
                  <a:lnTo>
                    <a:pt x="475248" y="1247079"/>
                  </a:lnTo>
                  <a:lnTo>
                    <a:pt x="444689" y="1226257"/>
                  </a:lnTo>
                  <a:lnTo>
                    <a:pt x="416811" y="1203546"/>
                  </a:lnTo>
                  <a:lnTo>
                    <a:pt x="391726" y="1179184"/>
                  </a:lnTo>
                  <a:lnTo>
                    <a:pt x="369527" y="1153412"/>
                  </a:lnTo>
                  <a:lnTo>
                    <a:pt x="350287" y="1126477"/>
                  </a:lnTo>
                  <a:lnTo>
                    <a:pt x="334063" y="1098631"/>
                  </a:lnTo>
                  <a:lnTo>
                    <a:pt x="320892" y="1070125"/>
                  </a:lnTo>
                  <a:lnTo>
                    <a:pt x="310793" y="1041215"/>
                  </a:lnTo>
                  <a:lnTo>
                    <a:pt x="303763" y="1012154"/>
                  </a:lnTo>
                  <a:lnTo>
                    <a:pt x="299785" y="983194"/>
                  </a:lnTo>
                  <a:lnTo>
                    <a:pt x="298821" y="954584"/>
                  </a:lnTo>
                  <a:lnTo>
                    <a:pt x="300813" y="926570"/>
                  </a:lnTo>
                  <a:lnTo>
                    <a:pt x="305688" y="899392"/>
                  </a:lnTo>
                  <a:lnTo>
                    <a:pt x="313355" y="873281"/>
                  </a:lnTo>
                  <a:lnTo>
                    <a:pt x="323705" y="848465"/>
                  </a:lnTo>
                  <a:lnTo>
                    <a:pt x="336613" y="825157"/>
                  </a:lnTo>
                  <a:lnTo>
                    <a:pt x="351939" y="803566"/>
                  </a:lnTo>
                  <a:lnTo>
                    <a:pt x="369527" y="783885"/>
                  </a:lnTo>
                  <a:lnTo>
                    <a:pt x="349846" y="801473"/>
                  </a:lnTo>
                  <a:lnTo>
                    <a:pt x="328254" y="816799"/>
                  </a:lnTo>
                  <a:lnTo>
                    <a:pt x="304947" y="829707"/>
                  </a:lnTo>
                  <a:lnTo>
                    <a:pt x="280130" y="840056"/>
                  </a:lnTo>
                  <a:lnTo>
                    <a:pt x="254020" y="847723"/>
                  </a:lnTo>
                  <a:lnTo>
                    <a:pt x="226841" y="852599"/>
                  </a:lnTo>
                  <a:lnTo>
                    <a:pt x="198827" y="854591"/>
                  </a:lnTo>
                  <a:lnTo>
                    <a:pt x="170218" y="853626"/>
                  </a:lnTo>
                  <a:lnTo>
                    <a:pt x="141258" y="849648"/>
                  </a:lnTo>
                  <a:lnTo>
                    <a:pt x="112196" y="842619"/>
                  </a:lnTo>
                  <a:lnTo>
                    <a:pt x="83286" y="832519"/>
                  </a:lnTo>
                  <a:lnTo>
                    <a:pt x="54781" y="819348"/>
                  </a:lnTo>
                  <a:lnTo>
                    <a:pt x="26934" y="803124"/>
                  </a:lnTo>
                  <a:lnTo>
                    <a:pt x="0" y="783885"/>
                  </a:lnTo>
                  <a:lnTo>
                    <a:pt x="1139" y="812878"/>
                  </a:lnTo>
                  <a:lnTo>
                    <a:pt x="4549" y="841692"/>
                  </a:lnTo>
                  <a:lnTo>
                    <a:pt x="10210" y="870149"/>
                  </a:lnTo>
                  <a:lnTo>
                    <a:pt x="18085" y="898075"/>
                  </a:lnTo>
                  <a:lnTo>
                    <a:pt x="28128" y="925297"/>
                  </a:lnTo>
                  <a:lnTo>
                    <a:pt x="40276" y="951647"/>
                  </a:lnTo>
                  <a:lnTo>
                    <a:pt x="54453" y="976962"/>
                  </a:lnTo>
                  <a:lnTo>
                    <a:pt x="70573" y="1001088"/>
                  </a:lnTo>
                  <a:lnTo>
                    <a:pt x="88536" y="1023874"/>
                  </a:lnTo>
                  <a:lnTo>
                    <a:pt x="108231" y="1045180"/>
                  </a:lnTo>
                  <a:lnTo>
                    <a:pt x="129538" y="1064876"/>
                  </a:lnTo>
                  <a:lnTo>
                    <a:pt x="152324" y="1082839"/>
                  </a:lnTo>
                  <a:lnTo>
                    <a:pt x="176449" y="1098959"/>
                  </a:lnTo>
                  <a:lnTo>
                    <a:pt x="201765" y="1113136"/>
                  </a:lnTo>
                  <a:lnTo>
                    <a:pt x="228115" y="1125283"/>
                  </a:lnTo>
                  <a:lnTo>
                    <a:pt x="255336" y="1135326"/>
                  </a:lnTo>
                  <a:lnTo>
                    <a:pt x="283262" y="1143202"/>
                  </a:lnTo>
                  <a:lnTo>
                    <a:pt x="311720" y="1148863"/>
                  </a:lnTo>
                  <a:lnTo>
                    <a:pt x="340534" y="1152273"/>
                  </a:lnTo>
                  <a:lnTo>
                    <a:pt x="369527" y="1153412"/>
                  </a:lnTo>
                  <a:lnTo>
                    <a:pt x="398519" y="1152273"/>
                  </a:lnTo>
                  <a:lnTo>
                    <a:pt x="427333" y="1148863"/>
                  </a:lnTo>
                  <a:lnTo>
                    <a:pt x="455791" y="1143202"/>
                  </a:lnTo>
                  <a:lnTo>
                    <a:pt x="483717" y="1135326"/>
                  </a:lnTo>
                  <a:lnTo>
                    <a:pt x="510939" y="1125283"/>
                  </a:lnTo>
                  <a:lnTo>
                    <a:pt x="537288" y="1113136"/>
                  </a:lnTo>
                  <a:lnTo>
                    <a:pt x="562604" y="1098959"/>
                  </a:lnTo>
                  <a:lnTo>
                    <a:pt x="586729" y="1082839"/>
                  </a:lnTo>
                  <a:lnTo>
                    <a:pt x="609515" y="1064876"/>
                  </a:lnTo>
                  <a:lnTo>
                    <a:pt x="630822" y="1045180"/>
                  </a:lnTo>
                  <a:lnTo>
                    <a:pt x="650517" y="1023874"/>
                  </a:lnTo>
                  <a:lnTo>
                    <a:pt x="668480" y="1001088"/>
                  </a:lnTo>
                  <a:lnTo>
                    <a:pt x="684600" y="976962"/>
                  </a:lnTo>
                  <a:lnTo>
                    <a:pt x="698778" y="951647"/>
                  </a:lnTo>
                  <a:lnTo>
                    <a:pt x="710925" y="925297"/>
                  </a:lnTo>
                  <a:lnTo>
                    <a:pt x="720968" y="898075"/>
                  </a:lnTo>
                  <a:lnTo>
                    <a:pt x="728844" y="870149"/>
                  </a:lnTo>
                  <a:lnTo>
                    <a:pt x="734504" y="841692"/>
                  </a:lnTo>
                  <a:lnTo>
                    <a:pt x="737915" y="812878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730650" y="7822076"/>
              <a:ext cx="1156641" cy="1321848"/>
            </a:xfrm>
            <a:custGeom>
              <a:avLst/>
              <a:pathLst>
                <a:path w="1156641" h="1321848">
                  <a:moveTo>
                    <a:pt x="369527" y="783885"/>
                  </a:moveTo>
                  <a:lnTo>
                    <a:pt x="370377" y="749252"/>
                  </a:lnTo>
                  <a:lnTo>
                    <a:pt x="372926" y="714682"/>
                  </a:lnTo>
                  <a:lnTo>
                    <a:pt x="377172" y="680237"/>
                  </a:lnTo>
                  <a:lnTo>
                    <a:pt x="383109" y="645980"/>
                  </a:lnTo>
                  <a:lnTo>
                    <a:pt x="390730" y="611972"/>
                  </a:lnTo>
                  <a:lnTo>
                    <a:pt x="400026" y="578276"/>
                  </a:lnTo>
                  <a:lnTo>
                    <a:pt x="410985" y="544953"/>
                  </a:lnTo>
                  <a:lnTo>
                    <a:pt x="423595" y="512065"/>
                  </a:lnTo>
                  <a:lnTo>
                    <a:pt x="437840" y="479672"/>
                  </a:lnTo>
                  <a:lnTo>
                    <a:pt x="453703" y="447835"/>
                  </a:lnTo>
                  <a:lnTo>
                    <a:pt x="471164" y="416614"/>
                  </a:lnTo>
                  <a:lnTo>
                    <a:pt x="490203" y="386068"/>
                  </a:lnTo>
                  <a:lnTo>
                    <a:pt x="510797" y="356254"/>
                  </a:lnTo>
                  <a:lnTo>
                    <a:pt x="532920" y="327232"/>
                  </a:lnTo>
                  <a:lnTo>
                    <a:pt x="556545" y="299058"/>
                  </a:lnTo>
                  <a:lnTo>
                    <a:pt x="581644" y="271787"/>
                  </a:lnTo>
                  <a:lnTo>
                    <a:pt x="608187" y="245476"/>
                  </a:lnTo>
                  <a:lnTo>
                    <a:pt x="636140" y="220178"/>
                  </a:lnTo>
                  <a:lnTo>
                    <a:pt x="665470" y="195947"/>
                  </a:lnTo>
                  <a:lnTo>
                    <a:pt x="696140" y="172834"/>
                  </a:lnTo>
                  <a:lnTo>
                    <a:pt x="728113" y="150891"/>
                  </a:lnTo>
                  <a:lnTo>
                    <a:pt x="761350" y="130167"/>
                  </a:lnTo>
                  <a:lnTo>
                    <a:pt x="795809" y="110712"/>
                  </a:lnTo>
                  <a:lnTo>
                    <a:pt x="831448" y="92571"/>
                  </a:lnTo>
                  <a:lnTo>
                    <a:pt x="868222" y="75792"/>
                  </a:lnTo>
                  <a:lnTo>
                    <a:pt x="906086" y="60418"/>
                  </a:lnTo>
                  <a:lnTo>
                    <a:pt x="944993" y="46493"/>
                  </a:lnTo>
                  <a:lnTo>
                    <a:pt x="984894" y="34058"/>
                  </a:lnTo>
                  <a:lnTo>
                    <a:pt x="1025738" y="23154"/>
                  </a:lnTo>
                  <a:lnTo>
                    <a:pt x="1067475" y="13818"/>
                  </a:lnTo>
                  <a:lnTo>
                    <a:pt x="1110051" y="6088"/>
                  </a:lnTo>
                  <a:lnTo>
                    <a:pt x="1153412" y="0"/>
                  </a:lnTo>
                  <a:lnTo>
                    <a:pt x="1156234" y="49152"/>
                  </a:lnTo>
                  <a:lnTo>
                    <a:pt x="1156641" y="97557"/>
                  </a:lnTo>
                  <a:lnTo>
                    <a:pt x="1154688" y="145108"/>
                  </a:lnTo>
                  <a:lnTo>
                    <a:pt x="1150436" y="191703"/>
                  </a:lnTo>
                  <a:lnTo>
                    <a:pt x="1143947" y="237240"/>
                  </a:lnTo>
                  <a:lnTo>
                    <a:pt x="1135289" y="281621"/>
                  </a:lnTo>
                  <a:lnTo>
                    <a:pt x="1124536" y="324754"/>
                  </a:lnTo>
                  <a:lnTo>
                    <a:pt x="1111762" y="366547"/>
                  </a:lnTo>
                  <a:lnTo>
                    <a:pt x="1097048" y="406914"/>
                  </a:lnTo>
                  <a:lnTo>
                    <a:pt x="1080475" y="445773"/>
                  </a:lnTo>
                  <a:lnTo>
                    <a:pt x="1062132" y="483044"/>
                  </a:lnTo>
                  <a:lnTo>
                    <a:pt x="1042107" y="518654"/>
                  </a:lnTo>
                  <a:lnTo>
                    <a:pt x="1020492" y="552532"/>
                  </a:lnTo>
                  <a:lnTo>
                    <a:pt x="997384" y="584612"/>
                  </a:lnTo>
                  <a:lnTo>
                    <a:pt x="972880" y="614833"/>
                  </a:lnTo>
                  <a:lnTo>
                    <a:pt x="947081" y="643139"/>
                  </a:lnTo>
                  <a:lnTo>
                    <a:pt x="920089" y="669477"/>
                  </a:lnTo>
                  <a:lnTo>
                    <a:pt x="892008" y="693800"/>
                  </a:lnTo>
                  <a:lnTo>
                    <a:pt x="862946" y="716066"/>
                  </a:lnTo>
                  <a:lnTo>
                    <a:pt x="833009" y="736237"/>
                  </a:lnTo>
                  <a:lnTo>
                    <a:pt x="802308" y="754282"/>
                  </a:lnTo>
                  <a:lnTo>
                    <a:pt x="770952" y="770172"/>
                  </a:lnTo>
                  <a:lnTo>
                    <a:pt x="739054" y="783885"/>
                  </a:lnTo>
                  <a:lnTo>
                    <a:pt x="761676" y="803150"/>
                  </a:lnTo>
                  <a:lnTo>
                    <a:pt x="783243" y="824632"/>
                  </a:lnTo>
                  <a:lnTo>
                    <a:pt x="803591" y="848272"/>
                  </a:lnTo>
                  <a:lnTo>
                    <a:pt x="822560" y="873999"/>
                  </a:lnTo>
                  <a:lnTo>
                    <a:pt x="839996" y="901731"/>
                  </a:lnTo>
                  <a:lnTo>
                    <a:pt x="855748" y="931378"/>
                  </a:lnTo>
                  <a:lnTo>
                    <a:pt x="869670" y="962839"/>
                  </a:lnTo>
                  <a:lnTo>
                    <a:pt x="881624" y="996003"/>
                  </a:lnTo>
                  <a:lnTo>
                    <a:pt x="891478" y="1030749"/>
                  </a:lnTo>
                  <a:lnTo>
                    <a:pt x="899104" y="1066950"/>
                  </a:lnTo>
                  <a:lnTo>
                    <a:pt x="904386" y="1104468"/>
                  </a:lnTo>
                  <a:lnTo>
                    <a:pt x="907215" y="1143157"/>
                  </a:lnTo>
                  <a:lnTo>
                    <a:pt x="907489" y="1182865"/>
                  </a:lnTo>
                  <a:lnTo>
                    <a:pt x="905117" y="1223433"/>
                  </a:lnTo>
                  <a:lnTo>
                    <a:pt x="900017" y="1264693"/>
                  </a:lnTo>
                  <a:lnTo>
                    <a:pt x="892117" y="1306475"/>
                  </a:lnTo>
                  <a:lnTo>
                    <a:pt x="850335" y="1314375"/>
                  </a:lnTo>
                  <a:lnTo>
                    <a:pt x="809074" y="1319476"/>
                  </a:lnTo>
                  <a:lnTo>
                    <a:pt x="768507" y="1321848"/>
                  </a:lnTo>
                  <a:lnTo>
                    <a:pt x="728799" y="1321573"/>
                  </a:lnTo>
                  <a:lnTo>
                    <a:pt x="690109" y="1318745"/>
                  </a:lnTo>
                  <a:lnTo>
                    <a:pt x="652592" y="1313462"/>
                  </a:lnTo>
                  <a:lnTo>
                    <a:pt x="616391" y="1305836"/>
                  </a:lnTo>
                  <a:lnTo>
                    <a:pt x="581644" y="1295983"/>
                  </a:lnTo>
                  <a:lnTo>
                    <a:pt x="548481" y="1284029"/>
                  </a:lnTo>
                  <a:lnTo>
                    <a:pt x="517020" y="1270106"/>
                  </a:lnTo>
                  <a:lnTo>
                    <a:pt x="487373" y="1254354"/>
                  </a:lnTo>
                  <a:lnTo>
                    <a:pt x="459641" y="1236918"/>
                  </a:lnTo>
                  <a:lnTo>
                    <a:pt x="433914" y="1217949"/>
                  </a:lnTo>
                  <a:lnTo>
                    <a:pt x="410274" y="1197601"/>
                  </a:lnTo>
                  <a:lnTo>
                    <a:pt x="388792" y="1176035"/>
                  </a:lnTo>
                  <a:lnTo>
                    <a:pt x="369527" y="1153412"/>
                  </a:lnTo>
                  <a:lnTo>
                    <a:pt x="350287" y="1126477"/>
                  </a:lnTo>
                  <a:lnTo>
                    <a:pt x="334063" y="1098631"/>
                  </a:lnTo>
                  <a:lnTo>
                    <a:pt x="320892" y="1070125"/>
                  </a:lnTo>
                  <a:lnTo>
                    <a:pt x="310793" y="1041215"/>
                  </a:lnTo>
                  <a:lnTo>
                    <a:pt x="303763" y="1012154"/>
                  </a:lnTo>
                  <a:lnTo>
                    <a:pt x="299785" y="983194"/>
                  </a:lnTo>
                  <a:lnTo>
                    <a:pt x="298821" y="954584"/>
                  </a:lnTo>
                  <a:lnTo>
                    <a:pt x="300813" y="926570"/>
                  </a:lnTo>
                  <a:lnTo>
                    <a:pt x="305688" y="899392"/>
                  </a:lnTo>
                  <a:lnTo>
                    <a:pt x="313355" y="873281"/>
                  </a:lnTo>
                  <a:lnTo>
                    <a:pt x="323705" y="848465"/>
                  </a:lnTo>
                  <a:lnTo>
                    <a:pt x="336613" y="825157"/>
                  </a:lnTo>
                  <a:lnTo>
                    <a:pt x="351939" y="803566"/>
                  </a:lnTo>
                  <a:lnTo>
                    <a:pt x="369527" y="783885"/>
                  </a:lnTo>
                  <a:lnTo>
                    <a:pt x="349846" y="801473"/>
                  </a:lnTo>
                  <a:lnTo>
                    <a:pt x="328254" y="816799"/>
                  </a:lnTo>
                  <a:lnTo>
                    <a:pt x="304947" y="829707"/>
                  </a:lnTo>
                  <a:lnTo>
                    <a:pt x="280130" y="840056"/>
                  </a:lnTo>
                  <a:lnTo>
                    <a:pt x="254020" y="847723"/>
                  </a:lnTo>
                  <a:lnTo>
                    <a:pt x="226841" y="852599"/>
                  </a:lnTo>
                  <a:lnTo>
                    <a:pt x="198827" y="854591"/>
                  </a:lnTo>
                  <a:lnTo>
                    <a:pt x="170218" y="853626"/>
                  </a:lnTo>
                  <a:lnTo>
                    <a:pt x="141258" y="849648"/>
                  </a:lnTo>
                  <a:lnTo>
                    <a:pt x="112196" y="842619"/>
                  </a:lnTo>
                  <a:lnTo>
                    <a:pt x="83286" y="832519"/>
                  </a:lnTo>
                  <a:lnTo>
                    <a:pt x="54781" y="819348"/>
                  </a:lnTo>
                  <a:lnTo>
                    <a:pt x="26934" y="803124"/>
                  </a:lnTo>
                  <a:lnTo>
                    <a:pt x="0" y="783885"/>
                  </a:lnTo>
                  <a:lnTo>
                    <a:pt x="26934" y="764645"/>
                  </a:lnTo>
                  <a:lnTo>
                    <a:pt x="54781" y="748422"/>
                  </a:lnTo>
                  <a:lnTo>
                    <a:pt x="83286" y="735251"/>
                  </a:lnTo>
                  <a:lnTo>
                    <a:pt x="112196" y="725151"/>
                  </a:lnTo>
                  <a:lnTo>
                    <a:pt x="141258" y="718122"/>
                  </a:lnTo>
                  <a:lnTo>
                    <a:pt x="170218" y="714144"/>
                  </a:lnTo>
                  <a:lnTo>
                    <a:pt x="198827" y="713179"/>
                  </a:lnTo>
                  <a:lnTo>
                    <a:pt x="226841" y="715171"/>
                  </a:lnTo>
                  <a:lnTo>
                    <a:pt x="254020" y="720047"/>
                  </a:lnTo>
                  <a:lnTo>
                    <a:pt x="280130" y="727713"/>
                  </a:lnTo>
                  <a:lnTo>
                    <a:pt x="304947" y="738063"/>
                  </a:lnTo>
                  <a:lnTo>
                    <a:pt x="328254" y="750971"/>
                  </a:lnTo>
                  <a:lnTo>
                    <a:pt x="349846" y="766297"/>
                  </a:lnTo>
                  <a:lnTo>
                    <a:pt x="369527" y="783885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438103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852462" y="7790475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68576" y="8943888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591166" y="909695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699049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100177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100177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100177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100177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100177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316292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991596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4316292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968138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747916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6239249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738818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4959040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966115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730951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975213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473878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424409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6583680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3680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911679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7660084" y="6921429"/>
              <a:ext cx="139427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 (n=7)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6971496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8357223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8357223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357223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8357223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357223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475352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110069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475352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803002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248781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110226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7248642" y="8051671"/>
              <a:ext cx="1688740" cy="1403668"/>
            </a:xfrm>
            <a:custGeom>
              <a:avLst/>
              <a:pathLst>
                <a:path w="1688740" h="1403668">
                  <a:moveTo>
                    <a:pt x="1662872" y="554290"/>
                  </a:moveTo>
                  <a:lnTo>
                    <a:pt x="1661934" y="522061"/>
                  </a:lnTo>
                  <a:lnTo>
                    <a:pt x="1659124" y="489941"/>
                  </a:lnTo>
                  <a:lnTo>
                    <a:pt x="1654451" y="458039"/>
                  </a:lnTo>
                  <a:lnTo>
                    <a:pt x="1647931" y="426462"/>
                  </a:lnTo>
                  <a:lnTo>
                    <a:pt x="1639586" y="395318"/>
                  </a:lnTo>
                  <a:lnTo>
                    <a:pt x="1629444" y="364712"/>
                  </a:lnTo>
                  <a:lnTo>
                    <a:pt x="1617540" y="334747"/>
                  </a:lnTo>
                  <a:lnTo>
                    <a:pt x="1603913" y="305525"/>
                  </a:lnTo>
                  <a:lnTo>
                    <a:pt x="1588611" y="277145"/>
                  </a:lnTo>
                  <a:lnTo>
                    <a:pt x="1571684" y="249702"/>
                  </a:lnTo>
                  <a:lnTo>
                    <a:pt x="1553190" y="223291"/>
                  </a:lnTo>
                  <a:lnTo>
                    <a:pt x="1533192" y="197999"/>
                  </a:lnTo>
                  <a:lnTo>
                    <a:pt x="1511757" y="173913"/>
                  </a:lnTo>
                  <a:lnTo>
                    <a:pt x="1488958" y="151114"/>
                  </a:lnTo>
                  <a:lnTo>
                    <a:pt x="1464872" y="129679"/>
                  </a:lnTo>
                  <a:lnTo>
                    <a:pt x="1439580" y="109681"/>
                  </a:lnTo>
                  <a:lnTo>
                    <a:pt x="1413169" y="91187"/>
                  </a:lnTo>
                  <a:lnTo>
                    <a:pt x="1385726" y="74260"/>
                  </a:lnTo>
                  <a:lnTo>
                    <a:pt x="1357346" y="58958"/>
                  </a:lnTo>
                  <a:lnTo>
                    <a:pt x="1328124" y="45332"/>
                  </a:lnTo>
                  <a:lnTo>
                    <a:pt x="1298159" y="33427"/>
                  </a:lnTo>
                  <a:lnTo>
                    <a:pt x="1267553" y="23286"/>
                  </a:lnTo>
                  <a:lnTo>
                    <a:pt x="1236409" y="14940"/>
                  </a:lnTo>
                  <a:lnTo>
                    <a:pt x="1204832" y="8420"/>
                  </a:lnTo>
                  <a:lnTo>
                    <a:pt x="1172930" y="3747"/>
                  </a:lnTo>
                  <a:lnTo>
                    <a:pt x="1140810" y="937"/>
                  </a:lnTo>
                  <a:lnTo>
                    <a:pt x="1108581" y="0"/>
                  </a:lnTo>
                  <a:lnTo>
                    <a:pt x="1142048" y="1011"/>
                  </a:lnTo>
                  <a:lnTo>
                    <a:pt x="1175393" y="4041"/>
                  </a:lnTo>
                  <a:lnTo>
                    <a:pt x="1208495" y="9079"/>
                  </a:lnTo>
                  <a:lnTo>
                    <a:pt x="1241231" y="16106"/>
                  </a:lnTo>
                  <a:lnTo>
                    <a:pt x="1273484" y="25097"/>
                  </a:lnTo>
                  <a:lnTo>
                    <a:pt x="1305135" y="36019"/>
                  </a:lnTo>
                  <a:lnTo>
                    <a:pt x="1336069" y="48833"/>
                  </a:lnTo>
                  <a:lnTo>
                    <a:pt x="1366173" y="63490"/>
                  </a:lnTo>
                  <a:lnTo>
                    <a:pt x="1395336" y="79939"/>
                  </a:lnTo>
                  <a:lnTo>
                    <a:pt x="1423454" y="98118"/>
                  </a:lnTo>
                  <a:lnTo>
                    <a:pt x="1450422" y="117962"/>
                  </a:lnTo>
                  <a:lnTo>
                    <a:pt x="1476144" y="139398"/>
                  </a:lnTo>
                  <a:lnTo>
                    <a:pt x="1500524" y="162347"/>
                  </a:lnTo>
                  <a:lnTo>
                    <a:pt x="1522388" y="185506"/>
                  </a:lnTo>
                  <a:lnTo>
                    <a:pt x="1542887" y="209883"/>
                  </a:lnTo>
                  <a:lnTo>
                    <a:pt x="1561952" y="235396"/>
                  </a:lnTo>
                  <a:lnTo>
                    <a:pt x="1579519" y="261963"/>
                  </a:lnTo>
                  <a:lnTo>
                    <a:pt x="1595532" y="289495"/>
                  </a:lnTo>
                  <a:lnTo>
                    <a:pt x="1609937" y="317900"/>
                  </a:lnTo>
                  <a:lnTo>
                    <a:pt x="1622687" y="347087"/>
                  </a:lnTo>
                  <a:lnTo>
                    <a:pt x="1633739" y="376957"/>
                  </a:lnTo>
                  <a:lnTo>
                    <a:pt x="1643058" y="407413"/>
                  </a:lnTo>
                  <a:lnTo>
                    <a:pt x="1650611" y="438354"/>
                  </a:lnTo>
                  <a:lnTo>
                    <a:pt x="1656376" y="469678"/>
                  </a:lnTo>
                  <a:lnTo>
                    <a:pt x="1660331" y="501281"/>
                  </a:lnTo>
                  <a:lnTo>
                    <a:pt x="1662465" y="533059"/>
                  </a:lnTo>
                  <a:lnTo>
                    <a:pt x="1662770" y="564908"/>
                  </a:lnTo>
                  <a:lnTo>
                    <a:pt x="1661245" y="596721"/>
                  </a:lnTo>
                  <a:lnTo>
                    <a:pt x="1657896" y="628394"/>
                  </a:lnTo>
                  <a:lnTo>
                    <a:pt x="1652733" y="659822"/>
                  </a:lnTo>
                  <a:lnTo>
                    <a:pt x="1645773" y="690902"/>
                  </a:lnTo>
                  <a:lnTo>
                    <a:pt x="1637040" y="721531"/>
                  </a:lnTo>
                  <a:lnTo>
                    <a:pt x="1626561" y="751608"/>
                  </a:lnTo>
                  <a:lnTo>
                    <a:pt x="1614373" y="781033"/>
                  </a:lnTo>
                  <a:lnTo>
                    <a:pt x="1600515" y="809710"/>
                  </a:lnTo>
                  <a:lnTo>
                    <a:pt x="1585032" y="837543"/>
                  </a:lnTo>
                  <a:lnTo>
                    <a:pt x="1567977" y="864441"/>
                  </a:lnTo>
                  <a:lnTo>
                    <a:pt x="1549404" y="890315"/>
                  </a:lnTo>
                  <a:lnTo>
                    <a:pt x="1529376" y="915080"/>
                  </a:lnTo>
                  <a:lnTo>
                    <a:pt x="1507959" y="938653"/>
                  </a:lnTo>
                  <a:lnTo>
                    <a:pt x="1485223" y="960958"/>
                  </a:lnTo>
                  <a:lnTo>
                    <a:pt x="1461244" y="981919"/>
                  </a:lnTo>
                  <a:lnTo>
                    <a:pt x="1436100" y="1001469"/>
                  </a:lnTo>
                  <a:lnTo>
                    <a:pt x="1409875" y="1019543"/>
                  </a:lnTo>
                  <a:lnTo>
                    <a:pt x="1382655" y="1036080"/>
                  </a:lnTo>
                  <a:lnTo>
                    <a:pt x="1354531" y="1051026"/>
                  </a:lnTo>
                  <a:lnTo>
                    <a:pt x="1325594" y="1064333"/>
                  </a:lnTo>
                  <a:lnTo>
                    <a:pt x="1295940" y="1075955"/>
                  </a:lnTo>
                  <a:lnTo>
                    <a:pt x="1265669" y="1085855"/>
                  </a:lnTo>
                  <a:lnTo>
                    <a:pt x="1234878" y="1094000"/>
                  </a:lnTo>
                  <a:lnTo>
                    <a:pt x="1203670" y="1100364"/>
                  </a:lnTo>
                  <a:lnTo>
                    <a:pt x="1172149" y="1104924"/>
                  </a:lnTo>
                  <a:lnTo>
                    <a:pt x="1140417" y="1107666"/>
                  </a:lnTo>
                  <a:lnTo>
                    <a:pt x="1108581" y="1108581"/>
                  </a:lnTo>
                  <a:lnTo>
                    <a:pt x="1076744" y="1107666"/>
                  </a:lnTo>
                  <a:lnTo>
                    <a:pt x="1045013" y="1104924"/>
                  </a:lnTo>
                  <a:lnTo>
                    <a:pt x="1013491" y="1100364"/>
                  </a:lnTo>
                  <a:lnTo>
                    <a:pt x="982284" y="1094000"/>
                  </a:lnTo>
                  <a:lnTo>
                    <a:pt x="951493" y="1085855"/>
                  </a:lnTo>
                  <a:lnTo>
                    <a:pt x="921221" y="1075955"/>
                  </a:lnTo>
                  <a:lnTo>
                    <a:pt x="891568" y="1064333"/>
                  </a:lnTo>
                  <a:lnTo>
                    <a:pt x="862631" y="1051026"/>
                  </a:lnTo>
                  <a:lnTo>
                    <a:pt x="834506" y="1036080"/>
                  </a:lnTo>
                  <a:lnTo>
                    <a:pt x="807286" y="1019543"/>
                  </a:lnTo>
                  <a:lnTo>
                    <a:pt x="781061" y="1001469"/>
                  </a:lnTo>
                  <a:lnTo>
                    <a:pt x="755918" y="981919"/>
                  </a:lnTo>
                  <a:lnTo>
                    <a:pt x="731938" y="960958"/>
                  </a:lnTo>
                  <a:lnTo>
                    <a:pt x="709202" y="938653"/>
                  </a:lnTo>
                  <a:lnTo>
                    <a:pt x="687785" y="915080"/>
                  </a:lnTo>
                  <a:lnTo>
                    <a:pt x="667757" y="890315"/>
                  </a:lnTo>
                  <a:lnTo>
                    <a:pt x="649185" y="864441"/>
                  </a:lnTo>
                  <a:lnTo>
                    <a:pt x="632129" y="837543"/>
                  </a:lnTo>
                  <a:lnTo>
                    <a:pt x="616647" y="809710"/>
                  </a:lnTo>
                  <a:lnTo>
                    <a:pt x="602789" y="781033"/>
                  </a:lnTo>
                  <a:lnTo>
                    <a:pt x="590600" y="751608"/>
                  </a:lnTo>
                  <a:lnTo>
                    <a:pt x="580122" y="721531"/>
                  </a:lnTo>
                  <a:lnTo>
                    <a:pt x="571389" y="690902"/>
                  </a:lnTo>
                  <a:lnTo>
                    <a:pt x="564429" y="659822"/>
                  </a:lnTo>
                  <a:lnTo>
                    <a:pt x="559266" y="628394"/>
                  </a:lnTo>
                  <a:lnTo>
                    <a:pt x="555917" y="596721"/>
                  </a:lnTo>
                  <a:lnTo>
                    <a:pt x="554392" y="564908"/>
                  </a:lnTo>
                  <a:lnTo>
                    <a:pt x="554697" y="533059"/>
                  </a:lnTo>
                  <a:lnTo>
                    <a:pt x="556831" y="501281"/>
                  </a:lnTo>
                  <a:lnTo>
                    <a:pt x="560786" y="469678"/>
                  </a:lnTo>
                  <a:lnTo>
                    <a:pt x="566550" y="438354"/>
                  </a:lnTo>
                  <a:lnTo>
                    <a:pt x="574104" y="407413"/>
                  </a:lnTo>
                  <a:lnTo>
                    <a:pt x="583423" y="376957"/>
                  </a:lnTo>
                  <a:lnTo>
                    <a:pt x="594475" y="347087"/>
                  </a:lnTo>
                  <a:lnTo>
                    <a:pt x="607225" y="317900"/>
                  </a:lnTo>
                  <a:lnTo>
                    <a:pt x="621630" y="289495"/>
                  </a:lnTo>
                  <a:lnTo>
                    <a:pt x="637643" y="261963"/>
                  </a:lnTo>
                  <a:lnTo>
                    <a:pt x="655210" y="235396"/>
                  </a:lnTo>
                  <a:lnTo>
                    <a:pt x="674275" y="209883"/>
                  </a:lnTo>
                  <a:lnTo>
                    <a:pt x="694773" y="185506"/>
                  </a:lnTo>
                  <a:lnTo>
                    <a:pt x="716638" y="162347"/>
                  </a:lnTo>
                  <a:lnTo>
                    <a:pt x="700207" y="209449"/>
                  </a:lnTo>
                  <a:lnTo>
                    <a:pt x="688813" y="256449"/>
                  </a:lnTo>
                  <a:lnTo>
                    <a:pt x="682315" y="302842"/>
                  </a:lnTo>
                  <a:lnTo>
                    <a:pt x="680525" y="348149"/>
                  </a:lnTo>
                  <a:lnTo>
                    <a:pt x="683208" y="391917"/>
                  </a:lnTo>
                  <a:lnTo>
                    <a:pt x="690088" y="433724"/>
                  </a:lnTo>
                  <a:lnTo>
                    <a:pt x="700851" y="473188"/>
                  </a:lnTo>
                  <a:lnTo>
                    <a:pt x="715148" y="509961"/>
                  </a:lnTo>
                  <a:lnTo>
                    <a:pt x="732603" y="543741"/>
                  </a:lnTo>
                  <a:lnTo>
                    <a:pt x="752812" y="574270"/>
                  </a:lnTo>
                  <a:lnTo>
                    <a:pt x="775352" y="601334"/>
                  </a:lnTo>
                  <a:lnTo>
                    <a:pt x="799785" y="624771"/>
                  </a:lnTo>
                  <a:lnTo>
                    <a:pt x="825662" y="644464"/>
                  </a:lnTo>
                  <a:lnTo>
                    <a:pt x="852532" y="660349"/>
                  </a:lnTo>
                  <a:lnTo>
                    <a:pt x="879940" y="672409"/>
                  </a:lnTo>
                  <a:lnTo>
                    <a:pt x="907439" y="680676"/>
                  </a:lnTo>
                  <a:lnTo>
                    <a:pt x="934591" y="685231"/>
                  </a:lnTo>
                  <a:lnTo>
                    <a:pt x="960973" y="686201"/>
                  </a:lnTo>
                  <a:lnTo>
                    <a:pt x="986182" y="683756"/>
                  </a:lnTo>
                  <a:lnTo>
                    <a:pt x="1009840" y="678108"/>
                  </a:lnTo>
                  <a:lnTo>
                    <a:pt x="1031594" y="669509"/>
                  </a:lnTo>
                  <a:lnTo>
                    <a:pt x="1051126" y="658246"/>
                  </a:lnTo>
                  <a:lnTo>
                    <a:pt x="1068153" y="644638"/>
                  </a:lnTo>
                  <a:lnTo>
                    <a:pt x="1082428" y="629031"/>
                  </a:lnTo>
                  <a:lnTo>
                    <a:pt x="1093747" y="611796"/>
                  </a:lnTo>
                  <a:lnTo>
                    <a:pt x="1101949" y="593323"/>
                  </a:lnTo>
                  <a:lnTo>
                    <a:pt x="1106917" y="574016"/>
                  </a:lnTo>
                  <a:lnTo>
                    <a:pt x="1108581" y="554290"/>
                  </a:lnTo>
                  <a:lnTo>
                    <a:pt x="1109786" y="583438"/>
                  </a:lnTo>
                  <a:lnTo>
                    <a:pt x="1113399" y="612437"/>
                  </a:lnTo>
                  <a:lnTo>
                    <a:pt x="1119406" y="641138"/>
                  </a:lnTo>
                  <a:lnTo>
                    <a:pt x="1127788" y="669391"/>
                  </a:lnTo>
                  <a:lnTo>
                    <a:pt x="1138515" y="697052"/>
                  </a:lnTo>
                  <a:lnTo>
                    <a:pt x="1151550" y="723973"/>
                  </a:lnTo>
                  <a:lnTo>
                    <a:pt x="1166850" y="750013"/>
                  </a:lnTo>
                  <a:lnTo>
                    <a:pt x="1184361" y="775030"/>
                  </a:lnTo>
                  <a:lnTo>
                    <a:pt x="1204023" y="798888"/>
                  </a:lnTo>
                  <a:lnTo>
                    <a:pt x="1225768" y="821451"/>
                  </a:lnTo>
                  <a:lnTo>
                    <a:pt x="1249521" y="842588"/>
                  </a:lnTo>
                  <a:lnTo>
                    <a:pt x="1275200" y="862175"/>
                  </a:lnTo>
                  <a:lnTo>
                    <a:pt x="1302714" y="880088"/>
                  </a:lnTo>
                  <a:lnTo>
                    <a:pt x="1331968" y="896210"/>
                  </a:lnTo>
                  <a:lnTo>
                    <a:pt x="1362859" y="910429"/>
                  </a:lnTo>
                  <a:lnTo>
                    <a:pt x="1395278" y="922638"/>
                  </a:lnTo>
                  <a:lnTo>
                    <a:pt x="1429109" y="932737"/>
                  </a:lnTo>
                  <a:lnTo>
                    <a:pt x="1464233" y="940632"/>
                  </a:lnTo>
                  <a:lnTo>
                    <a:pt x="1500524" y="946233"/>
                  </a:lnTo>
                  <a:lnTo>
                    <a:pt x="1457024" y="953902"/>
                  </a:lnTo>
                  <a:lnTo>
                    <a:pt x="1414380" y="957546"/>
                  </a:lnTo>
                  <a:lnTo>
                    <a:pt x="1372930" y="957323"/>
                  </a:lnTo>
                  <a:lnTo>
                    <a:pt x="1332999" y="953417"/>
                  </a:lnTo>
                  <a:lnTo>
                    <a:pt x="1294888" y="946037"/>
                  </a:lnTo>
                  <a:lnTo>
                    <a:pt x="1258879" y="935419"/>
                  </a:lnTo>
                  <a:lnTo>
                    <a:pt x="1225229" y="921817"/>
                  </a:lnTo>
                  <a:lnTo>
                    <a:pt x="1194170" y="905506"/>
                  </a:lnTo>
                  <a:lnTo>
                    <a:pt x="1165908" y="886779"/>
                  </a:lnTo>
                  <a:lnTo>
                    <a:pt x="1140620" y="865942"/>
                  </a:lnTo>
                  <a:lnTo>
                    <a:pt x="1118454" y="843317"/>
                  </a:lnTo>
                  <a:lnTo>
                    <a:pt x="1099530" y="819231"/>
                  </a:lnTo>
                  <a:lnTo>
                    <a:pt x="1083936" y="794023"/>
                  </a:lnTo>
                  <a:lnTo>
                    <a:pt x="1071728" y="768033"/>
                  </a:lnTo>
                  <a:lnTo>
                    <a:pt x="1062933" y="741605"/>
                  </a:lnTo>
                  <a:lnTo>
                    <a:pt x="1057548" y="715083"/>
                  </a:lnTo>
                  <a:lnTo>
                    <a:pt x="1055535" y="688806"/>
                  </a:lnTo>
                  <a:lnTo>
                    <a:pt x="1056829" y="663109"/>
                  </a:lnTo>
                  <a:lnTo>
                    <a:pt x="1061335" y="638317"/>
                  </a:lnTo>
                  <a:lnTo>
                    <a:pt x="1068928" y="614745"/>
                  </a:lnTo>
                  <a:lnTo>
                    <a:pt x="1079457" y="592696"/>
                  </a:lnTo>
                  <a:lnTo>
                    <a:pt x="1092743" y="572454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8356" y="600403"/>
                  </a:lnTo>
                  <a:lnTo>
                    <a:pt x="18617" y="645817"/>
                  </a:lnTo>
                  <a:lnTo>
                    <a:pt x="30738" y="690453"/>
                  </a:lnTo>
                  <a:lnTo>
                    <a:pt x="44672" y="734237"/>
                  </a:lnTo>
                  <a:lnTo>
                    <a:pt x="60370" y="777094"/>
                  </a:lnTo>
                  <a:lnTo>
                    <a:pt x="77778" y="818955"/>
                  </a:lnTo>
                  <a:lnTo>
                    <a:pt x="96840" y="859753"/>
                  </a:lnTo>
                  <a:lnTo>
                    <a:pt x="117498" y="899422"/>
                  </a:lnTo>
                  <a:lnTo>
                    <a:pt x="139692" y="937900"/>
                  </a:lnTo>
                  <a:lnTo>
                    <a:pt x="163357" y="975131"/>
                  </a:lnTo>
                  <a:lnTo>
                    <a:pt x="188429" y="1011057"/>
                  </a:lnTo>
                  <a:lnTo>
                    <a:pt x="214840" y="1045628"/>
                  </a:lnTo>
                  <a:lnTo>
                    <a:pt x="242521" y="1078795"/>
                  </a:lnTo>
                  <a:lnTo>
                    <a:pt x="271400" y="1110512"/>
                  </a:lnTo>
                  <a:lnTo>
                    <a:pt x="301406" y="1140737"/>
                  </a:lnTo>
                  <a:lnTo>
                    <a:pt x="332464" y="1169433"/>
                  </a:lnTo>
                  <a:lnTo>
                    <a:pt x="364499" y="1196565"/>
                  </a:lnTo>
                  <a:lnTo>
                    <a:pt x="397434" y="1222101"/>
                  </a:lnTo>
                  <a:lnTo>
                    <a:pt x="431194" y="1246015"/>
                  </a:lnTo>
                  <a:lnTo>
                    <a:pt x="465700" y="1268282"/>
                  </a:lnTo>
                  <a:lnTo>
                    <a:pt x="500874" y="1288882"/>
                  </a:lnTo>
                  <a:lnTo>
                    <a:pt x="536636" y="1307799"/>
                  </a:lnTo>
                  <a:lnTo>
                    <a:pt x="572910" y="1325020"/>
                  </a:lnTo>
                  <a:lnTo>
                    <a:pt x="609614" y="1340535"/>
                  </a:lnTo>
                  <a:lnTo>
                    <a:pt x="646672" y="1354340"/>
                  </a:lnTo>
                  <a:lnTo>
                    <a:pt x="684004" y="1366431"/>
                  </a:lnTo>
                  <a:lnTo>
                    <a:pt x="721532" y="1376811"/>
                  </a:lnTo>
                  <a:lnTo>
                    <a:pt x="759179" y="1385485"/>
                  </a:lnTo>
                  <a:lnTo>
                    <a:pt x="796868" y="1392460"/>
                  </a:lnTo>
                  <a:lnTo>
                    <a:pt x="834524" y="1397749"/>
                  </a:lnTo>
                  <a:lnTo>
                    <a:pt x="872073" y="1401367"/>
                  </a:lnTo>
                  <a:lnTo>
                    <a:pt x="909440" y="1403333"/>
                  </a:lnTo>
                  <a:lnTo>
                    <a:pt x="946553" y="1403668"/>
                  </a:lnTo>
                  <a:lnTo>
                    <a:pt x="983343" y="1402396"/>
                  </a:lnTo>
                  <a:lnTo>
                    <a:pt x="1019741" y="1399547"/>
                  </a:lnTo>
                  <a:lnTo>
                    <a:pt x="1055678" y="1395150"/>
                  </a:lnTo>
                  <a:lnTo>
                    <a:pt x="1091091" y="1389238"/>
                  </a:lnTo>
                  <a:lnTo>
                    <a:pt x="1125916" y="1381849"/>
                  </a:lnTo>
                  <a:lnTo>
                    <a:pt x="1160091" y="1373022"/>
                  </a:lnTo>
                  <a:lnTo>
                    <a:pt x="1193558" y="1362796"/>
                  </a:lnTo>
                  <a:lnTo>
                    <a:pt x="1226261" y="1351217"/>
                  </a:lnTo>
                  <a:lnTo>
                    <a:pt x="1258145" y="1338331"/>
                  </a:lnTo>
                  <a:lnTo>
                    <a:pt x="1289158" y="1324185"/>
                  </a:lnTo>
                  <a:lnTo>
                    <a:pt x="1319252" y="1308829"/>
                  </a:lnTo>
                  <a:lnTo>
                    <a:pt x="1348380" y="1292317"/>
                  </a:lnTo>
                  <a:lnTo>
                    <a:pt x="1376499" y="1274701"/>
                  </a:lnTo>
                  <a:lnTo>
                    <a:pt x="1403568" y="1256036"/>
                  </a:lnTo>
                  <a:lnTo>
                    <a:pt x="1429548" y="1236381"/>
                  </a:lnTo>
                  <a:lnTo>
                    <a:pt x="1454406" y="1215792"/>
                  </a:lnTo>
                  <a:lnTo>
                    <a:pt x="1478108" y="1194330"/>
                  </a:lnTo>
                  <a:lnTo>
                    <a:pt x="1500626" y="1172054"/>
                  </a:lnTo>
                  <a:lnTo>
                    <a:pt x="1521933" y="1149027"/>
                  </a:lnTo>
                  <a:lnTo>
                    <a:pt x="1542007" y="1125309"/>
                  </a:lnTo>
                  <a:lnTo>
                    <a:pt x="1560828" y="1100963"/>
                  </a:lnTo>
                  <a:lnTo>
                    <a:pt x="1578379" y="1076053"/>
                  </a:lnTo>
                  <a:lnTo>
                    <a:pt x="1594645" y="1050642"/>
                  </a:lnTo>
                  <a:lnTo>
                    <a:pt x="1609616" y="1024793"/>
                  </a:lnTo>
                  <a:lnTo>
                    <a:pt x="1623284" y="998570"/>
                  </a:lnTo>
                  <a:lnTo>
                    <a:pt x="1635646" y="972037"/>
                  </a:lnTo>
                  <a:lnTo>
                    <a:pt x="1646698" y="945255"/>
                  </a:lnTo>
                  <a:lnTo>
                    <a:pt x="1656442" y="918288"/>
                  </a:lnTo>
                  <a:lnTo>
                    <a:pt x="1664882" y="891198"/>
                  </a:lnTo>
                  <a:lnTo>
                    <a:pt x="1672026" y="864047"/>
                  </a:lnTo>
                  <a:lnTo>
                    <a:pt x="1677883" y="836894"/>
                  </a:lnTo>
                  <a:lnTo>
                    <a:pt x="1682467" y="809801"/>
                  </a:lnTo>
                  <a:lnTo>
                    <a:pt x="1685791" y="782824"/>
                  </a:lnTo>
                  <a:lnTo>
                    <a:pt x="1687876" y="756022"/>
                  </a:lnTo>
                  <a:lnTo>
                    <a:pt x="1688740" y="729451"/>
                  </a:lnTo>
                  <a:lnTo>
                    <a:pt x="1688408" y="703164"/>
                  </a:lnTo>
                  <a:lnTo>
                    <a:pt x="1686904" y="677217"/>
                  </a:lnTo>
                  <a:lnTo>
                    <a:pt x="1684257" y="651659"/>
                  </a:lnTo>
                  <a:lnTo>
                    <a:pt x="1680498" y="626540"/>
                  </a:lnTo>
                  <a:lnTo>
                    <a:pt x="1675657" y="601909"/>
                  </a:lnTo>
                  <a:lnTo>
                    <a:pt x="1669769" y="577811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248642" y="8051671"/>
              <a:ext cx="1662872" cy="946233"/>
            </a:xfrm>
            <a:custGeom>
              <a:avLst/>
              <a:pathLst>
                <a:path w="1662872" h="946233">
                  <a:moveTo>
                    <a:pt x="1108581" y="0"/>
                  </a:moveTo>
                  <a:lnTo>
                    <a:pt x="1142048" y="1011"/>
                  </a:lnTo>
                  <a:lnTo>
                    <a:pt x="1175393" y="4041"/>
                  </a:lnTo>
                  <a:lnTo>
                    <a:pt x="1208495" y="9079"/>
                  </a:lnTo>
                  <a:lnTo>
                    <a:pt x="1241231" y="16106"/>
                  </a:lnTo>
                  <a:lnTo>
                    <a:pt x="1273484" y="25097"/>
                  </a:lnTo>
                  <a:lnTo>
                    <a:pt x="1305135" y="36019"/>
                  </a:lnTo>
                  <a:lnTo>
                    <a:pt x="1336069" y="48833"/>
                  </a:lnTo>
                  <a:lnTo>
                    <a:pt x="1366173" y="63490"/>
                  </a:lnTo>
                  <a:lnTo>
                    <a:pt x="1395336" y="79939"/>
                  </a:lnTo>
                  <a:lnTo>
                    <a:pt x="1423454" y="98118"/>
                  </a:lnTo>
                  <a:lnTo>
                    <a:pt x="1450422" y="117962"/>
                  </a:lnTo>
                  <a:lnTo>
                    <a:pt x="1476144" y="139398"/>
                  </a:lnTo>
                  <a:lnTo>
                    <a:pt x="1500524" y="162347"/>
                  </a:lnTo>
                  <a:lnTo>
                    <a:pt x="1523473" y="186727"/>
                  </a:lnTo>
                  <a:lnTo>
                    <a:pt x="1544909" y="212449"/>
                  </a:lnTo>
                  <a:lnTo>
                    <a:pt x="1564753" y="239417"/>
                  </a:lnTo>
                  <a:lnTo>
                    <a:pt x="1582932" y="267535"/>
                  </a:lnTo>
                  <a:lnTo>
                    <a:pt x="1599381" y="296698"/>
                  </a:lnTo>
                  <a:lnTo>
                    <a:pt x="1614038" y="326802"/>
                  </a:lnTo>
                  <a:lnTo>
                    <a:pt x="1626852" y="357736"/>
                  </a:lnTo>
                  <a:lnTo>
                    <a:pt x="1637774" y="389387"/>
                  </a:lnTo>
                  <a:lnTo>
                    <a:pt x="1646765" y="421640"/>
                  </a:lnTo>
                  <a:lnTo>
                    <a:pt x="1653792" y="454377"/>
                  </a:lnTo>
                  <a:lnTo>
                    <a:pt x="1658830" y="487478"/>
                  </a:lnTo>
                  <a:lnTo>
                    <a:pt x="1661860" y="520823"/>
                  </a:lnTo>
                  <a:lnTo>
                    <a:pt x="1662872" y="554290"/>
                  </a:lnTo>
                  <a:lnTo>
                    <a:pt x="1661860" y="587757"/>
                  </a:lnTo>
                  <a:lnTo>
                    <a:pt x="1658830" y="621103"/>
                  </a:lnTo>
                  <a:lnTo>
                    <a:pt x="1653792" y="654204"/>
                  </a:lnTo>
                  <a:lnTo>
                    <a:pt x="1646765" y="686941"/>
                  </a:lnTo>
                  <a:lnTo>
                    <a:pt x="1637774" y="719193"/>
                  </a:lnTo>
                  <a:lnTo>
                    <a:pt x="1626852" y="750844"/>
                  </a:lnTo>
                  <a:lnTo>
                    <a:pt x="1614038" y="781778"/>
                  </a:lnTo>
                  <a:lnTo>
                    <a:pt x="1599381" y="811882"/>
                  </a:lnTo>
                  <a:lnTo>
                    <a:pt x="1582932" y="841046"/>
                  </a:lnTo>
                  <a:lnTo>
                    <a:pt x="1564753" y="869163"/>
                  </a:lnTo>
                  <a:lnTo>
                    <a:pt x="1544909" y="896132"/>
                  </a:lnTo>
                  <a:lnTo>
                    <a:pt x="1523473" y="921853"/>
                  </a:lnTo>
                  <a:lnTo>
                    <a:pt x="1500524" y="946233"/>
                  </a:lnTo>
                  <a:lnTo>
                    <a:pt x="1464233" y="940632"/>
                  </a:lnTo>
                  <a:lnTo>
                    <a:pt x="1429109" y="932737"/>
                  </a:lnTo>
                  <a:lnTo>
                    <a:pt x="1395278" y="922638"/>
                  </a:lnTo>
                  <a:lnTo>
                    <a:pt x="1362859" y="910429"/>
                  </a:lnTo>
                  <a:lnTo>
                    <a:pt x="1331968" y="896210"/>
                  </a:lnTo>
                  <a:lnTo>
                    <a:pt x="1302714" y="880088"/>
                  </a:lnTo>
                  <a:lnTo>
                    <a:pt x="1275200" y="862175"/>
                  </a:lnTo>
                  <a:lnTo>
                    <a:pt x="1249521" y="842588"/>
                  </a:lnTo>
                  <a:lnTo>
                    <a:pt x="1225768" y="821451"/>
                  </a:lnTo>
                  <a:lnTo>
                    <a:pt x="1204023" y="798888"/>
                  </a:lnTo>
                  <a:lnTo>
                    <a:pt x="1184361" y="775030"/>
                  </a:lnTo>
                  <a:lnTo>
                    <a:pt x="1166850" y="750013"/>
                  </a:lnTo>
                  <a:lnTo>
                    <a:pt x="1151550" y="723973"/>
                  </a:lnTo>
                  <a:lnTo>
                    <a:pt x="1138515" y="697052"/>
                  </a:lnTo>
                  <a:lnTo>
                    <a:pt x="1127788" y="669391"/>
                  </a:lnTo>
                  <a:lnTo>
                    <a:pt x="1119406" y="641138"/>
                  </a:lnTo>
                  <a:lnTo>
                    <a:pt x="1113399" y="612437"/>
                  </a:lnTo>
                  <a:lnTo>
                    <a:pt x="1109786" y="583438"/>
                  </a:lnTo>
                  <a:lnTo>
                    <a:pt x="1108581" y="554290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25885" y="515622"/>
                  </a:lnTo>
                  <a:lnTo>
                    <a:pt x="53086" y="478800"/>
                  </a:lnTo>
                  <a:lnTo>
                    <a:pt x="81503" y="443868"/>
                  </a:lnTo>
                  <a:lnTo>
                    <a:pt x="111038" y="410865"/>
                  </a:lnTo>
                  <a:lnTo>
                    <a:pt x="141587" y="379825"/>
                  </a:lnTo>
                  <a:lnTo>
                    <a:pt x="173050" y="350778"/>
                  </a:lnTo>
                  <a:lnTo>
                    <a:pt x="205322" y="323747"/>
                  </a:lnTo>
                  <a:lnTo>
                    <a:pt x="238300" y="298753"/>
                  </a:lnTo>
                  <a:lnTo>
                    <a:pt x="271881" y="275810"/>
                  </a:lnTo>
                  <a:lnTo>
                    <a:pt x="305961" y="254928"/>
                  </a:lnTo>
                  <a:lnTo>
                    <a:pt x="340434" y="236113"/>
                  </a:lnTo>
                  <a:lnTo>
                    <a:pt x="375198" y="219366"/>
                  </a:lnTo>
                  <a:lnTo>
                    <a:pt x="410150" y="204681"/>
                  </a:lnTo>
                  <a:lnTo>
                    <a:pt x="445186" y="192049"/>
                  </a:lnTo>
                  <a:lnTo>
                    <a:pt x="480206" y="181458"/>
                  </a:lnTo>
                  <a:lnTo>
                    <a:pt x="515109" y="172889"/>
                  </a:lnTo>
                  <a:lnTo>
                    <a:pt x="549796" y="166319"/>
                  </a:lnTo>
                  <a:lnTo>
                    <a:pt x="584170" y="161721"/>
                  </a:lnTo>
                  <a:lnTo>
                    <a:pt x="618133" y="159063"/>
                  </a:lnTo>
                  <a:lnTo>
                    <a:pt x="651594" y="158309"/>
                  </a:lnTo>
                  <a:lnTo>
                    <a:pt x="684458" y="159418"/>
                  </a:lnTo>
                  <a:lnTo>
                    <a:pt x="716638" y="162347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87991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8325622" y="802007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8717564" y="818241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7933679" y="818241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8717564" y="8966303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7217040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8357223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8357223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8357223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357223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357223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573338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248642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573338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8225184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9004962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9496295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5864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8216085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223160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698799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232259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730924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681455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9840725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9840725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0168724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10941864" y="6921429"/>
              <a:ext cx="1344808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 (n=7)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10228542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1614268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614268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11614268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11614268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11614268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0732397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10367114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0732397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1060048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0505827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10367271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10957299" y="7497381"/>
              <a:ext cx="1679865" cy="1948140"/>
            </a:xfrm>
            <a:custGeom>
              <a:avLst/>
              <a:pathLst>
                <a:path w="1679865" h="1948140">
                  <a:moveTo>
                    <a:pt x="1211260" y="1108581"/>
                  </a:moveTo>
                  <a:lnTo>
                    <a:pt x="1225361" y="1085072"/>
                  </a:lnTo>
                  <a:lnTo>
                    <a:pt x="1238440" y="1060399"/>
                  </a:lnTo>
                  <a:lnTo>
                    <a:pt x="1250427" y="1034606"/>
                  </a:lnTo>
                  <a:lnTo>
                    <a:pt x="1261251" y="1007744"/>
                  </a:lnTo>
                  <a:lnTo>
                    <a:pt x="1270844" y="979865"/>
                  </a:lnTo>
                  <a:lnTo>
                    <a:pt x="1279140" y="951026"/>
                  </a:lnTo>
                  <a:lnTo>
                    <a:pt x="1286078" y="921287"/>
                  </a:lnTo>
                  <a:lnTo>
                    <a:pt x="1291597" y="890713"/>
                  </a:lnTo>
                  <a:lnTo>
                    <a:pt x="1295640" y="859371"/>
                  </a:lnTo>
                  <a:lnTo>
                    <a:pt x="1298154" y="827331"/>
                  </a:lnTo>
                  <a:lnTo>
                    <a:pt x="1299088" y="794668"/>
                  </a:lnTo>
                  <a:lnTo>
                    <a:pt x="1298396" y="761458"/>
                  </a:lnTo>
                  <a:lnTo>
                    <a:pt x="1296034" y="727781"/>
                  </a:lnTo>
                  <a:lnTo>
                    <a:pt x="1291963" y="693719"/>
                  </a:lnTo>
                  <a:lnTo>
                    <a:pt x="1286147" y="659356"/>
                  </a:lnTo>
                  <a:lnTo>
                    <a:pt x="1278557" y="624780"/>
                  </a:lnTo>
                  <a:lnTo>
                    <a:pt x="1269163" y="590079"/>
                  </a:lnTo>
                  <a:lnTo>
                    <a:pt x="1257945" y="555344"/>
                  </a:lnTo>
                  <a:lnTo>
                    <a:pt x="1244883" y="520667"/>
                  </a:lnTo>
                  <a:lnTo>
                    <a:pt x="1229965" y="486142"/>
                  </a:lnTo>
                  <a:lnTo>
                    <a:pt x="1213180" y="451864"/>
                  </a:lnTo>
                  <a:lnTo>
                    <a:pt x="1194526" y="417928"/>
                  </a:lnTo>
                  <a:lnTo>
                    <a:pt x="1174001" y="384433"/>
                  </a:lnTo>
                  <a:lnTo>
                    <a:pt x="1151612" y="351473"/>
                  </a:lnTo>
                  <a:lnTo>
                    <a:pt x="1127369" y="319148"/>
                  </a:lnTo>
                  <a:lnTo>
                    <a:pt x="1101286" y="287555"/>
                  </a:lnTo>
                  <a:lnTo>
                    <a:pt x="1073384" y="256791"/>
                  </a:lnTo>
                  <a:lnTo>
                    <a:pt x="1043688" y="226952"/>
                  </a:lnTo>
                  <a:lnTo>
                    <a:pt x="1012226" y="198135"/>
                  </a:lnTo>
                  <a:lnTo>
                    <a:pt x="979035" y="170436"/>
                  </a:lnTo>
                  <a:lnTo>
                    <a:pt x="944153" y="143947"/>
                  </a:lnTo>
                  <a:lnTo>
                    <a:pt x="907625" y="118763"/>
                  </a:lnTo>
                  <a:lnTo>
                    <a:pt x="869500" y="94974"/>
                  </a:lnTo>
                  <a:lnTo>
                    <a:pt x="829832" y="72670"/>
                  </a:lnTo>
                  <a:lnTo>
                    <a:pt x="788680" y="51937"/>
                  </a:lnTo>
                  <a:lnTo>
                    <a:pt x="746106" y="32859"/>
                  </a:lnTo>
                  <a:lnTo>
                    <a:pt x="702179" y="15521"/>
                  </a:lnTo>
                  <a:lnTo>
                    <a:pt x="656969" y="0"/>
                  </a:lnTo>
                  <a:lnTo>
                    <a:pt x="694818" y="646"/>
                  </a:lnTo>
                  <a:lnTo>
                    <a:pt x="732622" y="2584"/>
                  </a:lnTo>
                  <a:lnTo>
                    <a:pt x="770337" y="5811"/>
                  </a:lnTo>
                  <a:lnTo>
                    <a:pt x="807921" y="10325"/>
                  </a:lnTo>
                  <a:lnTo>
                    <a:pt x="845329" y="16119"/>
                  </a:lnTo>
                  <a:lnTo>
                    <a:pt x="882517" y="23186"/>
                  </a:lnTo>
                  <a:lnTo>
                    <a:pt x="919442" y="31520"/>
                  </a:lnTo>
                  <a:lnTo>
                    <a:pt x="956061" y="41109"/>
                  </a:lnTo>
                  <a:lnTo>
                    <a:pt x="992331" y="51942"/>
                  </a:lnTo>
                  <a:lnTo>
                    <a:pt x="1028211" y="64008"/>
                  </a:lnTo>
                  <a:lnTo>
                    <a:pt x="1063657" y="77292"/>
                  </a:lnTo>
                  <a:lnTo>
                    <a:pt x="1098629" y="91778"/>
                  </a:lnTo>
                  <a:lnTo>
                    <a:pt x="1133087" y="107449"/>
                  </a:lnTo>
                  <a:lnTo>
                    <a:pt x="1166989" y="124288"/>
                  </a:lnTo>
                  <a:lnTo>
                    <a:pt x="1200296" y="142274"/>
                  </a:lnTo>
                  <a:lnTo>
                    <a:pt x="1232970" y="161387"/>
                  </a:lnTo>
                  <a:lnTo>
                    <a:pt x="1264973" y="181605"/>
                  </a:lnTo>
                  <a:lnTo>
                    <a:pt x="1296266" y="202903"/>
                  </a:lnTo>
                  <a:lnTo>
                    <a:pt x="1326815" y="225258"/>
                  </a:lnTo>
                  <a:lnTo>
                    <a:pt x="1356582" y="248642"/>
                  </a:lnTo>
                  <a:lnTo>
                    <a:pt x="1385533" y="273029"/>
                  </a:lnTo>
                  <a:lnTo>
                    <a:pt x="1413635" y="298390"/>
                  </a:lnTo>
                  <a:lnTo>
                    <a:pt x="1440855" y="324695"/>
                  </a:lnTo>
                  <a:lnTo>
                    <a:pt x="1469740" y="362049"/>
                  </a:lnTo>
                  <a:lnTo>
                    <a:pt x="1496873" y="400435"/>
                  </a:lnTo>
                  <a:lnTo>
                    <a:pt x="1522220" y="439774"/>
                  </a:lnTo>
                  <a:lnTo>
                    <a:pt x="1545749" y="479982"/>
                  </a:lnTo>
                  <a:lnTo>
                    <a:pt x="1567431" y="520977"/>
                  </a:lnTo>
                  <a:lnTo>
                    <a:pt x="1587242" y="562675"/>
                  </a:lnTo>
                  <a:lnTo>
                    <a:pt x="1605163" y="604991"/>
                  </a:lnTo>
                  <a:lnTo>
                    <a:pt x="1621176" y="647840"/>
                  </a:lnTo>
                  <a:lnTo>
                    <a:pt x="1635268" y="691137"/>
                  </a:lnTo>
                  <a:lnTo>
                    <a:pt x="1647432" y="734797"/>
                  </a:lnTo>
                  <a:lnTo>
                    <a:pt x="1657660" y="778733"/>
                  </a:lnTo>
                  <a:lnTo>
                    <a:pt x="1665953" y="822862"/>
                  </a:lnTo>
                  <a:lnTo>
                    <a:pt x="1672312" y="867097"/>
                  </a:lnTo>
                  <a:lnTo>
                    <a:pt x="1676743" y="911355"/>
                  </a:lnTo>
                  <a:lnTo>
                    <a:pt x="1679256" y="955553"/>
                  </a:lnTo>
                  <a:lnTo>
                    <a:pt x="1679865" y="999607"/>
                  </a:lnTo>
                  <a:lnTo>
                    <a:pt x="1678584" y="1043435"/>
                  </a:lnTo>
                  <a:lnTo>
                    <a:pt x="1675436" y="1086959"/>
                  </a:lnTo>
                  <a:lnTo>
                    <a:pt x="1670444" y="1130097"/>
                  </a:lnTo>
                  <a:lnTo>
                    <a:pt x="1663634" y="1172773"/>
                  </a:lnTo>
                  <a:lnTo>
                    <a:pt x="1655037" y="1214910"/>
                  </a:lnTo>
                  <a:lnTo>
                    <a:pt x="1644686" y="1256434"/>
                  </a:lnTo>
                  <a:lnTo>
                    <a:pt x="1632619" y="1297273"/>
                  </a:lnTo>
                  <a:lnTo>
                    <a:pt x="1618873" y="1337355"/>
                  </a:lnTo>
                  <a:lnTo>
                    <a:pt x="1603492" y="1376613"/>
                  </a:lnTo>
                  <a:lnTo>
                    <a:pt x="1586521" y="1414980"/>
                  </a:lnTo>
                  <a:lnTo>
                    <a:pt x="1568008" y="1452392"/>
                  </a:lnTo>
                  <a:lnTo>
                    <a:pt x="1548002" y="1488788"/>
                  </a:lnTo>
                  <a:lnTo>
                    <a:pt x="1526557" y="1524109"/>
                  </a:lnTo>
                  <a:lnTo>
                    <a:pt x="1503728" y="1558298"/>
                  </a:lnTo>
                  <a:lnTo>
                    <a:pt x="1479572" y="1591303"/>
                  </a:lnTo>
                  <a:lnTo>
                    <a:pt x="1454147" y="1623073"/>
                  </a:lnTo>
                  <a:lnTo>
                    <a:pt x="1427517" y="1653559"/>
                  </a:lnTo>
                  <a:lnTo>
                    <a:pt x="1399742" y="1682717"/>
                  </a:lnTo>
                  <a:lnTo>
                    <a:pt x="1370888" y="1710505"/>
                  </a:lnTo>
                  <a:lnTo>
                    <a:pt x="1341020" y="1736884"/>
                  </a:lnTo>
                  <a:lnTo>
                    <a:pt x="1310207" y="1761819"/>
                  </a:lnTo>
                  <a:lnTo>
                    <a:pt x="1278516" y="1785277"/>
                  </a:lnTo>
                  <a:lnTo>
                    <a:pt x="1246018" y="1807228"/>
                  </a:lnTo>
                  <a:lnTo>
                    <a:pt x="1212782" y="1827648"/>
                  </a:lnTo>
                  <a:lnTo>
                    <a:pt x="1178879" y="1846512"/>
                  </a:lnTo>
                  <a:lnTo>
                    <a:pt x="1144382" y="1863802"/>
                  </a:lnTo>
                  <a:lnTo>
                    <a:pt x="1109363" y="1879501"/>
                  </a:lnTo>
                  <a:lnTo>
                    <a:pt x="1073895" y="1893597"/>
                  </a:lnTo>
                  <a:lnTo>
                    <a:pt x="1038049" y="1906079"/>
                  </a:lnTo>
                  <a:lnTo>
                    <a:pt x="1001899" y="1916940"/>
                  </a:lnTo>
                  <a:lnTo>
                    <a:pt x="965517" y="1926179"/>
                  </a:lnTo>
                  <a:lnTo>
                    <a:pt x="928976" y="1933795"/>
                  </a:lnTo>
                  <a:lnTo>
                    <a:pt x="892348" y="1939791"/>
                  </a:lnTo>
                  <a:lnTo>
                    <a:pt x="855702" y="1944174"/>
                  </a:lnTo>
                  <a:lnTo>
                    <a:pt x="819112" y="1946953"/>
                  </a:lnTo>
                  <a:lnTo>
                    <a:pt x="782645" y="1948140"/>
                  </a:lnTo>
                  <a:lnTo>
                    <a:pt x="746371" y="1947752"/>
                  </a:lnTo>
                  <a:lnTo>
                    <a:pt x="710357" y="1945807"/>
                  </a:lnTo>
                  <a:lnTo>
                    <a:pt x="674670" y="1942326"/>
                  </a:lnTo>
                  <a:lnTo>
                    <a:pt x="639375" y="1937333"/>
                  </a:lnTo>
                  <a:lnTo>
                    <a:pt x="604535" y="1930856"/>
                  </a:lnTo>
                  <a:lnTo>
                    <a:pt x="570213" y="1922925"/>
                  </a:lnTo>
                  <a:lnTo>
                    <a:pt x="536469" y="1913570"/>
                  </a:lnTo>
                  <a:lnTo>
                    <a:pt x="503361" y="1902828"/>
                  </a:lnTo>
                  <a:lnTo>
                    <a:pt x="470946" y="1890735"/>
                  </a:lnTo>
                  <a:lnTo>
                    <a:pt x="439278" y="1877330"/>
                  </a:lnTo>
                  <a:lnTo>
                    <a:pt x="408411" y="1862656"/>
                  </a:lnTo>
                  <a:lnTo>
                    <a:pt x="378394" y="1846756"/>
                  </a:lnTo>
                  <a:lnTo>
                    <a:pt x="349276" y="1829674"/>
                  </a:lnTo>
                  <a:lnTo>
                    <a:pt x="321102" y="1811460"/>
                  </a:lnTo>
                  <a:lnTo>
                    <a:pt x="293916" y="1792162"/>
                  </a:lnTo>
                  <a:lnTo>
                    <a:pt x="267759" y="1771831"/>
                  </a:lnTo>
                  <a:lnTo>
                    <a:pt x="242668" y="1750519"/>
                  </a:lnTo>
                  <a:lnTo>
                    <a:pt x="218680" y="1728280"/>
                  </a:lnTo>
                  <a:lnTo>
                    <a:pt x="195828" y="1705169"/>
                  </a:lnTo>
                  <a:lnTo>
                    <a:pt x="174143" y="1681243"/>
                  </a:lnTo>
                  <a:lnTo>
                    <a:pt x="153651" y="1656557"/>
                  </a:lnTo>
                  <a:lnTo>
                    <a:pt x="134379" y="1631171"/>
                  </a:lnTo>
                  <a:lnTo>
                    <a:pt x="116348" y="1605143"/>
                  </a:lnTo>
                  <a:lnTo>
                    <a:pt x="99578" y="1578532"/>
                  </a:lnTo>
                  <a:lnTo>
                    <a:pt x="84086" y="1551398"/>
                  </a:lnTo>
                  <a:lnTo>
                    <a:pt x="69886" y="1523802"/>
                  </a:lnTo>
                  <a:lnTo>
                    <a:pt x="56988" y="1495804"/>
                  </a:lnTo>
                  <a:lnTo>
                    <a:pt x="45401" y="1467463"/>
                  </a:lnTo>
                  <a:lnTo>
                    <a:pt x="35131" y="1438842"/>
                  </a:lnTo>
                  <a:lnTo>
                    <a:pt x="26180" y="1410000"/>
                  </a:lnTo>
                  <a:lnTo>
                    <a:pt x="18549" y="1380997"/>
                  </a:lnTo>
                  <a:lnTo>
                    <a:pt x="12235" y="1351893"/>
                  </a:lnTo>
                  <a:lnTo>
                    <a:pt x="7232" y="1322747"/>
                  </a:lnTo>
                  <a:lnTo>
                    <a:pt x="3532" y="1293618"/>
                  </a:lnTo>
                  <a:lnTo>
                    <a:pt x="1126" y="1264563"/>
                  </a:lnTo>
                  <a:lnTo>
                    <a:pt x="0" y="1235640"/>
                  </a:lnTo>
                  <a:lnTo>
                    <a:pt x="138" y="1206903"/>
                  </a:lnTo>
                  <a:lnTo>
                    <a:pt x="1522" y="1178409"/>
                  </a:lnTo>
                  <a:lnTo>
                    <a:pt x="4132" y="1150210"/>
                  </a:lnTo>
                  <a:lnTo>
                    <a:pt x="7946" y="1122360"/>
                  </a:lnTo>
                  <a:lnTo>
                    <a:pt x="12939" y="1094908"/>
                  </a:lnTo>
                  <a:lnTo>
                    <a:pt x="19083" y="1067905"/>
                  </a:lnTo>
                  <a:lnTo>
                    <a:pt x="26349" y="1041398"/>
                  </a:lnTo>
                  <a:lnTo>
                    <a:pt x="34708" y="1015433"/>
                  </a:lnTo>
                  <a:lnTo>
                    <a:pt x="44124" y="990056"/>
                  </a:lnTo>
                  <a:lnTo>
                    <a:pt x="54565" y="965308"/>
                  </a:lnTo>
                  <a:lnTo>
                    <a:pt x="65993" y="941231"/>
                  </a:lnTo>
                  <a:lnTo>
                    <a:pt x="78371" y="917863"/>
                  </a:lnTo>
                  <a:lnTo>
                    <a:pt x="91658" y="895242"/>
                  </a:lnTo>
                  <a:lnTo>
                    <a:pt x="105815" y="873401"/>
                  </a:lnTo>
                  <a:lnTo>
                    <a:pt x="120799" y="852375"/>
                  </a:lnTo>
                  <a:lnTo>
                    <a:pt x="136566" y="832192"/>
                  </a:lnTo>
                  <a:lnTo>
                    <a:pt x="153072" y="812882"/>
                  </a:lnTo>
                  <a:lnTo>
                    <a:pt x="170271" y="794470"/>
                  </a:lnTo>
                  <a:lnTo>
                    <a:pt x="188118" y="776981"/>
                  </a:lnTo>
                  <a:lnTo>
                    <a:pt x="206565" y="760435"/>
                  </a:lnTo>
                  <a:lnTo>
                    <a:pt x="225564" y="744852"/>
                  </a:lnTo>
                  <a:lnTo>
                    <a:pt x="245068" y="730248"/>
                  </a:lnTo>
                  <a:lnTo>
                    <a:pt x="265027" y="716638"/>
                  </a:lnTo>
                  <a:lnTo>
                    <a:pt x="248595" y="763740"/>
                  </a:lnTo>
                  <a:lnTo>
                    <a:pt x="237201" y="810740"/>
                  </a:lnTo>
                  <a:lnTo>
                    <a:pt x="230704" y="857133"/>
                  </a:lnTo>
                  <a:lnTo>
                    <a:pt x="228913" y="902440"/>
                  </a:lnTo>
                  <a:lnTo>
                    <a:pt x="231596" y="946207"/>
                  </a:lnTo>
                  <a:lnTo>
                    <a:pt x="238476" y="988015"/>
                  </a:lnTo>
                  <a:lnTo>
                    <a:pt x="249239" y="1027478"/>
                  </a:lnTo>
                  <a:lnTo>
                    <a:pt x="263537" y="1064252"/>
                  </a:lnTo>
                  <a:lnTo>
                    <a:pt x="280991" y="1098032"/>
                  </a:lnTo>
                  <a:lnTo>
                    <a:pt x="301200" y="1128560"/>
                  </a:lnTo>
                  <a:lnTo>
                    <a:pt x="323740" y="1155625"/>
                  </a:lnTo>
                  <a:lnTo>
                    <a:pt x="348173" y="1179062"/>
                  </a:lnTo>
                  <a:lnTo>
                    <a:pt x="374051" y="1198755"/>
                  </a:lnTo>
                  <a:lnTo>
                    <a:pt x="400920" y="1214640"/>
                  </a:lnTo>
                  <a:lnTo>
                    <a:pt x="428329" y="1226700"/>
                  </a:lnTo>
                  <a:lnTo>
                    <a:pt x="455827" y="1234967"/>
                  </a:lnTo>
                  <a:lnTo>
                    <a:pt x="482979" y="1239522"/>
                  </a:lnTo>
                  <a:lnTo>
                    <a:pt x="509361" y="1240491"/>
                  </a:lnTo>
                  <a:lnTo>
                    <a:pt x="534571" y="1238046"/>
                  </a:lnTo>
                  <a:lnTo>
                    <a:pt x="558228" y="1232399"/>
                  </a:lnTo>
                  <a:lnTo>
                    <a:pt x="579982" y="1223800"/>
                  </a:lnTo>
                  <a:lnTo>
                    <a:pt x="599515" y="1212537"/>
                  </a:lnTo>
                  <a:lnTo>
                    <a:pt x="616541" y="1198929"/>
                  </a:lnTo>
                  <a:lnTo>
                    <a:pt x="630816" y="1183322"/>
                  </a:lnTo>
                  <a:lnTo>
                    <a:pt x="642136" y="1166087"/>
                  </a:lnTo>
                  <a:lnTo>
                    <a:pt x="650337" y="1147614"/>
                  </a:lnTo>
                  <a:lnTo>
                    <a:pt x="655305" y="1128307"/>
                  </a:lnTo>
                  <a:lnTo>
                    <a:pt x="656969" y="1108581"/>
                  </a:lnTo>
                  <a:lnTo>
                    <a:pt x="635506" y="1128339"/>
                  </a:lnTo>
                  <a:lnTo>
                    <a:pt x="612446" y="1146290"/>
                  </a:lnTo>
                  <a:lnTo>
                    <a:pt x="587904" y="1162337"/>
                  </a:lnTo>
                  <a:lnTo>
                    <a:pt x="561999" y="1176388"/>
                  </a:lnTo>
                  <a:lnTo>
                    <a:pt x="534855" y="1188362"/>
                  </a:lnTo>
                  <a:lnTo>
                    <a:pt x="506601" y="1198181"/>
                  </a:lnTo>
                  <a:lnTo>
                    <a:pt x="477370" y="1205775"/>
                  </a:lnTo>
                  <a:lnTo>
                    <a:pt x="447298" y="1211083"/>
                  </a:lnTo>
                  <a:lnTo>
                    <a:pt x="416525" y="1214050"/>
                  </a:lnTo>
                  <a:lnTo>
                    <a:pt x="385194" y="1214628"/>
                  </a:lnTo>
                  <a:lnTo>
                    <a:pt x="353452" y="1212779"/>
                  </a:lnTo>
                  <a:lnTo>
                    <a:pt x="321445" y="1208471"/>
                  </a:lnTo>
                  <a:lnTo>
                    <a:pt x="289323" y="1201682"/>
                  </a:lnTo>
                  <a:lnTo>
                    <a:pt x="257237" y="1192396"/>
                  </a:lnTo>
                  <a:lnTo>
                    <a:pt x="225340" y="1180607"/>
                  </a:lnTo>
                  <a:lnTo>
                    <a:pt x="193783" y="1166317"/>
                  </a:lnTo>
                  <a:lnTo>
                    <a:pt x="162719" y="1149536"/>
                  </a:lnTo>
                  <a:lnTo>
                    <a:pt x="132300" y="1130281"/>
                  </a:lnTo>
                  <a:lnTo>
                    <a:pt x="102679" y="1108581"/>
                  </a:lnTo>
                  <a:lnTo>
                    <a:pt x="103583" y="1140225"/>
                  </a:lnTo>
                  <a:lnTo>
                    <a:pt x="106292" y="1171765"/>
                  </a:lnTo>
                  <a:lnTo>
                    <a:pt x="110797" y="1203100"/>
                  </a:lnTo>
                  <a:lnTo>
                    <a:pt x="117084" y="1234126"/>
                  </a:lnTo>
                  <a:lnTo>
                    <a:pt x="125131" y="1264743"/>
                  </a:lnTo>
                  <a:lnTo>
                    <a:pt x="134914" y="1294850"/>
                  </a:lnTo>
                  <a:lnTo>
                    <a:pt x="146399" y="1324350"/>
                  </a:lnTo>
                  <a:lnTo>
                    <a:pt x="159550" y="1353146"/>
                  </a:lnTo>
                  <a:lnTo>
                    <a:pt x="174323" y="1381144"/>
                  </a:lnTo>
                  <a:lnTo>
                    <a:pt x="190670" y="1408253"/>
                  </a:lnTo>
                  <a:lnTo>
                    <a:pt x="208539" y="1434385"/>
                  </a:lnTo>
                  <a:lnTo>
                    <a:pt x="227870" y="1459454"/>
                  </a:lnTo>
                  <a:lnTo>
                    <a:pt x="248601" y="1483378"/>
                  </a:lnTo>
                  <a:lnTo>
                    <a:pt x="270663" y="1506080"/>
                  </a:lnTo>
                  <a:lnTo>
                    <a:pt x="293986" y="1527486"/>
                  </a:lnTo>
                  <a:lnTo>
                    <a:pt x="318493" y="1547525"/>
                  </a:lnTo>
                  <a:lnTo>
                    <a:pt x="344104" y="1566132"/>
                  </a:lnTo>
                  <a:lnTo>
                    <a:pt x="370735" y="1583247"/>
                  </a:lnTo>
                  <a:lnTo>
                    <a:pt x="398300" y="1598814"/>
                  </a:lnTo>
                  <a:lnTo>
                    <a:pt x="426709" y="1612781"/>
                  </a:lnTo>
                  <a:lnTo>
                    <a:pt x="455868" y="1625104"/>
                  </a:lnTo>
                  <a:lnTo>
                    <a:pt x="485684" y="1635743"/>
                  </a:lnTo>
                  <a:lnTo>
                    <a:pt x="516058" y="1644661"/>
                  </a:lnTo>
                  <a:lnTo>
                    <a:pt x="546892" y="1651832"/>
                  </a:lnTo>
                  <a:lnTo>
                    <a:pt x="578086" y="1657230"/>
                  </a:lnTo>
                  <a:lnTo>
                    <a:pt x="609536" y="1660838"/>
                  </a:lnTo>
                  <a:lnTo>
                    <a:pt x="641141" y="1662646"/>
                  </a:lnTo>
                  <a:lnTo>
                    <a:pt x="672798" y="1662646"/>
                  </a:lnTo>
                  <a:lnTo>
                    <a:pt x="704403" y="1660838"/>
                  </a:lnTo>
                  <a:lnTo>
                    <a:pt x="735853" y="1657230"/>
                  </a:lnTo>
                  <a:lnTo>
                    <a:pt x="767046" y="1651832"/>
                  </a:lnTo>
                  <a:lnTo>
                    <a:pt x="797880" y="1644661"/>
                  </a:lnTo>
                  <a:lnTo>
                    <a:pt x="828255" y="1635743"/>
                  </a:lnTo>
                  <a:lnTo>
                    <a:pt x="858070" y="1625104"/>
                  </a:lnTo>
                  <a:lnTo>
                    <a:pt x="887230" y="1612781"/>
                  </a:lnTo>
                  <a:lnTo>
                    <a:pt x="915639" y="1598814"/>
                  </a:lnTo>
                  <a:lnTo>
                    <a:pt x="943204" y="1583247"/>
                  </a:lnTo>
                  <a:lnTo>
                    <a:pt x="969835" y="1566132"/>
                  </a:lnTo>
                  <a:lnTo>
                    <a:pt x="995446" y="1547525"/>
                  </a:lnTo>
                  <a:lnTo>
                    <a:pt x="1019953" y="1527486"/>
                  </a:lnTo>
                  <a:lnTo>
                    <a:pt x="1043275" y="1506080"/>
                  </a:lnTo>
                  <a:lnTo>
                    <a:pt x="1065338" y="1483378"/>
                  </a:lnTo>
                  <a:lnTo>
                    <a:pt x="1086069" y="1459454"/>
                  </a:lnTo>
                  <a:lnTo>
                    <a:pt x="1105400" y="1434385"/>
                  </a:lnTo>
                  <a:lnTo>
                    <a:pt x="1123268" y="1408253"/>
                  </a:lnTo>
                  <a:lnTo>
                    <a:pt x="1139616" y="1381144"/>
                  </a:lnTo>
                  <a:lnTo>
                    <a:pt x="1154389" y="1353146"/>
                  </a:lnTo>
                  <a:lnTo>
                    <a:pt x="1167540" y="1324350"/>
                  </a:lnTo>
                  <a:lnTo>
                    <a:pt x="1179025" y="1294850"/>
                  </a:lnTo>
                  <a:lnTo>
                    <a:pt x="1188807" y="1264743"/>
                  </a:lnTo>
                  <a:lnTo>
                    <a:pt x="1196855" y="1234126"/>
                  </a:lnTo>
                  <a:lnTo>
                    <a:pt x="1203142" y="1203100"/>
                  </a:lnTo>
                  <a:lnTo>
                    <a:pt x="1207647" y="1171765"/>
                  </a:lnTo>
                  <a:lnTo>
                    <a:pt x="1210356" y="1140225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059978" y="7497381"/>
              <a:ext cx="1361423" cy="1214628"/>
            </a:xfrm>
            <a:custGeom>
              <a:avLst/>
              <a:pathLst>
                <a:path w="1361423" h="1214628">
                  <a:moveTo>
                    <a:pt x="554290" y="0"/>
                  </a:moveTo>
                  <a:lnTo>
                    <a:pt x="592138" y="646"/>
                  </a:lnTo>
                  <a:lnTo>
                    <a:pt x="629942" y="2584"/>
                  </a:lnTo>
                  <a:lnTo>
                    <a:pt x="667658" y="5811"/>
                  </a:lnTo>
                  <a:lnTo>
                    <a:pt x="705242" y="10325"/>
                  </a:lnTo>
                  <a:lnTo>
                    <a:pt x="742650" y="16119"/>
                  </a:lnTo>
                  <a:lnTo>
                    <a:pt x="779838" y="23186"/>
                  </a:lnTo>
                  <a:lnTo>
                    <a:pt x="816763" y="31520"/>
                  </a:lnTo>
                  <a:lnTo>
                    <a:pt x="853382" y="41109"/>
                  </a:lnTo>
                  <a:lnTo>
                    <a:pt x="889652" y="51942"/>
                  </a:lnTo>
                  <a:lnTo>
                    <a:pt x="925531" y="64008"/>
                  </a:lnTo>
                  <a:lnTo>
                    <a:pt x="960978" y="77292"/>
                  </a:lnTo>
                  <a:lnTo>
                    <a:pt x="995950" y="91778"/>
                  </a:lnTo>
                  <a:lnTo>
                    <a:pt x="1030408" y="107449"/>
                  </a:lnTo>
                  <a:lnTo>
                    <a:pt x="1064310" y="124288"/>
                  </a:lnTo>
                  <a:lnTo>
                    <a:pt x="1097617" y="142274"/>
                  </a:lnTo>
                  <a:lnTo>
                    <a:pt x="1130291" y="161387"/>
                  </a:lnTo>
                  <a:lnTo>
                    <a:pt x="1162294" y="181605"/>
                  </a:lnTo>
                  <a:lnTo>
                    <a:pt x="1193587" y="202903"/>
                  </a:lnTo>
                  <a:lnTo>
                    <a:pt x="1224135" y="225258"/>
                  </a:lnTo>
                  <a:lnTo>
                    <a:pt x="1253903" y="248642"/>
                  </a:lnTo>
                  <a:lnTo>
                    <a:pt x="1282854" y="273029"/>
                  </a:lnTo>
                  <a:lnTo>
                    <a:pt x="1310956" y="298390"/>
                  </a:lnTo>
                  <a:lnTo>
                    <a:pt x="1338176" y="324695"/>
                  </a:lnTo>
                  <a:lnTo>
                    <a:pt x="1347215" y="370342"/>
                  </a:lnTo>
                  <a:lnTo>
                    <a:pt x="1354018" y="415613"/>
                  </a:lnTo>
                  <a:lnTo>
                    <a:pt x="1358624" y="460408"/>
                  </a:lnTo>
                  <a:lnTo>
                    <a:pt x="1361077" y="504628"/>
                  </a:lnTo>
                  <a:lnTo>
                    <a:pt x="1361423" y="548178"/>
                  </a:lnTo>
                  <a:lnTo>
                    <a:pt x="1359716" y="590965"/>
                  </a:lnTo>
                  <a:lnTo>
                    <a:pt x="1356009" y="632899"/>
                  </a:lnTo>
                  <a:lnTo>
                    <a:pt x="1350364" y="673892"/>
                  </a:lnTo>
                  <a:lnTo>
                    <a:pt x="1342841" y="713860"/>
                  </a:lnTo>
                  <a:lnTo>
                    <a:pt x="1333509" y="752723"/>
                  </a:lnTo>
                  <a:lnTo>
                    <a:pt x="1322437" y="790404"/>
                  </a:lnTo>
                  <a:lnTo>
                    <a:pt x="1309697" y="826829"/>
                  </a:lnTo>
                  <a:lnTo>
                    <a:pt x="1295367" y="861927"/>
                  </a:lnTo>
                  <a:lnTo>
                    <a:pt x="1279524" y="895633"/>
                  </a:lnTo>
                  <a:lnTo>
                    <a:pt x="1262250" y="927885"/>
                  </a:lnTo>
                  <a:lnTo>
                    <a:pt x="1243629" y="958624"/>
                  </a:lnTo>
                  <a:lnTo>
                    <a:pt x="1223747" y="987798"/>
                  </a:lnTo>
                  <a:lnTo>
                    <a:pt x="1202693" y="1015355"/>
                  </a:lnTo>
                  <a:lnTo>
                    <a:pt x="1180557" y="1041250"/>
                  </a:lnTo>
                  <a:lnTo>
                    <a:pt x="1157430" y="1065443"/>
                  </a:lnTo>
                  <a:lnTo>
                    <a:pt x="1133407" y="1087898"/>
                  </a:lnTo>
                  <a:lnTo>
                    <a:pt x="1108581" y="1108581"/>
                  </a:lnTo>
                  <a:lnTo>
                    <a:pt x="1078959" y="1130281"/>
                  </a:lnTo>
                  <a:lnTo>
                    <a:pt x="1048541" y="1149536"/>
                  </a:lnTo>
                  <a:lnTo>
                    <a:pt x="1017477" y="1166317"/>
                  </a:lnTo>
                  <a:lnTo>
                    <a:pt x="985920" y="1180607"/>
                  </a:lnTo>
                  <a:lnTo>
                    <a:pt x="954022" y="1192396"/>
                  </a:lnTo>
                  <a:lnTo>
                    <a:pt x="921937" y="1201682"/>
                  </a:lnTo>
                  <a:lnTo>
                    <a:pt x="889815" y="1208471"/>
                  </a:lnTo>
                  <a:lnTo>
                    <a:pt x="857808" y="1212779"/>
                  </a:lnTo>
                  <a:lnTo>
                    <a:pt x="826065" y="1214628"/>
                  </a:lnTo>
                  <a:lnTo>
                    <a:pt x="794734" y="1214050"/>
                  </a:lnTo>
                  <a:lnTo>
                    <a:pt x="763962" y="1211083"/>
                  </a:lnTo>
                  <a:lnTo>
                    <a:pt x="733890" y="1205775"/>
                  </a:lnTo>
                  <a:lnTo>
                    <a:pt x="704658" y="1198181"/>
                  </a:lnTo>
                  <a:lnTo>
                    <a:pt x="676404" y="1188362"/>
                  </a:lnTo>
                  <a:lnTo>
                    <a:pt x="649260" y="1176388"/>
                  </a:lnTo>
                  <a:lnTo>
                    <a:pt x="623355" y="1162337"/>
                  </a:lnTo>
                  <a:lnTo>
                    <a:pt x="598813" y="1146290"/>
                  </a:lnTo>
                  <a:lnTo>
                    <a:pt x="575754" y="1128339"/>
                  </a:lnTo>
                  <a:lnTo>
                    <a:pt x="554290" y="1108581"/>
                  </a:lnTo>
                  <a:lnTo>
                    <a:pt x="554290" y="1108581"/>
                  </a:lnTo>
                  <a:lnTo>
                    <a:pt x="554290" y="1108581"/>
                  </a:lnTo>
                  <a:lnTo>
                    <a:pt x="532827" y="1128339"/>
                  </a:lnTo>
                  <a:lnTo>
                    <a:pt x="509767" y="1146290"/>
                  </a:lnTo>
                  <a:lnTo>
                    <a:pt x="485225" y="1162337"/>
                  </a:lnTo>
                  <a:lnTo>
                    <a:pt x="459320" y="1176388"/>
                  </a:lnTo>
                  <a:lnTo>
                    <a:pt x="432176" y="1188362"/>
                  </a:lnTo>
                  <a:lnTo>
                    <a:pt x="403922" y="1198181"/>
                  </a:lnTo>
                  <a:lnTo>
                    <a:pt x="374691" y="1205775"/>
                  </a:lnTo>
                  <a:lnTo>
                    <a:pt x="344619" y="1211083"/>
                  </a:lnTo>
                  <a:lnTo>
                    <a:pt x="313846" y="1214050"/>
                  </a:lnTo>
                  <a:lnTo>
                    <a:pt x="282515" y="1214628"/>
                  </a:lnTo>
                  <a:lnTo>
                    <a:pt x="250773" y="1212779"/>
                  </a:lnTo>
                  <a:lnTo>
                    <a:pt x="218765" y="1208471"/>
                  </a:lnTo>
                  <a:lnTo>
                    <a:pt x="186644" y="1201682"/>
                  </a:lnTo>
                  <a:lnTo>
                    <a:pt x="154558" y="1192396"/>
                  </a:lnTo>
                  <a:lnTo>
                    <a:pt x="122661" y="1180607"/>
                  </a:lnTo>
                  <a:lnTo>
                    <a:pt x="91104" y="1166317"/>
                  </a:lnTo>
                  <a:lnTo>
                    <a:pt x="60040" y="1149536"/>
                  </a:lnTo>
                  <a:lnTo>
                    <a:pt x="29621" y="1130281"/>
                  </a:lnTo>
                  <a:lnTo>
                    <a:pt x="0" y="1108581"/>
                  </a:lnTo>
                  <a:lnTo>
                    <a:pt x="1011" y="1075114"/>
                  </a:lnTo>
                  <a:lnTo>
                    <a:pt x="4041" y="1041769"/>
                  </a:lnTo>
                  <a:lnTo>
                    <a:pt x="9079" y="1008667"/>
                  </a:lnTo>
                  <a:lnTo>
                    <a:pt x="16106" y="975930"/>
                  </a:lnTo>
                  <a:lnTo>
                    <a:pt x="25097" y="943678"/>
                  </a:lnTo>
                  <a:lnTo>
                    <a:pt x="36019" y="912027"/>
                  </a:lnTo>
                  <a:lnTo>
                    <a:pt x="48833" y="881093"/>
                  </a:lnTo>
                  <a:lnTo>
                    <a:pt x="63490" y="850989"/>
                  </a:lnTo>
                  <a:lnTo>
                    <a:pt x="79939" y="821825"/>
                  </a:lnTo>
                  <a:lnTo>
                    <a:pt x="98118" y="793708"/>
                  </a:lnTo>
                  <a:lnTo>
                    <a:pt x="117962" y="766739"/>
                  </a:lnTo>
                  <a:lnTo>
                    <a:pt x="139398" y="741018"/>
                  </a:lnTo>
                  <a:lnTo>
                    <a:pt x="162347" y="716638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2136958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1582667" y="7465779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2366553" y="779047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190724" y="818241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028376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1614268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11614268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11614268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1614268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1614268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10830383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10505687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830383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11482229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262007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753340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252909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1473131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480206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245042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489304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987969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9938500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88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1261162" y="10269915"/>
              <a:ext cx="116393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Suliformes (n=4)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405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843132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843132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843132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843132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843132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61261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5978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61261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288911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4690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6135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451189" y="10845866"/>
              <a:ext cx="787779" cy="1662872"/>
            </a:xfrm>
            <a:custGeom>
              <a:avLst/>
              <a:pathLst>
                <a:path w="787779" h="1662872">
                  <a:moveTo>
                    <a:pt x="391942" y="1108581"/>
                  </a:moveTo>
                  <a:lnTo>
                    <a:pt x="420344" y="1107436"/>
                  </a:lnTo>
                  <a:lnTo>
                    <a:pt x="448608" y="1104006"/>
                  </a:lnTo>
                  <a:lnTo>
                    <a:pt x="476596" y="1098302"/>
                  </a:lnTo>
                  <a:lnTo>
                    <a:pt x="504170" y="1090342"/>
                  </a:lnTo>
                  <a:lnTo>
                    <a:pt x="531196" y="1080152"/>
                  </a:lnTo>
                  <a:lnTo>
                    <a:pt x="557537" y="1067765"/>
                  </a:lnTo>
                  <a:lnTo>
                    <a:pt x="583062" y="1053222"/>
                  </a:lnTo>
                  <a:lnTo>
                    <a:pt x="607641" y="1036570"/>
                  </a:lnTo>
                  <a:lnTo>
                    <a:pt x="631144" y="1017864"/>
                  </a:lnTo>
                  <a:lnTo>
                    <a:pt x="653448" y="997164"/>
                  </a:lnTo>
                  <a:lnTo>
                    <a:pt x="674430" y="974539"/>
                  </a:lnTo>
                  <a:lnTo>
                    <a:pt x="693973" y="950063"/>
                  </a:lnTo>
                  <a:lnTo>
                    <a:pt x="711962" y="923817"/>
                  </a:lnTo>
                  <a:lnTo>
                    <a:pt x="728288" y="895889"/>
                  </a:lnTo>
                  <a:lnTo>
                    <a:pt x="742844" y="866371"/>
                  </a:lnTo>
                  <a:lnTo>
                    <a:pt x="755531" y="835362"/>
                  </a:lnTo>
                  <a:lnTo>
                    <a:pt x="766253" y="802966"/>
                  </a:lnTo>
                  <a:lnTo>
                    <a:pt x="774920" y="769292"/>
                  </a:lnTo>
                  <a:lnTo>
                    <a:pt x="781448" y="734456"/>
                  </a:lnTo>
                  <a:lnTo>
                    <a:pt x="785758" y="698575"/>
                  </a:lnTo>
                  <a:lnTo>
                    <a:pt x="787779" y="661774"/>
                  </a:lnTo>
                  <a:lnTo>
                    <a:pt x="787444" y="624179"/>
                  </a:lnTo>
                  <a:lnTo>
                    <a:pt x="784695" y="585922"/>
                  </a:lnTo>
                  <a:lnTo>
                    <a:pt x="779478" y="547138"/>
                  </a:lnTo>
                  <a:lnTo>
                    <a:pt x="771749" y="507964"/>
                  </a:lnTo>
                  <a:lnTo>
                    <a:pt x="761469" y="468541"/>
                  </a:lnTo>
                  <a:lnTo>
                    <a:pt x="748608" y="429012"/>
                  </a:lnTo>
                  <a:lnTo>
                    <a:pt x="733141" y="389521"/>
                  </a:lnTo>
                  <a:lnTo>
                    <a:pt x="715052" y="350214"/>
                  </a:lnTo>
                  <a:lnTo>
                    <a:pt x="694333" y="311241"/>
                  </a:lnTo>
                  <a:lnTo>
                    <a:pt x="670984" y="272749"/>
                  </a:lnTo>
                  <a:lnTo>
                    <a:pt x="645010" y="234889"/>
                  </a:lnTo>
                  <a:lnTo>
                    <a:pt x="616428" y="197808"/>
                  </a:lnTo>
                  <a:lnTo>
                    <a:pt x="585258" y="161657"/>
                  </a:lnTo>
                  <a:lnTo>
                    <a:pt x="551532" y="126584"/>
                  </a:lnTo>
                  <a:lnTo>
                    <a:pt x="515288" y="92736"/>
                  </a:lnTo>
                  <a:lnTo>
                    <a:pt x="476571" y="60260"/>
                  </a:lnTo>
                  <a:lnTo>
                    <a:pt x="435436" y="29301"/>
                  </a:lnTo>
                  <a:lnTo>
                    <a:pt x="391942" y="0"/>
                  </a:lnTo>
                  <a:lnTo>
                    <a:pt x="418298" y="34966"/>
                  </a:lnTo>
                  <a:lnTo>
                    <a:pt x="442938" y="70538"/>
                  </a:lnTo>
                  <a:lnTo>
                    <a:pt x="465849" y="106651"/>
                  </a:lnTo>
                  <a:lnTo>
                    <a:pt x="487020" y="143243"/>
                  </a:lnTo>
                  <a:lnTo>
                    <a:pt x="506441" y="180250"/>
                  </a:lnTo>
                  <a:lnTo>
                    <a:pt x="524106" y="217607"/>
                  </a:lnTo>
                  <a:lnTo>
                    <a:pt x="540009" y="255252"/>
                  </a:lnTo>
                  <a:lnTo>
                    <a:pt x="554147" y="293121"/>
                  </a:lnTo>
                  <a:lnTo>
                    <a:pt x="566521" y="331148"/>
                  </a:lnTo>
                  <a:lnTo>
                    <a:pt x="577129" y="369272"/>
                  </a:lnTo>
                  <a:lnTo>
                    <a:pt x="585977" y="407427"/>
                  </a:lnTo>
                  <a:lnTo>
                    <a:pt x="593070" y="445552"/>
                  </a:lnTo>
                  <a:lnTo>
                    <a:pt x="598414" y="483582"/>
                  </a:lnTo>
                  <a:lnTo>
                    <a:pt x="602019" y="521456"/>
                  </a:lnTo>
                  <a:lnTo>
                    <a:pt x="603897" y="559110"/>
                  </a:lnTo>
                  <a:lnTo>
                    <a:pt x="604060" y="596483"/>
                  </a:lnTo>
                  <a:lnTo>
                    <a:pt x="602525" y="633514"/>
                  </a:lnTo>
                  <a:lnTo>
                    <a:pt x="599308" y="670142"/>
                  </a:lnTo>
                  <a:lnTo>
                    <a:pt x="594430" y="706307"/>
                  </a:lnTo>
                  <a:lnTo>
                    <a:pt x="587910" y="741950"/>
                  </a:lnTo>
                  <a:lnTo>
                    <a:pt x="579773" y="777013"/>
                  </a:lnTo>
                  <a:lnTo>
                    <a:pt x="570044" y="811437"/>
                  </a:lnTo>
                  <a:lnTo>
                    <a:pt x="558748" y="845165"/>
                  </a:lnTo>
                  <a:lnTo>
                    <a:pt x="545916" y="878143"/>
                  </a:lnTo>
                  <a:lnTo>
                    <a:pt x="531577" y="910315"/>
                  </a:lnTo>
                  <a:lnTo>
                    <a:pt x="515764" y="941627"/>
                  </a:lnTo>
                  <a:lnTo>
                    <a:pt x="498510" y="972027"/>
                  </a:lnTo>
                  <a:lnTo>
                    <a:pt x="479852" y="1001463"/>
                  </a:lnTo>
                  <a:lnTo>
                    <a:pt x="459826" y="1029885"/>
                  </a:lnTo>
                  <a:lnTo>
                    <a:pt x="438472" y="1057243"/>
                  </a:lnTo>
                  <a:lnTo>
                    <a:pt x="415830" y="1083491"/>
                  </a:lnTo>
                  <a:lnTo>
                    <a:pt x="391942" y="1108581"/>
                  </a:lnTo>
                  <a:lnTo>
                    <a:pt x="376817" y="1095809"/>
                  </a:lnTo>
                  <a:lnTo>
                    <a:pt x="359652" y="1085670"/>
                  </a:lnTo>
                  <a:lnTo>
                    <a:pt x="340790" y="1078407"/>
                  </a:lnTo>
                  <a:lnTo>
                    <a:pt x="320600" y="1074224"/>
                  </a:lnTo>
                  <a:lnTo>
                    <a:pt x="299470" y="1073282"/>
                  </a:lnTo>
                  <a:lnTo>
                    <a:pt x="277808" y="1075699"/>
                  </a:lnTo>
                  <a:lnTo>
                    <a:pt x="256032" y="1081547"/>
                  </a:lnTo>
                  <a:lnTo>
                    <a:pt x="234569" y="1090849"/>
                  </a:lnTo>
                  <a:lnTo>
                    <a:pt x="213847" y="1103584"/>
                  </a:lnTo>
                  <a:lnTo>
                    <a:pt x="194293" y="1119681"/>
                  </a:lnTo>
                  <a:lnTo>
                    <a:pt x="176323" y="1139021"/>
                  </a:lnTo>
                  <a:lnTo>
                    <a:pt x="160345" y="1161441"/>
                  </a:lnTo>
                  <a:lnTo>
                    <a:pt x="146746" y="1186732"/>
                  </a:lnTo>
                  <a:lnTo>
                    <a:pt x="135893" y="1214640"/>
                  </a:lnTo>
                  <a:lnTo>
                    <a:pt x="128126" y="1244872"/>
                  </a:lnTo>
                  <a:lnTo>
                    <a:pt x="123753" y="1277095"/>
                  </a:lnTo>
                  <a:lnTo>
                    <a:pt x="123048" y="1310944"/>
                  </a:lnTo>
                  <a:lnTo>
                    <a:pt x="126248" y="1346020"/>
                  </a:lnTo>
                  <a:lnTo>
                    <a:pt x="133545" y="1381897"/>
                  </a:lnTo>
                  <a:lnTo>
                    <a:pt x="145089" y="1418125"/>
                  </a:lnTo>
                  <a:lnTo>
                    <a:pt x="160982" y="1454238"/>
                  </a:lnTo>
                  <a:lnTo>
                    <a:pt x="181276" y="1489753"/>
                  </a:lnTo>
                  <a:lnTo>
                    <a:pt x="205973" y="1524180"/>
                  </a:lnTo>
                  <a:lnTo>
                    <a:pt x="235025" y="1557026"/>
                  </a:lnTo>
                  <a:lnTo>
                    <a:pt x="268327" y="1587797"/>
                  </a:lnTo>
                  <a:lnTo>
                    <a:pt x="305727" y="1616007"/>
                  </a:lnTo>
                  <a:lnTo>
                    <a:pt x="347018" y="1641184"/>
                  </a:lnTo>
                  <a:lnTo>
                    <a:pt x="391942" y="1662872"/>
                  </a:lnTo>
                  <a:lnTo>
                    <a:pt x="413643" y="1633250"/>
                  </a:lnTo>
                  <a:lnTo>
                    <a:pt x="432897" y="1602831"/>
                  </a:lnTo>
                  <a:lnTo>
                    <a:pt x="449678" y="1571767"/>
                  </a:lnTo>
                  <a:lnTo>
                    <a:pt x="463968" y="1540211"/>
                  </a:lnTo>
                  <a:lnTo>
                    <a:pt x="475757" y="1508313"/>
                  </a:lnTo>
                  <a:lnTo>
                    <a:pt x="485043" y="1476227"/>
                  </a:lnTo>
                  <a:lnTo>
                    <a:pt x="491832" y="1444106"/>
                  </a:lnTo>
                  <a:lnTo>
                    <a:pt x="496140" y="1412098"/>
                  </a:lnTo>
                  <a:lnTo>
                    <a:pt x="497989" y="1380356"/>
                  </a:lnTo>
                  <a:lnTo>
                    <a:pt x="497411" y="1349025"/>
                  </a:lnTo>
                  <a:lnTo>
                    <a:pt x="494444" y="1318252"/>
                  </a:lnTo>
                  <a:lnTo>
                    <a:pt x="489137" y="1288180"/>
                  </a:lnTo>
                  <a:lnTo>
                    <a:pt x="481542" y="1258949"/>
                  </a:lnTo>
                  <a:lnTo>
                    <a:pt x="471723" y="1230695"/>
                  </a:lnTo>
                  <a:lnTo>
                    <a:pt x="459750" y="1203551"/>
                  </a:lnTo>
                  <a:lnTo>
                    <a:pt x="445698" y="1177646"/>
                  </a:lnTo>
                  <a:lnTo>
                    <a:pt x="429651" y="1153104"/>
                  </a:lnTo>
                  <a:lnTo>
                    <a:pt x="411701" y="1130044"/>
                  </a:lnTo>
                  <a:lnTo>
                    <a:pt x="391942" y="1108581"/>
                  </a:lnTo>
                  <a:lnTo>
                    <a:pt x="407781" y="1126745"/>
                  </a:lnTo>
                  <a:lnTo>
                    <a:pt x="421066" y="1146986"/>
                  </a:lnTo>
                  <a:lnTo>
                    <a:pt x="431595" y="1169036"/>
                  </a:lnTo>
                  <a:lnTo>
                    <a:pt x="439188" y="1192608"/>
                  </a:lnTo>
                  <a:lnTo>
                    <a:pt x="443694" y="1217400"/>
                  </a:lnTo>
                  <a:lnTo>
                    <a:pt x="444988" y="1243097"/>
                  </a:lnTo>
                  <a:lnTo>
                    <a:pt x="442976" y="1269374"/>
                  </a:lnTo>
                  <a:lnTo>
                    <a:pt x="437590" y="1295896"/>
                  </a:lnTo>
                  <a:lnTo>
                    <a:pt x="428795" y="1322323"/>
                  </a:lnTo>
                  <a:lnTo>
                    <a:pt x="416587" y="1348313"/>
                  </a:lnTo>
                  <a:lnTo>
                    <a:pt x="400993" y="1373522"/>
                  </a:lnTo>
                  <a:lnTo>
                    <a:pt x="382069" y="1397607"/>
                  </a:lnTo>
                  <a:lnTo>
                    <a:pt x="359903" y="1420233"/>
                  </a:lnTo>
                  <a:lnTo>
                    <a:pt x="334615" y="1441069"/>
                  </a:lnTo>
                  <a:lnTo>
                    <a:pt x="306353" y="1459796"/>
                  </a:lnTo>
                  <a:lnTo>
                    <a:pt x="275295" y="1476107"/>
                  </a:lnTo>
                  <a:lnTo>
                    <a:pt x="241645" y="1489710"/>
                  </a:lnTo>
                  <a:lnTo>
                    <a:pt x="205635" y="1500328"/>
                  </a:lnTo>
                  <a:lnTo>
                    <a:pt x="167525" y="1507708"/>
                  </a:lnTo>
                  <a:lnTo>
                    <a:pt x="127593" y="1511614"/>
                  </a:lnTo>
                  <a:lnTo>
                    <a:pt x="86143" y="1511837"/>
                  </a:lnTo>
                  <a:lnTo>
                    <a:pt x="43499" y="1508193"/>
                  </a:lnTo>
                  <a:lnTo>
                    <a:pt x="0" y="1500524"/>
                  </a:lnTo>
                  <a:lnTo>
                    <a:pt x="5601" y="1464233"/>
                  </a:lnTo>
                  <a:lnTo>
                    <a:pt x="13495" y="1429109"/>
                  </a:lnTo>
                  <a:lnTo>
                    <a:pt x="23594" y="1395278"/>
                  </a:lnTo>
                  <a:lnTo>
                    <a:pt x="35804" y="1362859"/>
                  </a:lnTo>
                  <a:lnTo>
                    <a:pt x="50023" y="1331968"/>
                  </a:lnTo>
                  <a:lnTo>
                    <a:pt x="66145" y="1302714"/>
                  </a:lnTo>
                  <a:lnTo>
                    <a:pt x="84058" y="1275200"/>
                  </a:lnTo>
                  <a:lnTo>
                    <a:pt x="103644" y="1249521"/>
                  </a:lnTo>
                  <a:lnTo>
                    <a:pt x="124782" y="1225768"/>
                  </a:lnTo>
                  <a:lnTo>
                    <a:pt x="147345" y="1204023"/>
                  </a:lnTo>
                  <a:lnTo>
                    <a:pt x="171202" y="1184361"/>
                  </a:lnTo>
                  <a:lnTo>
                    <a:pt x="196219" y="1166850"/>
                  </a:lnTo>
                  <a:lnTo>
                    <a:pt x="222259" y="1151550"/>
                  </a:lnTo>
                  <a:lnTo>
                    <a:pt x="249181" y="1138515"/>
                  </a:lnTo>
                  <a:lnTo>
                    <a:pt x="276841" y="1127788"/>
                  </a:lnTo>
                  <a:lnTo>
                    <a:pt x="305095" y="1119406"/>
                  </a:lnTo>
                  <a:lnTo>
                    <a:pt x="333795" y="1113399"/>
                  </a:lnTo>
                  <a:lnTo>
                    <a:pt x="362794" y="1109786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451189" y="10845866"/>
              <a:ext cx="604060" cy="1662872"/>
            </a:xfrm>
            <a:custGeom>
              <a:avLst/>
              <a:pathLst>
                <a:path w="604060" h="1662872">
                  <a:moveTo>
                    <a:pt x="391942" y="0"/>
                  </a:moveTo>
                  <a:lnTo>
                    <a:pt x="418298" y="34966"/>
                  </a:lnTo>
                  <a:lnTo>
                    <a:pt x="442938" y="70538"/>
                  </a:lnTo>
                  <a:lnTo>
                    <a:pt x="465849" y="106651"/>
                  </a:lnTo>
                  <a:lnTo>
                    <a:pt x="487020" y="143243"/>
                  </a:lnTo>
                  <a:lnTo>
                    <a:pt x="506441" y="180250"/>
                  </a:lnTo>
                  <a:lnTo>
                    <a:pt x="524106" y="217607"/>
                  </a:lnTo>
                  <a:lnTo>
                    <a:pt x="540009" y="255252"/>
                  </a:lnTo>
                  <a:lnTo>
                    <a:pt x="554147" y="293121"/>
                  </a:lnTo>
                  <a:lnTo>
                    <a:pt x="566521" y="331148"/>
                  </a:lnTo>
                  <a:lnTo>
                    <a:pt x="577129" y="369272"/>
                  </a:lnTo>
                  <a:lnTo>
                    <a:pt x="585977" y="407427"/>
                  </a:lnTo>
                  <a:lnTo>
                    <a:pt x="593070" y="445552"/>
                  </a:lnTo>
                  <a:lnTo>
                    <a:pt x="598414" y="483582"/>
                  </a:lnTo>
                  <a:lnTo>
                    <a:pt x="602019" y="521456"/>
                  </a:lnTo>
                  <a:lnTo>
                    <a:pt x="603897" y="559110"/>
                  </a:lnTo>
                  <a:lnTo>
                    <a:pt x="604060" y="596483"/>
                  </a:lnTo>
                  <a:lnTo>
                    <a:pt x="602525" y="633514"/>
                  </a:lnTo>
                  <a:lnTo>
                    <a:pt x="599308" y="670142"/>
                  </a:lnTo>
                  <a:lnTo>
                    <a:pt x="594430" y="706307"/>
                  </a:lnTo>
                  <a:lnTo>
                    <a:pt x="587910" y="741950"/>
                  </a:lnTo>
                  <a:lnTo>
                    <a:pt x="579773" y="777013"/>
                  </a:lnTo>
                  <a:lnTo>
                    <a:pt x="570044" y="811437"/>
                  </a:lnTo>
                  <a:lnTo>
                    <a:pt x="558748" y="845165"/>
                  </a:lnTo>
                  <a:lnTo>
                    <a:pt x="545916" y="878143"/>
                  </a:lnTo>
                  <a:lnTo>
                    <a:pt x="531577" y="910315"/>
                  </a:lnTo>
                  <a:lnTo>
                    <a:pt x="515764" y="941627"/>
                  </a:lnTo>
                  <a:lnTo>
                    <a:pt x="498510" y="972027"/>
                  </a:lnTo>
                  <a:lnTo>
                    <a:pt x="479852" y="1001463"/>
                  </a:lnTo>
                  <a:lnTo>
                    <a:pt x="459826" y="1029885"/>
                  </a:lnTo>
                  <a:lnTo>
                    <a:pt x="438472" y="1057243"/>
                  </a:lnTo>
                  <a:lnTo>
                    <a:pt x="415830" y="1083491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391942" y="1108581"/>
                  </a:lnTo>
                  <a:lnTo>
                    <a:pt x="411701" y="1130044"/>
                  </a:lnTo>
                  <a:lnTo>
                    <a:pt x="429651" y="1153104"/>
                  </a:lnTo>
                  <a:lnTo>
                    <a:pt x="445698" y="1177646"/>
                  </a:lnTo>
                  <a:lnTo>
                    <a:pt x="459750" y="1203551"/>
                  </a:lnTo>
                  <a:lnTo>
                    <a:pt x="471723" y="1230695"/>
                  </a:lnTo>
                  <a:lnTo>
                    <a:pt x="481542" y="1258949"/>
                  </a:lnTo>
                  <a:lnTo>
                    <a:pt x="489137" y="1288180"/>
                  </a:lnTo>
                  <a:lnTo>
                    <a:pt x="494444" y="1318252"/>
                  </a:lnTo>
                  <a:lnTo>
                    <a:pt x="497411" y="1349025"/>
                  </a:lnTo>
                  <a:lnTo>
                    <a:pt x="497989" y="1380356"/>
                  </a:lnTo>
                  <a:lnTo>
                    <a:pt x="496140" y="1412098"/>
                  </a:lnTo>
                  <a:lnTo>
                    <a:pt x="491832" y="1444106"/>
                  </a:lnTo>
                  <a:lnTo>
                    <a:pt x="485043" y="1476227"/>
                  </a:lnTo>
                  <a:lnTo>
                    <a:pt x="475757" y="1508313"/>
                  </a:lnTo>
                  <a:lnTo>
                    <a:pt x="463968" y="1540211"/>
                  </a:lnTo>
                  <a:lnTo>
                    <a:pt x="449678" y="1571767"/>
                  </a:lnTo>
                  <a:lnTo>
                    <a:pt x="432897" y="1602831"/>
                  </a:lnTo>
                  <a:lnTo>
                    <a:pt x="413643" y="1633250"/>
                  </a:lnTo>
                  <a:lnTo>
                    <a:pt x="391942" y="1662872"/>
                  </a:lnTo>
                  <a:lnTo>
                    <a:pt x="358475" y="1661860"/>
                  </a:lnTo>
                  <a:lnTo>
                    <a:pt x="325130" y="1658830"/>
                  </a:lnTo>
                  <a:lnTo>
                    <a:pt x="292029" y="1653792"/>
                  </a:lnTo>
                  <a:lnTo>
                    <a:pt x="259292" y="1646765"/>
                  </a:lnTo>
                  <a:lnTo>
                    <a:pt x="227039" y="1637774"/>
                  </a:lnTo>
                  <a:lnTo>
                    <a:pt x="195388" y="1626852"/>
                  </a:lnTo>
                  <a:lnTo>
                    <a:pt x="164454" y="1614038"/>
                  </a:lnTo>
                  <a:lnTo>
                    <a:pt x="134350" y="1599381"/>
                  </a:lnTo>
                  <a:lnTo>
                    <a:pt x="105187" y="1582932"/>
                  </a:lnTo>
                  <a:lnTo>
                    <a:pt x="77069" y="1564753"/>
                  </a:lnTo>
                  <a:lnTo>
                    <a:pt x="50101" y="1544909"/>
                  </a:lnTo>
                  <a:lnTo>
                    <a:pt x="24379" y="1523473"/>
                  </a:lnTo>
                  <a:lnTo>
                    <a:pt x="0" y="1500524"/>
                  </a:lnTo>
                  <a:lnTo>
                    <a:pt x="5601" y="1464233"/>
                  </a:lnTo>
                  <a:lnTo>
                    <a:pt x="13495" y="1429109"/>
                  </a:lnTo>
                  <a:lnTo>
                    <a:pt x="23594" y="1395278"/>
                  </a:lnTo>
                  <a:lnTo>
                    <a:pt x="35804" y="1362859"/>
                  </a:lnTo>
                  <a:lnTo>
                    <a:pt x="50023" y="1331968"/>
                  </a:lnTo>
                  <a:lnTo>
                    <a:pt x="66145" y="1302714"/>
                  </a:lnTo>
                  <a:lnTo>
                    <a:pt x="84058" y="1275200"/>
                  </a:lnTo>
                  <a:lnTo>
                    <a:pt x="103644" y="1249521"/>
                  </a:lnTo>
                  <a:lnTo>
                    <a:pt x="124782" y="1225768"/>
                  </a:lnTo>
                  <a:lnTo>
                    <a:pt x="147345" y="1204023"/>
                  </a:lnTo>
                  <a:lnTo>
                    <a:pt x="171202" y="1184361"/>
                  </a:lnTo>
                  <a:lnTo>
                    <a:pt x="196219" y="1166850"/>
                  </a:lnTo>
                  <a:lnTo>
                    <a:pt x="222259" y="1151550"/>
                  </a:lnTo>
                  <a:lnTo>
                    <a:pt x="249181" y="1138515"/>
                  </a:lnTo>
                  <a:lnTo>
                    <a:pt x="276841" y="1127788"/>
                  </a:lnTo>
                  <a:lnTo>
                    <a:pt x="305095" y="1119406"/>
                  </a:lnTo>
                  <a:lnTo>
                    <a:pt x="333795" y="1113399"/>
                  </a:lnTo>
                  <a:lnTo>
                    <a:pt x="362794" y="1109786"/>
                  </a:lnTo>
                  <a:lnTo>
                    <a:pt x="391942" y="1108581"/>
                  </a:lnTo>
                  <a:lnTo>
                    <a:pt x="391942" y="1108581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811531" y="1081426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811531" y="12477137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419588" y="12314789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843132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843132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843132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843132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843132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1059247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34551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1059247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711093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490871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982204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481773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701994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09069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47390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18168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6833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67364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3326634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326634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654633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4407199" y="10269915"/>
              <a:ext cx="1385956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 (n=3)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3714451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100177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00177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100177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5100177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100177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218306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3853023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218306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545957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991736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853180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708235" y="11558611"/>
              <a:ext cx="1500524" cy="1037907"/>
            </a:xfrm>
            <a:custGeom>
              <a:avLst/>
              <a:pathLst>
                <a:path w="1500524" h="1037907">
                  <a:moveTo>
                    <a:pt x="1500524" y="395836"/>
                  </a:moveTo>
                  <a:lnTo>
                    <a:pt x="1471222" y="352343"/>
                  </a:lnTo>
                  <a:lnTo>
                    <a:pt x="1440263" y="311207"/>
                  </a:lnTo>
                  <a:lnTo>
                    <a:pt x="1407787" y="272490"/>
                  </a:lnTo>
                  <a:lnTo>
                    <a:pt x="1373939" y="236246"/>
                  </a:lnTo>
                  <a:lnTo>
                    <a:pt x="1338866" y="202520"/>
                  </a:lnTo>
                  <a:lnTo>
                    <a:pt x="1302715" y="171351"/>
                  </a:lnTo>
                  <a:lnTo>
                    <a:pt x="1265635" y="142768"/>
                  </a:lnTo>
                  <a:lnTo>
                    <a:pt x="1227774" y="116795"/>
                  </a:lnTo>
                  <a:lnTo>
                    <a:pt x="1189282" y="93445"/>
                  </a:lnTo>
                  <a:lnTo>
                    <a:pt x="1150309" y="72727"/>
                  </a:lnTo>
                  <a:lnTo>
                    <a:pt x="1111003" y="54638"/>
                  </a:lnTo>
                  <a:lnTo>
                    <a:pt x="1071511" y="39171"/>
                  </a:lnTo>
                  <a:lnTo>
                    <a:pt x="1031982" y="26309"/>
                  </a:lnTo>
                  <a:lnTo>
                    <a:pt x="992559" y="16029"/>
                  </a:lnTo>
                  <a:lnTo>
                    <a:pt x="953385" y="8300"/>
                  </a:lnTo>
                  <a:lnTo>
                    <a:pt x="914601" y="3084"/>
                  </a:lnTo>
                  <a:lnTo>
                    <a:pt x="876344" y="334"/>
                  </a:lnTo>
                  <a:lnTo>
                    <a:pt x="838750" y="0"/>
                  </a:lnTo>
                  <a:lnTo>
                    <a:pt x="801948" y="2020"/>
                  </a:lnTo>
                  <a:lnTo>
                    <a:pt x="766067" y="6331"/>
                  </a:lnTo>
                  <a:lnTo>
                    <a:pt x="731231" y="12859"/>
                  </a:lnTo>
                  <a:lnTo>
                    <a:pt x="697557" y="21526"/>
                  </a:lnTo>
                  <a:lnTo>
                    <a:pt x="665161" y="32248"/>
                  </a:lnTo>
                  <a:lnTo>
                    <a:pt x="634152" y="44935"/>
                  </a:lnTo>
                  <a:lnTo>
                    <a:pt x="604634" y="59491"/>
                  </a:lnTo>
                  <a:lnTo>
                    <a:pt x="576706" y="75816"/>
                  </a:lnTo>
                  <a:lnTo>
                    <a:pt x="550460" y="93805"/>
                  </a:lnTo>
                  <a:lnTo>
                    <a:pt x="525984" y="113348"/>
                  </a:lnTo>
                  <a:lnTo>
                    <a:pt x="503359" y="134331"/>
                  </a:lnTo>
                  <a:lnTo>
                    <a:pt x="482660" y="156634"/>
                  </a:lnTo>
                  <a:lnTo>
                    <a:pt x="463953" y="180138"/>
                  </a:lnTo>
                  <a:lnTo>
                    <a:pt x="447301" y="204716"/>
                  </a:lnTo>
                  <a:lnTo>
                    <a:pt x="432758" y="230241"/>
                  </a:lnTo>
                  <a:lnTo>
                    <a:pt x="420371" y="256583"/>
                  </a:lnTo>
                  <a:lnTo>
                    <a:pt x="410181" y="283608"/>
                  </a:lnTo>
                  <a:lnTo>
                    <a:pt x="402221" y="311183"/>
                  </a:lnTo>
                  <a:lnTo>
                    <a:pt x="396517" y="339170"/>
                  </a:lnTo>
                  <a:lnTo>
                    <a:pt x="393087" y="367434"/>
                  </a:lnTo>
                  <a:lnTo>
                    <a:pt x="391942" y="395836"/>
                  </a:lnTo>
                  <a:lnTo>
                    <a:pt x="407781" y="414000"/>
                  </a:lnTo>
                  <a:lnTo>
                    <a:pt x="421066" y="434242"/>
                  </a:lnTo>
                  <a:lnTo>
                    <a:pt x="431595" y="456291"/>
                  </a:lnTo>
                  <a:lnTo>
                    <a:pt x="439188" y="479863"/>
                  </a:lnTo>
                  <a:lnTo>
                    <a:pt x="443694" y="504655"/>
                  </a:lnTo>
                  <a:lnTo>
                    <a:pt x="444988" y="530352"/>
                  </a:lnTo>
                  <a:lnTo>
                    <a:pt x="442976" y="556629"/>
                  </a:lnTo>
                  <a:lnTo>
                    <a:pt x="437590" y="583151"/>
                  </a:lnTo>
                  <a:lnTo>
                    <a:pt x="428795" y="609579"/>
                  </a:lnTo>
                  <a:lnTo>
                    <a:pt x="416587" y="635569"/>
                  </a:lnTo>
                  <a:lnTo>
                    <a:pt x="400993" y="660777"/>
                  </a:lnTo>
                  <a:lnTo>
                    <a:pt x="382069" y="684863"/>
                  </a:lnTo>
                  <a:lnTo>
                    <a:pt x="359903" y="707488"/>
                  </a:lnTo>
                  <a:lnTo>
                    <a:pt x="334615" y="728325"/>
                  </a:lnTo>
                  <a:lnTo>
                    <a:pt x="306353" y="747052"/>
                  </a:lnTo>
                  <a:lnTo>
                    <a:pt x="275295" y="763363"/>
                  </a:lnTo>
                  <a:lnTo>
                    <a:pt x="241645" y="776965"/>
                  </a:lnTo>
                  <a:lnTo>
                    <a:pt x="205635" y="787584"/>
                  </a:lnTo>
                  <a:lnTo>
                    <a:pt x="167525" y="794963"/>
                  </a:lnTo>
                  <a:lnTo>
                    <a:pt x="127593" y="798869"/>
                  </a:lnTo>
                  <a:lnTo>
                    <a:pt x="86143" y="799093"/>
                  </a:lnTo>
                  <a:lnTo>
                    <a:pt x="43499" y="795448"/>
                  </a:lnTo>
                  <a:lnTo>
                    <a:pt x="0" y="787779"/>
                  </a:lnTo>
                  <a:lnTo>
                    <a:pt x="5601" y="751489"/>
                  </a:lnTo>
                  <a:lnTo>
                    <a:pt x="13495" y="716365"/>
                  </a:lnTo>
                  <a:lnTo>
                    <a:pt x="23594" y="682533"/>
                  </a:lnTo>
                  <a:lnTo>
                    <a:pt x="35804" y="650114"/>
                  </a:lnTo>
                  <a:lnTo>
                    <a:pt x="50023" y="619223"/>
                  </a:lnTo>
                  <a:lnTo>
                    <a:pt x="66145" y="589969"/>
                  </a:lnTo>
                  <a:lnTo>
                    <a:pt x="84058" y="562455"/>
                  </a:lnTo>
                  <a:lnTo>
                    <a:pt x="103644" y="536777"/>
                  </a:lnTo>
                  <a:lnTo>
                    <a:pt x="124782" y="513024"/>
                  </a:lnTo>
                  <a:lnTo>
                    <a:pt x="147345" y="491278"/>
                  </a:lnTo>
                  <a:lnTo>
                    <a:pt x="171202" y="471616"/>
                  </a:lnTo>
                  <a:lnTo>
                    <a:pt x="196219" y="454105"/>
                  </a:lnTo>
                  <a:lnTo>
                    <a:pt x="222259" y="438806"/>
                  </a:lnTo>
                  <a:lnTo>
                    <a:pt x="249181" y="425770"/>
                  </a:lnTo>
                  <a:lnTo>
                    <a:pt x="276841" y="415043"/>
                  </a:lnTo>
                  <a:lnTo>
                    <a:pt x="305095" y="406662"/>
                  </a:lnTo>
                  <a:lnTo>
                    <a:pt x="333795" y="400654"/>
                  </a:lnTo>
                  <a:lnTo>
                    <a:pt x="362794" y="397042"/>
                  </a:lnTo>
                  <a:lnTo>
                    <a:pt x="391942" y="395836"/>
                  </a:lnTo>
                  <a:lnTo>
                    <a:pt x="372523" y="396908"/>
                  </a:lnTo>
                  <a:lnTo>
                    <a:pt x="353281" y="400115"/>
                  </a:lnTo>
                  <a:lnTo>
                    <a:pt x="334392" y="405440"/>
                  </a:lnTo>
                  <a:lnTo>
                    <a:pt x="316030" y="412849"/>
                  </a:lnTo>
                  <a:lnTo>
                    <a:pt x="298367" y="422297"/>
                  </a:lnTo>
                  <a:lnTo>
                    <a:pt x="281572" y="433726"/>
                  </a:lnTo>
                  <a:lnTo>
                    <a:pt x="265808" y="447068"/>
                  </a:lnTo>
                  <a:lnTo>
                    <a:pt x="251233" y="462239"/>
                  </a:lnTo>
                  <a:lnTo>
                    <a:pt x="238000" y="479146"/>
                  </a:lnTo>
                  <a:lnTo>
                    <a:pt x="226254" y="497684"/>
                  </a:lnTo>
                  <a:lnTo>
                    <a:pt x="216134" y="517739"/>
                  </a:lnTo>
                  <a:lnTo>
                    <a:pt x="207768" y="539185"/>
                  </a:lnTo>
                  <a:lnTo>
                    <a:pt x="201278" y="561886"/>
                  </a:lnTo>
                  <a:lnTo>
                    <a:pt x="196774" y="585698"/>
                  </a:lnTo>
                  <a:lnTo>
                    <a:pt x="194358" y="610470"/>
                  </a:lnTo>
                  <a:lnTo>
                    <a:pt x="194117" y="636042"/>
                  </a:lnTo>
                  <a:lnTo>
                    <a:pt x="196132" y="662246"/>
                  </a:lnTo>
                  <a:lnTo>
                    <a:pt x="200468" y="688910"/>
                  </a:lnTo>
                  <a:lnTo>
                    <a:pt x="207179" y="715856"/>
                  </a:lnTo>
                  <a:lnTo>
                    <a:pt x="216307" y="742902"/>
                  </a:lnTo>
                  <a:lnTo>
                    <a:pt x="227880" y="769861"/>
                  </a:lnTo>
                  <a:lnTo>
                    <a:pt x="241914" y="796545"/>
                  </a:lnTo>
                  <a:lnTo>
                    <a:pt x="258410" y="822763"/>
                  </a:lnTo>
                  <a:lnTo>
                    <a:pt x="277357" y="848324"/>
                  </a:lnTo>
                  <a:lnTo>
                    <a:pt x="298729" y="873038"/>
                  </a:lnTo>
                  <a:lnTo>
                    <a:pt x="322487" y="896712"/>
                  </a:lnTo>
                  <a:lnTo>
                    <a:pt x="348578" y="919160"/>
                  </a:lnTo>
                  <a:lnTo>
                    <a:pt x="376937" y="940196"/>
                  </a:lnTo>
                  <a:lnTo>
                    <a:pt x="407483" y="959637"/>
                  </a:lnTo>
                  <a:lnTo>
                    <a:pt x="440124" y="977307"/>
                  </a:lnTo>
                  <a:lnTo>
                    <a:pt x="474754" y="993035"/>
                  </a:lnTo>
                  <a:lnTo>
                    <a:pt x="511256" y="1006654"/>
                  </a:lnTo>
                  <a:lnTo>
                    <a:pt x="549497" y="1018007"/>
                  </a:lnTo>
                  <a:lnTo>
                    <a:pt x="589338" y="1026945"/>
                  </a:lnTo>
                  <a:lnTo>
                    <a:pt x="630624" y="1033327"/>
                  </a:lnTo>
                  <a:lnTo>
                    <a:pt x="673192" y="1037021"/>
                  </a:lnTo>
                  <a:lnTo>
                    <a:pt x="716868" y="1037907"/>
                  </a:lnTo>
                  <a:lnTo>
                    <a:pt x="761469" y="1035876"/>
                  </a:lnTo>
                  <a:lnTo>
                    <a:pt x="806804" y="1030830"/>
                  </a:lnTo>
                  <a:lnTo>
                    <a:pt x="852673" y="1022683"/>
                  </a:lnTo>
                  <a:lnTo>
                    <a:pt x="898869" y="1011363"/>
                  </a:lnTo>
                  <a:lnTo>
                    <a:pt x="945179" y="996812"/>
                  </a:lnTo>
                  <a:lnTo>
                    <a:pt x="991386" y="978984"/>
                  </a:lnTo>
                  <a:lnTo>
                    <a:pt x="1037267" y="957850"/>
                  </a:lnTo>
                  <a:lnTo>
                    <a:pt x="1082595" y="933393"/>
                  </a:lnTo>
                  <a:lnTo>
                    <a:pt x="1127141" y="905612"/>
                  </a:lnTo>
                  <a:lnTo>
                    <a:pt x="1170676" y="874522"/>
                  </a:lnTo>
                  <a:lnTo>
                    <a:pt x="1212968" y="840153"/>
                  </a:lnTo>
                  <a:lnTo>
                    <a:pt x="1253786" y="802550"/>
                  </a:lnTo>
                  <a:lnTo>
                    <a:pt x="1292902" y="761774"/>
                  </a:lnTo>
                  <a:lnTo>
                    <a:pt x="1330088" y="717902"/>
                  </a:lnTo>
                  <a:lnTo>
                    <a:pt x="1365120" y="671025"/>
                  </a:lnTo>
                  <a:lnTo>
                    <a:pt x="1397780" y="621250"/>
                  </a:lnTo>
                  <a:lnTo>
                    <a:pt x="1427853" y="568699"/>
                  </a:lnTo>
                  <a:lnTo>
                    <a:pt x="1455134" y="513510"/>
                  </a:lnTo>
                  <a:lnTo>
                    <a:pt x="1479421" y="45583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4708235" y="11742330"/>
              <a:ext cx="1500524" cy="604060"/>
            </a:xfrm>
            <a:custGeom>
              <a:avLst/>
              <a:pathLst>
                <a:path w="1500524" h="604060">
                  <a:moveTo>
                    <a:pt x="391942" y="212117"/>
                  </a:moveTo>
                  <a:lnTo>
                    <a:pt x="391942" y="212117"/>
                  </a:lnTo>
                  <a:lnTo>
                    <a:pt x="417032" y="188229"/>
                  </a:lnTo>
                  <a:lnTo>
                    <a:pt x="443280" y="165588"/>
                  </a:lnTo>
                  <a:lnTo>
                    <a:pt x="470639" y="144233"/>
                  </a:lnTo>
                  <a:lnTo>
                    <a:pt x="499060" y="124208"/>
                  </a:lnTo>
                  <a:lnTo>
                    <a:pt x="528496" y="105550"/>
                  </a:lnTo>
                  <a:lnTo>
                    <a:pt x="558896" y="88296"/>
                  </a:lnTo>
                  <a:lnTo>
                    <a:pt x="590208" y="72483"/>
                  </a:lnTo>
                  <a:lnTo>
                    <a:pt x="622380" y="58144"/>
                  </a:lnTo>
                  <a:lnTo>
                    <a:pt x="655358" y="45311"/>
                  </a:lnTo>
                  <a:lnTo>
                    <a:pt x="689087" y="34016"/>
                  </a:lnTo>
                  <a:lnTo>
                    <a:pt x="723510" y="24286"/>
                  </a:lnTo>
                  <a:lnTo>
                    <a:pt x="758573" y="16149"/>
                  </a:lnTo>
                  <a:lnTo>
                    <a:pt x="794216" y="9630"/>
                  </a:lnTo>
                  <a:lnTo>
                    <a:pt x="830381" y="4751"/>
                  </a:lnTo>
                  <a:lnTo>
                    <a:pt x="867009" y="1535"/>
                  </a:lnTo>
                  <a:lnTo>
                    <a:pt x="904040" y="0"/>
                  </a:lnTo>
                  <a:lnTo>
                    <a:pt x="941413" y="163"/>
                  </a:lnTo>
                  <a:lnTo>
                    <a:pt x="979067" y="2041"/>
                  </a:lnTo>
                  <a:lnTo>
                    <a:pt x="1016941" y="5646"/>
                  </a:lnTo>
                  <a:lnTo>
                    <a:pt x="1054971" y="10990"/>
                  </a:lnTo>
                  <a:lnTo>
                    <a:pt x="1093096" y="18082"/>
                  </a:lnTo>
                  <a:lnTo>
                    <a:pt x="1131251" y="26930"/>
                  </a:lnTo>
                  <a:lnTo>
                    <a:pt x="1169375" y="37539"/>
                  </a:lnTo>
                  <a:lnTo>
                    <a:pt x="1207402" y="49912"/>
                  </a:lnTo>
                  <a:lnTo>
                    <a:pt x="1245271" y="64051"/>
                  </a:lnTo>
                  <a:lnTo>
                    <a:pt x="1282916" y="79954"/>
                  </a:lnTo>
                  <a:lnTo>
                    <a:pt x="1320273" y="97619"/>
                  </a:lnTo>
                  <a:lnTo>
                    <a:pt x="1357280" y="117040"/>
                  </a:lnTo>
                  <a:lnTo>
                    <a:pt x="1393872" y="138211"/>
                  </a:lnTo>
                  <a:lnTo>
                    <a:pt x="1429985" y="161122"/>
                  </a:lnTo>
                  <a:lnTo>
                    <a:pt x="1465557" y="185762"/>
                  </a:lnTo>
                  <a:lnTo>
                    <a:pt x="1500524" y="212117"/>
                  </a:lnTo>
                  <a:lnTo>
                    <a:pt x="1465557" y="238473"/>
                  </a:lnTo>
                  <a:lnTo>
                    <a:pt x="1429985" y="263113"/>
                  </a:lnTo>
                  <a:lnTo>
                    <a:pt x="1393872" y="286024"/>
                  </a:lnTo>
                  <a:lnTo>
                    <a:pt x="1357280" y="307195"/>
                  </a:lnTo>
                  <a:lnTo>
                    <a:pt x="1320273" y="326616"/>
                  </a:lnTo>
                  <a:lnTo>
                    <a:pt x="1282916" y="344281"/>
                  </a:lnTo>
                  <a:lnTo>
                    <a:pt x="1245271" y="360184"/>
                  </a:lnTo>
                  <a:lnTo>
                    <a:pt x="1207402" y="374322"/>
                  </a:lnTo>
                  <a:lnTo>
                    <a:pt x="1169375" y="386696"/>
                  </a:lnTo>
                  <a:lnTo>
                    <a:pt x="1131251" y="397305"/>
                  </a:lnTo>
                  <a:lnTo>
                    <a:pt x="1093096" y="406153"/>
                  </a:lnTo>
                  <a:lnTo>
                    <a:pt x="1054971" y="413245"/>
                  </a:lnTo>
                  <a:lnTo>
                    <a:pt x="1016941" y="418589"/>
                  </a:lnTo>
                  <a:lnTo>
                    <a:pt x="979067" y="422194"/>
                  </a:lnTo>
                  <a:lnTo>
                    <a:pt x="941413" y="424072"/>
                  </a:lnTo>
                  <a:lnTo>
                    <a:pt x="904040" y="424235"/>
                  </a:lnTo>
                  <a:lnTo>
                    <a:pt x="867009" y="422700"/>
                  </a:lnTo>
                  <a:lnTo>
                    <a:pt x="830381" y="419483"/>
                  </a:lnTo>
                  <a:lnTo>
                    <a:pt x="794216" y="414605"/>
                  </a:lnTo>
                  <a:lnTo>
                    <a:pt x="758573" y="408085"/>
                  </a:lnTo>
                  <a:lnTo>
                    <a:pt x="723510" y="399948"/>
                  </a:lnTo>
                  <a:lnTo>
                    <a:pt x="689087" y="390219"/>
                  </a:lnTo>
                  <a:lnTo>
                    <a:pt x="655358" y="378923"/>
                  </a:lnTo>
                  <a:lnTo>
                    <a:pt x="622380" y="366091"/>
                  </a:lnTo>
                  <a:lnTo>
                    <a:pt x="590208" y="351752"/>
                  </a:lnTo>
                  <a:lnTo>
                    <a:pt x="558896" y="335939"/>
                  </a:lnTo>
                  <a:lnTo>
                    <a:pt x="528496" y="318685"/>
                  </a:lnTo>
                  <a:lnTo>
                    <a:pt x="499060" y="300027"/>
                  </a:lnTo>
                  <a:lnTo>
                    <a:pt x="470639" y="280001"/>
                  </a:lnTo>
                  <a:lnTo>
                    <a:pt x="443280" y="258647"/>
                  </a:lnTo>
                  <a:lnTo>
                    <a:pt x="417032" y="236005"/>
                  </a:lnTo>
                  <a:lnTo>
                    <a:pt x="391942" y="212117"/>
                  </a:lnTo>
                  <a:lnTo>
                    <a:pt x="391942" y="212117"/>
                  </a:lnTo>
                  <a:lnTo>
                    <a:pt x="390737" y="241266"/>
                  </a:lnTo>
                  <a:lnTo>
                    <a:pt x="387124" y="270264"/>
                  </a:lnTo>
                  <a:lnTo>
                    <a:pt x="381117" y="298965"/>
                  </a:lnTo>
                  <a:lnTo>
                    <a:pt x="372735" y="327219"/>
                  </a:lnTo>
                  <a:lnTo>
                    <a:pt x="362008" y="354879"/>
                  </a:lnTo>
                  <a:lnTo>
                    <a:pt x="348973" y="381800"/>
                  </a:lnTo>
                  <a:lnTo>
                    <a:pt x="333673" y="407840"/>
                  </a:lnTo>
                  <a:lnTo>
                    <a:pt x="316162" y="432857"/>
                  </a:lnTo>
                  <a:lnTo>
                    <a:pt x="296500" y="456715"/>
                  </a:lnTo>
                  <a:lnTo>
                    <a:pt x="274755" y="479278"/>
                  </a:lnTo>
                  <a:lnTo>
                    <a:pt x="251002" y="500416"/>
                  </a:lnTo>
                  <a:lnTo>
                    <a:pt x="225323" y="520002"/>
                  </a:lnTo>
                  <a:lnTo>
                    <a:pt x="197809" y="537915"/>
                  </a:lnTo>
                  <a:lnTo>
                    <a:pt x="168555" y="554037"/>
                  </a:lnTo>
                  <a:lnTo>
                    <a:pt x="137664" y="568256"/>
                  </a:lnTo>
                  <a:lnTo>
                    <a:pt x="105245" y="580465"/>
                  </a:lnTo>
                  <a:lnTo>
                    <a:pt x="71414" y="590565"/>
                  </a:lnTo>
                  <a:lnTo>
                    <a:pt x="36290" y="598459"/>
                  </a:lnTo>
                  <a:lnTo>
                    <a:pt x="0" y="604060"/>
                  </a:lnTo>
                  <a:lnTo>
                    <a:pt x="5601" y="567770"/>
                  </a:lnTo>
                  <a:lnTo>
                    <a:pt x="13495" y="532646"/>
                  </a:lnTo>
                  <a:lnTo>
                    <a:pt x="23594" y="498814"/>
                  </a:lnTo>
                  <a:lnTo>
                    <a:pt x="35804" y="466395"/>
                  </a:lnTo>
                  <a:lnTo>
                    <a:pt x="50023" y="435505"/>
                  </a:lnTo>
                  <a:lnTo>
                    <a:pt x="66145" y="406251"/>
                  </a:lnTo>
                  <a:lnTo>
                    <a:pt x="84058" y="378736"/>
                  </a:lnTo>
                  <a:lnTo>
                    <a:pt x="103644" y="353058"/>
                  </a:lnTo>
                  <a:lnTo>
                    <a:pt x="124782" y="329305"/>
                  </a:lnTo>
                  <a:lnTo>
                    <a:pt x="147345" y="307560"/>
                  </a:lnTo>
                  <a:lnTo>
                    <a:pt x="171202" y="287898"/>
                  </a:lnTo>
                  <a:lnTo>
                    <a:pt x="196219" y="270387"/>
                  </a:lnTo>
                  <a:lnTo>
                    <a:pt x="222259" y="255087"/>
                  </a:lnTo>
                  <a:lnTo>
                    <a:pt x="249181" y="242051"/>
                  </a:lnTo>
                  <a:lnTo>
                    <a:pt x="276841" y="231324"/>
                  </a:lnTo>
                  <a:lnTo>
                    <a:pt x="305095" y="222943"/>
                  </a:lnTo>
                  <a:lnTo>
                    <a:pt x="333795" y="216936"/>
                  </a:lnTo>
                  <a:lnTo>
                    <a:pt x="362794" y="213323"/>
                  </a:lnTo>
                  <a:lnTo>
                    <a:pt x="391942" y="212117"/>
                  </a:lnTo>
                  <a:lnTo>
                    <a:pt x="391942" y="212117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177158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676634" y="1231478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100177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100177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5100177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100177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100177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316292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991596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316292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4968138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5747916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6239249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738818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4959040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966115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30951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975213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473878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424409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6583680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6583680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6911679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7729990" y="10269915"/>
              <a:ext cx="125446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 (n=3)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6971496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357223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357223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57223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57223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57223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75352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110069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475352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803002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248781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10226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7819057" y="11558611"/>
              <a:ext cx="1646746" cy="1504418"/>
            </a:xfrm>
            <a:custGeom>
              <a:avLst/>
              <a:pathLst>
                <a:path w="1646746" h="1504418">
                  <a:moveTo>
                    <a:pt x="1646746" y="395836"/>
                  </a:moveTo>
                  <a:lnTo>
                    <a:pt x="1617445" y="352343"/>
                  </a:lnTo>
                  <a:lnTo>
                    <a:pt x="1586486" y="311207"/>
                  </a:lnTo>
                  <a:lnTo>
                    <a:pt x="1554010" y="272490"/>
                  </a:lnTo>
                  <a:lnTo>
                    <a:pt x="1520162" y="236246"/>
                  </a:lnTo>
                  <a:lnTo>
                    <a:pt x="1485089" y="202520"/>
                  </a:lnTo>
                  <a:lnTo>
                    <a:pt x="1448938" y="171351"/>
                  </a:lnTo>
                  <a:lnTo>
                    <a:pt x="1411857" y="142768"/>
                  </a:lnTo>
                  <a:lnTo>
                    <a:pt x="1373996" y="116795"/>
                  </a:lnTo>
                  <a:lnTo>
                    <a:pt x="1335505" y="93445"/>
                  </a:lnTo>
                  <a:lnTo>
                    <a:pt x="1296531" y="72727"/>
                  </a:lnTo>
                  <a:lnTo>
                    <a:pt x="1257225" y="54638"/>
                  </a:lnTo>
                  <a:lnTo>
                    <a:pt x="1217734" y="39171"/>
                  </a:lnTo>
                  <a:lnTo>
                    <a:pt x="1178205" y="26309"/>
                  </a:lnTo>
                  <a:lnTo>
                    <a:pt x="1138782" y="16029"/>
                  </a:lnTo>
                  <a:lnTo>
                    <a:pt x="1099608" y="8300"/>
                  </a:lnTo>
                  <a:lnTo>
                    <a:pt x="1060824" y="3084"/>
                  </a:lnTo>
                  <a:lnTo>
                    <a:pt x="1022567" y="334"/>
                  </a:lnTo>
                  <a:lnTo>
                    <a:pt x="984972" y="0"/>
                  </a:lnTo>
                  <a:lnTo>
                    <a:pt x="948171" y="2020"/>
                  </a:lnTo>
                  <a:lnTo>
                    <a:pt x="912290" y="6331"/>
                  </a:lnTo>
                  <a:lnTo>
                    <a:pt x="877454" y="12859"/>
                  </a:lnTo>
                  <a:lnTo>
                    <a:pt x="843780" y="21526"/>
                  </a:lnTo>
                  <a:lnTo>
                    <a:pt x="811384" y="32248"/>
                  </a:lnTo>
                  <a:lnTo>
                    <a:pt x="780375" y="44935"/>
                  </a:lnTo>
                  <a:lnTo>
                    <a:pt x="750857" y="59491"/>
                  </a:lnTo>
                  <a:lnTo>
                    <a:pt x="722929" y="75816"/>
                  </a:lnTo>
                  <a:lnTo>
                    <a:pt x="696683" y="93805"/>
                  </a:lnTo>
                  <a:lnTo>
                    <a:pt x="672207" y="113348"/>
                  </a:lnTo>
                  <a:lnTo>
                    <a:pt x="649582" y="134331"/>
                  </a:lnTo>
                  <a:lnTo>
                    <a:pt x="628882" y="156634"/>
                  </a:lnTo>
                  <a:lnTo>
                    <a:pt x="610176" y="180138"/>
                  </a:lnTo>
                  <a:lnTo>
                    <a:pt x="593524" y="204716"/>
                  </a:lnTo>
                  <a:lnTo>
                    <a:pt x="578981" y="230241"/>
                  </a:lnTo>
                  <a:lnTo>
                    <a:pt x="566594" y="256583"/>
                  </a:lnTo>
                  <a:lnTo>
                    <a:pt x="556404" y="283608"/>
                  </a:lnTo>
                  <a:lnTo>
                    <a:pt x="548444" y="311183"/>
                  </a:lnTo>
                  <a:lnTo>
                    <a:pt x="542740" y="339170"/>
                  </a:lnTo>
                  <a:lnTo>
                    <a:pt x="539310" y="367434"/>
                  </a:lnTo>
                  <a:lnTo>
                    <a:pt x="538165" y="395836"/>
                  </a:lnTo>
                  <a:lnTo>
                    <a:pt x="520672" y="380015"/>
                  </a:lnTo>
                  <a:lnTo>
                    <a:pt x="501637" y="365986"/>
                  </a:lnTo>
                  <a:lnTo>
                    <a:pt x="481198" y="353863"/>
                  </a:lnTo>
                  <a:lnTo>
                    <a:pt x="459500" y="343748"/>
                  </a:lnTo>
                  <a:lnTo>
                    <a:pt x="436694" y="335735"/>
                  </a:lnTo>
                  <a:lnTo>
                    <a:pt x="412939" y="329907"/>
                  </a:lnTo>
                  <a:lnTo>
                    <a:pt x="388397" y="326337"/>
                  </a:lnTo>
                  <a:lnTo>
                    <a:pt x="363237" y="325085"/>
                  </a:lnTo>
                  <a:lnTo>
                    <a:pt x="337629" y="326203"/>
                  </a:lnTo>
                  <a:lnTo>
                    <a:pt x="311750" y="329728"/>
                  </a:lnTo>
                  <a:lnTo>
                    <a:pt x="285778" y="335689"/>
                  </a:lnTo>
                  <a:lnTo>
                    <a:pt x="259891" y="344101"/>
                  </a:lnTo>
                  <a:lnTo>
                    <a:pt x="234272" y="354967"/>
                  </a:lnTo>
                  <a:lnTo>
                    <a:pt x="209101" y="368278"/>
                  </a:lnTo>
                  <a:lnTo>
                    <a:pt x="184560" y="384014"/>
                  </a:lnTo>
                  <a:lnTo>
                    <a:pt x="160828" y="402142"/>
                  </a:lnTo>
                  <a:lnTo>
                    <a:pt x="138084" y="422619"/>
                  </a:lnTo>
                  <a:lnTo>
                    <a:pt x="116503" y="445386"/>
                  </a:lnTo>
                  <a:lnTo>
                    <a:pt x="96258" y="470377"/>
                  </a:lnTo>
                  <a:lnTo>
                    <a:pt x="77516" y="497511"/>
                  </a:lnTo>
                  <a:lnTo>
                    <a:pt x="60441" y="526698"/>
                  </a:lnTo>
                  <a:lnTo>
                    <a:pt x="45191" y="557837"/>
                  </a:lnTo>
                  <a:lnTo>
                    <a:pt x="31917" y="590814"/>
                  </a:lnTo>
                  <a:lnTo>
                    <a:pt x="20765" y="625507"/>
                  </a:lnTo>
                  <a:lnTo>
                    <a:pt x="11873" y="661784"/>
                  </a:lnTo>
                  <a:lnTo>
                    <a:pt x="5368" y="699502"/>
                  </a:lnTo>
                  <a:lnTo>
                    <a:pt x="1374" y="738511"/>
                  </a:lnTo>
                  <a:lnTo>
                    <a:pt x="0" y="778652"/>
                  </a:lnTo>
                  <a:lnTo>
                    <a:pt x="1348" y="819757"/>
                  </a:lnTo>
                  <a:lnTo>
                    <a:pt x="5510" y="861651"/>
                  </a:lnTo>
                  <a:lnTo>
                    <a:pt x="12567" y="904155"/>
                  </a:lnTo>
                  <a:lnTo>
                    <a:pt x="22588" y="947081"/>
                  </a:lnTo>
                  <a:lnTo>
                    <a:pt x="35630" y="990237"/>
                  </a:lnTo>
                  <a:lnTo>
                    <a:pt x="51741" y="1033425"/>
                  </a:lnTo>
                  <a:lnTo>
                    <a:pt x="70953" y="1076445"/>
                  </a:lnTo>
                  <a:lnTo>
                    <a:pt x="93289" y="1119093"/>
                  </a:lnTo>
                  <a:lnTo>
                    <a:pt x="118755" y="1161162"/>
                  </a:lnTo>
                  <a:lnTo>
                    <a:pt x="147348" y="1202444"/>
                  </a:lnTo>
                  <a:lnTo>
                    <a:pt x="179051" y="1242730"/>
                  </a:lnTo>
                  <a:lnTo>
                    <a:pt x="213832" y="1281811"/>
                  </a:lnTo>
                  <a:lnTo>
                    <a:pt x="251649" y="1319478"/>
                  </a:lnTo>
                  <a:lnTo>
                    <a:pt x="292442" y="1355525"/>
                  </a:lnTo>
                  <a:lnTo>
                    <a:pt x="336144" y="1389747"/>
                  </a:lnTo>
                  <a:lnTo>
                    <a:pt x="382669" y="1421942"/>
                  </a:lnTo>
                  <a:lnTo>
                    <a:pt x="431923" y="1451913"/>
                  </a:lnTo>
                  <a:lnTo>
                    <a:pt x="483795" y="1479468"/>
                  </a:lnTo>
                  <a:lnTo>
                    <a:pt x="538165" y="1504418"/>
                  </a:lnTo>
                  <a:lnTo>
                    <a:pt x="576013" y="1503771"/>
                  </a:lnTo>
                  <a:lnTo>
                    <a:pt x="613817" y="1501833"/>
                  </a:lnTo>
                  <a:lnTo>
                    <a:pt x="651533" y="1498606"/>
                  </a:lnTo>
                  <a:lnTo>
                    <a:pt x="689117" y="1494092"/>
                  </a:lnTo>
                  <a:lnTo>
                    <a:pt x="726524" y="1488298"/>
                  </a:lnTo>
                  <a:lnTo>
                    <a:pt x="763713" y="1481231"/>
                  </a:lnTo>
                  <a:lnTo>
                    <a:pt x="800638" y="1472897"/>
                  </a:lnTo>
                  <a:lnTo>
                    <a:pt x="837257" y="1463308"/>
                  </a:lnTo>
                  <a:lnTo>
                    <a:pt x="873527" y="1452475"/>
                  </a:lnTo>
                  <a:lnTo>
                    <a:pt x="909406" y="1440409"/>
                  </a:lnTo>
                  <a:lnTo>
                    <a:pt x="944853" y="1427126"/>
                  </a:lnTo>
                  <a:lnTo>
                    <a:pt x="979825" y="1412640"/>
                  </a:lnTo>
                  <a:lnTo>
                    <a:pt x="1014282" y="1396968"/>
                  </a:lnTo>
                  <a:lnTo>
                    <a:pt x="1048185" y="1380129"/>
                  </a:lnTo>
                  <a:lnTo>
                    <a:pt x="1081492" y="1362143"/>
                  </a:lnTo>
                  <a:lnTo>
                    <a:pt x="1114166" y="1343030"/>
                  </a:lnTo>
                  <a:lnTo>
                    <a:pt x="1146169" y="1322812"/>
                  </a:lnTo>
                  <a:lnTo>
                    <a:pt x="1177462" y="1301514"/>
                  </a:lnTo>
                  <a:lnTo>
                    <a:pt x="1208010" y="1279160"/>
                  </a:lnTo>
                  <a:lnTo>
                    <a:pt x="1237777" y="1255775"/>
                  </a:lnTo>
                  <a:lnTo>
                    <a:pt x="1266729" y="1231388"/>
                  </a:lnTo>
                  <a:lnTo>
                    <a:pt x="1294831" y="1206027"/>
                  </a:lnTo>
                  <a:lnTo>
                    <a:pt x="1322050" y="1179722"/>
                  </a:lnTo>
                  <a:lnTo>
                    <a:pt x="1270577" y="1189757"/>
                  </a:lnTo>
                  <a:lnTo>
                    <a:pt x="1219598" y="1196953"/>
                  </a:lnTo>
                  <a:lnTo>
                    <a:pt x="1169257" y="1201366"/>
                  </a:lnTo>
                  <a:lnTo>
                    <a:pt x="1119695" y="1203060"/>
                  </a:lnTo>
                  <a:lnTo>
                    <a:pt x="1071046" y="1202108"/>
                  </a:lnTo>
                  <a:lnTo>
                    <a:pt x="1023444" y="1198585"/>
                  </a:lnTo>
                  <a:lnTo>
                    <a:pt x="977013" y="1192576"/>
                  </a:lnTo>
                  <a:lnTo>
                    <a:pt x="931875" y="1184170"/>
                  </a:lnTo>
                  <a:lnTo>
                    <a:pt x="888147" y="1173463"/>
                  </a:lnTo>
                  <a:lnTo>
                    <a:pt x="845938" y="1160555"/>
                  </a:lnTo>
                  <a:lnTo>
                    <a:pt x="805354" y="1145552"/>
                  </a:lnTo>
                  <a:lnTo>
                    <a:pt x="766492" y="1128565"/>
                  </a:lnTo>
                  <a:lnTo>
                    <a:pt x="729446" y="1109708"/>
                  </a:lnTo>
                  <a:lnTo>
                    <a:pt x="694301" y="1089100"/>
                  </a:lnTo>
                  <a:lnTo>
                    <a:pt x="661136" y="1066866"/>
                  </a:lnTo>
                  <a:lnTo>
                    <a:pt x="630023" y="1043130"/>
                  </a:lnTo>
                  <a:lnTo>
                    <a:pt x="601027" y="1018022"/>
                  </a:lnTo>
                  <a:lnTo>
                    <a:pt x="574207" y="991676"/>
                  </a:lnTo>
                  <a:lnTo>
                    <a:pt x="549613" y="964224"/>
                  </a:lnTo>
                  <a:lnTo>
                    <a:pt x="527289" y="935805"/>
                  </a:lnTo>
                  <a:lnTo>
                    <a:pt x="507272" y="906556"/>
                  </a:lnTo>
                  <a:lnTo>
                    <a:pt x="489590" y="876616"/>
                  </a:lnTo>
                  <a:lnTo>
                    <a:pt x="474264" y="846127"/>
                  </a:lnTo>
                  <a:lnTo>
                    <a:pt x="461308" y="815230"/>
                  </a:lnTo>
                  <a:lnTo>
                    <a:pt x="450729" y="784064"/>
                  </a:lnTo>
                  <a:lnTo>
                    <a:pt x="442524" y="752772"/>
                  </a:lnTo>
                  <a:lnTo>
                    <a:pt x="436686" y="721493"/>
                  </a:lnTo>
                  <a:lnTo>
                    <a:pt x="433198" y="690368"/>
                  </a:lnTo>
                  <a:lnTo>
                    <a:pt x="432036" y="659533"/>
                  </a:lnTo>
                  <a:lnTo>
                    <a:pt x="433171" y="629124"/>
                  </a:lnTo>
                  <a:lnTo>
                    <a:pt x="436562" y="599277"/>
                  </a:lnTo>
                  <a:lnTo>
                    <a:pt x="442167" y="570123"/>
                  </a:lnTo>
                  <a:lnTo>
                    <a:pt x="449933" y="541791"/>
                  </a:lnTo>
                  <a:lnTo>
                    <a:pt x="459800" y="514406"/>
                  </a:lnTo>
                  <a:lnTo>
                    <a:pt x="471704" y="488090"/>
                  </a:lnTo>
                  <a:lnTo>
                    <a:pt x="485574" y="462964"/>
                  </a:lnTo>
                  <a:lnTo>
                    <a:pt x="501331" y="439140"/>
                  </a:lnTo>
                  <a:lnTo>
                    <a:pt x="518891" y="416729"/>
                  </a:lnTo>
                  <a:lnTo>
                    <a:pt x="538165" y="395836"/>
                  </a:lnTo>
                  <a:lnTo>
                    <a:pt x="518746" y="396908"/>
                  </a:lnTo>
                  <a:lnTo>
                    <a:pt x="499503" y="400115"/>
                  </a:lnTo>
                  <a:lnTo>
                    <a:pt x="480614" y="405440"/>
                  </a:lnTo>
                  <a:lnTo>
                    <a:pt x="462253" y="412849"/>
                  </a:lnTo>
                  <a:lnTo>
                    <a:pt x="444590" y="422297"/>
                  </a:lnTo>
                  <a:lnTo>
                    <a:pt x="427795" y="433726"/>
                  </a:lnTo>
                  <a:lnTo>
                    <a:pt x="412031" y="447068"/>
                  </a:lnTo>
                  <a:lnTo>
                    <a:pt x="397456" y="462239"/>
                  </a:lnTo>
                  <a:lnTo>
                    <a:pt x="384223" y="479146"/>
                  </a:lnTo>
                  <a:lnTo>
                    <a:pt x="372477" y="497684"/>
                  </a:lnTo>
                  <a:lnTo>
                    <a:pt x="362357" y="517739"/>
                  </a:lnTo>
                  <a:lnTo>
                    <a:pt x="353991" y="539185"/>
                  </a:lnTo>
                  <a:lnTo>
                    <a:pt x="347501" y="561886"/>
                  </a:lnTo>
                  <a:lnTo>
                    <a:pt x="342997" y="585698"/>
                  </a:lnTo>
                  <a:lnTo>
                    <a:pt x="340580" y="610470"/>
                  </a:lnTo>
                  <a:lnTo>
                    <a:pt x="340340" y="636042"/>
                  </a:lnTo>
                  <a:lnTo>
                    <a:pt x="342355" y="662246"/>
                  </a:lnTo>
                  <a:lnTo>
                    <a:pt x="346690" y="688910"/>
                  </a:lnTo>
                  <a:lnTo>
                    <a:pt x="353401" y="715856"/>
                  </a:lnTo>
                  <a:lnTo>
                    <a:pt x="362529" y="742902"/>
                  </a:lnTo>
                  <a:lnTo>
                    <a:pt x="374103" y="769861"/>
                  </a:lnTo>
                  <a:lnTo>
                    <a:pt x="388136" y="796545"/>
                  </a:lnTo>
                  <a:lnTo>
                    <a:pt x="404633" y="822763"/>
                  </a:lnTo>
                  <a:lnTo>
                    <a:pt x="423579" y="848324"/>
                  </a:lnTo>
                  <a:lnTo>
                    <a:pt x="444951" y="873038"/>
                  </a:lnTo>
                  <a:lnTo>
                    <a:pt x="468710" y="896712"/>
                  </a:lnTo>
                  <a:lnTo>
                    <a:pt x="494801" y="919160"/>
                  </a:lnTo>
                  <a:lnTo>
                    <a:pt x="523160" y="940196"/>
                  </a:lnTo>
                  <a:lnTo>
                    <a:pt x="553706" y="959637"/>
                  </a:lnTo>
                  <a:lnTo>
                    <a:pt x="586347" y="977307"/>
                  </a:lnTo>
                  <a:lnTo>
                    <a:pt x="620977" y="993035"/>
                  </a:lnTo>
                  <a:lnTo>
                    <a:pt x="657478" y="1006654"/>
                  </a:lnTo>
                  <a:lnTo>
                    <a:pt x="695720" y="1018007"/>
                  </a:lnTo>
                  <a:lnTo>
                    <a:pt x="735561" y="1026945"/>
                  </a:lnTo>
                  <a:lnTo>
                    <a:pt x="776847" y="1033327"/>
                  </a:lnTo>
                  <a:lnTo>
                    <a:pt x="819415" y="1037021"/>
                  </a:lnTo>
                  <a:lnTo>
                    <a:pt x="863091" y="1037907"/>
                  </a:lnTo>
                  <a:lnTo>
                    <a:pt x="907692" y="1035876"/>
                  </a:lnTo>
                  <a:lnTo>
                    <a:pt x="953027" y="1030830"/>
                  </a:lnTo>
                  <a:lnTo>
                    <a:pt x="998896" y="1022683"/>
                  </a:lnTo>
                  <a:lnTo>
                    <a:pt x="1045092" y="1011363"/>
                  </a:lnTo>
                  <a:lnTo>
                    <a:pt x="1091402" y="996812"/>
                  </a:lnTo>
                  <a:lnTo>
                    <a:pt x="1137609" y="978984"/>
                  </a:lnTo>
                  <a:lnTo>
                    <a:pt x="1183489" y="957850"/>
                  </a:lnTo>
                  <a:lnTo>
                    <a:pt x="1228817" y="933393"/>
                  </a:lnTo>
                  <a:lnTo>
                    <a:pt x="1273364" y="905612"/>
                  </a:lnTo>
                  <a:lnTo>
                    <a:pt x="1316899" y="874522"/>
                  </a:lnTo>
                  <a:lnTo>
                    <a:pt x="1359191" y="840153"/>
                  </a:lnTo>
                  <a:lnTo>
                    <a:pt x="1400009" y="802550"/>
                  </a:lnTo>
                  <a:lnTo>
                    <a:pt x="1439125" y="761774"/>
                  </a:lnTo>
                  <a:lnTo>
                    <a:pt x="1476310" y="717902"/>
                  </a:lnTo>
                  <a:lnTo>
                    <a:pt x="1511343" y="671025"/>
                  </a:lnTo>
                  <a:lnTo>
                    <a:pt x="1544002" y="621250"/>
                  </a:lnTo>
                  <a:lnTo>
                    <a:pt x="1574076" y="568699"/>
                  </a:lnTo>
                  <a:lnTo>
                    <a:pt x="1601357" y="513510"/>
                  </a:lnTo>
                  <a:lnTo>
                    <a:pt x="1625644" y="455834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8145105" y="11742330"/>
              <a:ext cx="1320699" cy="1320699"/>
            </a:xfrm>
            <a:custGeom>
              <a:avLst/>
              <a:pathLst>
                <a:path w="1320699" h="1320699">
                  <a:moveTo>
                    <a:pt x="212117" y="212117"/>
                  </a:moveTo>
                  <a:lnTo>
                    <a:pt x="212117" y="212117"/>
                  </a:lnTo>
                  <a:lnTo>
                    <a:pt x="237208" y="188229"/>
                  </a:lnTo>
                  <a:lnTo>
                    <a:pt x="263455" y="165588"/>
                  </a:lnTo>
                  <a:lnTo>
                    <a:pt x="290814" y="144233"/>
                  </a:lnTo>
                  <a:lnTo>
                    <a:pt x="319235" y="124208"/>
                  </a:lnTo>
                  <a:lnTo>
                    <a:pt x="348671" y="105550"/>
                  </a:lnTo>
                  <a:lnTo>
                    <a:pt x="379071" y="88296"/>
                  </a:lnTo>
                  <a:lnTo>
                    <a:pt x="410383" y="72483"/>
                  </a:lnTo>
                  <a:lnTo>
                    <a:pt x="442555" y="58144"/>
                  </a:lnTo>
                  <a:lnTo>
                    <a:pt x="475533" y="45311"/>
                  </a:lnTo>
                  <a:lnTo>
                    <a:pt x="509262" y="34016"/>
                  </a:lnTo>
                  <a:lnTo>
                    <a:pt x="543686" y="24286"/>
                  </a:lnTo>
                  <a:lnTo>
                    <a:pt x="578748" y="16149"/>
                  </a:lnTo>
                  <a:lnTo>
                    <a:pt x="614391" y="9630"/>
                  </a:lnTo>
                  <a:lnTo>
                    <a:pt x="650556" y="4751"/>
                  </a:lnTo>
                  <a:lnTo>
                    <a:pt x="687184" y="1535"/>
                  </a:lnTo>
                  <a:lnTo>
                    <a:pt x="724215" y="0"/>
                  </a:lnTo>
                  <a:lnTo>
                    <a:pt x="761588" y="163"/>
                  </a:lnTo>
                  <a:lnTo>
                    <a:pt x="799243" y="2041"/>
                  </a:lnTo>
                  <a:lnTo>
                    <a:pt x="837116" y="5646"/>
                  </a:lnTo>
                  <a:lnTo>
                    <a:pt x="875146" y="10990"/>
                  </a:lnTo>
                  <a:lnTo>
                    <a:pt x="913271" y="18082"/>
                  </a:lnTo>
                  <a:lnTo>
                    <a:pt x="951426" y="26930"/>
                  </a:lnTo>
                  <a:lnTo>
                    <a:pt x="989550" y="37539"/>
                  </a:lnTo>
                  <a:lnTo>
                    <a:pt x="1027578" y="49912"/>
                  </a:lnTo>
                  <a:lnTo>
                    <a:pt x="1065446" y="64051"/>
                  </a:lnTo>
                  <a:lnTo>
                    <a:pt x="1103091" y="79954"/>
                  </a:lnTo>
                  <a:lnTo>
                    <a:pt x="1140449" y="97619"/>
                  </a:lnTo>
                  <a:lnTo>
                    <a:pt x="1177455" y="117040"/>
                  </a:lnTo>
                  <a:lnTo>
                    <a:pt x="1214047" y="138211"/>
                  </a:lnTo>
                  <a:lnTo>
                    <a:pt x="1250161" y="161122"/>
                  </a:lnTo>
                  <a:lnTo>
                    <a:pt x="1285732" y="185762"/>
                  </a:lnTo>
                  <a:lnTo>
                    <a:pt x="1320699" y="212117"/>
                  </a:lnTo>
                  <a:lnTo>
                    <a:pt x="1320052" y="249966"/>
                  </a:lnTo>
                  <a:lnTo>
                    <a:pt x="1318114" y="287770"/>
                  </a:lnTo>
                  <a:lnTo>
                    <a:pt x="1314887" y="325485"/>
                  </a:lnTo>
                  <a:lnTo>
                    <a:pt x="1310373" y="363069"/>
                  </a:lnTo>
                  <a:lnTo>
                    <a:pt x="1304579" y="400477"/>
                  </a:lnTo>
                  <a:lnTo>
                    <a:pt x="1297512" y="437665"/>
                  </a:lnTo>
                  <a:lnTo>
                    <a:pt x="1289179" y="474590"/>
                  </a:lnTo>
                  <a:lnTo>
                    <a:pt x="1279590" y="511209"/>
                  </a:lnTo>
                  <a:lnTo>
                    <a:pt x="1268756" y="547479"/>
                  </a:lnTo>
                  <a:lnTo>
                    <a:pt x="1256690" y="583359"/>
                  </a:lnTo>
                  <a:lnTo>
                    <a:pt x="1243407" y="618805"/>
                  </a:lnTo>
                  <a:lnTo>
                    <a:pt x="1228921" y="653777"/>
                  </a:lnTo>
                  <a:lnTo>
                    <a:pt x="1213249" y="688235"/>
                  </a:lnTo>
                  <a:lnTo>
                    <a:pt x="1196410" y="722137"/>
                  </a:lnTo>
                  <a:lnTo>
                    <a:pt x="1178424" y="755444"/>
                  </a:lnTo>
                  <a:lnTo>
                    <a:pt x="1159311" y="788118"/>
                  </a:lnTo>
                  <a:lnTo>
                    <a:pt x="1139093" y="820121"/>
                  </a:lnTo>
                  <a:lnTo>
                    <a:pt x="1117795" y="851414"/>
                  </a:lnTo>
                  <a:lnTo>
                    <a:pt x="1095441" y="881963"/>
                  </a:lnTo>
                  <a:lnTo>
                    <a:pt x="1072056" y="911730"/>
                  </a:lnTo>
                  <a:lnTo>
                    <a:pt x="1047670" y="940681"/>
                  </a:lnTo>
                  <a:lnTo>
                    <a:pt x="1022309" y="968783"/>
                  </a:lnTo>
                  <a:lnTo>
                    <a:pt x="996003" y="996003"/>
                  </a:lnTo>
                  <a:lnTo>
                    <a:pt x="968783" y="1022309"/>
                  </a:lnTo>
                  <a:lnTo>
                    <a:pt x="940681" y="1047670"/>
                  </a:lnTo>
                  <a:lnTo>
                    <a:pt x="911730" y="1072056"/>
                  </a:lnTo>
                  <a:lnTo>
                    <a:pt x="881963" y="1095441"/>
                  </a:lnTo>
                  <a:lnTo>
                    <a:pt x="851414" y="1117795"/>
                  </a:lnTo>
                  <a:lnTo>
                    <a:pt x="820121" y="1139093"/>
                  </a:lnTo>
                  <a:lnTo>
                    <a:pt x="788118" y="1159311"/>
                  </a:lnTo>
                  <a:lnTo>
                    <a:pt x="755444" y="1178424"/>
                  </a:lnTo>
                  <a:lnTo>
                    <a:pt x="722137" y="1196410"/>
                  </a:lnTo>
                  <a:lnTo>
                    <a:pt x="688235" y="1213249"/>
                  </a:lnTo>
                  <a:lnTo>
                    <a:pt x="653777" y="1228921"/>
                  </a:lnTo>
                  <a:lnTo>
                    <a:pt x="618805" y="1243407"/>
                  </a:lnTo>
                  <a:lnTo>
                    <a:pt x="583359" y="1256690"/>
                  </a:lnTo>
                  <a:lnTo>
                    <a:pt x="547479" y="1268756"/>
                  </a:lnTo>
                  <a:lnTo>
                    <a:pt x="511209" y="1279590"/>
                  </a:lnTo>
                  <a:lnTo>
                    <a:pt x="474590" y="1289179"/>
                  </a:lnTo>
                  <a:lnTo>
                    <a:pt x="437665" y="1297512"/>
                  </a:lnTo>
                  <a:lnTo>
                    <a:pt x="400477" y="1304579"/>
                  </a:lnTo>
                  <a:lnTo>
                    <a:pt x="363069" y="1310373"/>
                  </a:lnTo>
                  <a:lnTo>
                    <a:pt x="325485" y="1314887"/>
                  </a:lnTo>
                  <a:lnTo>
                    <a:pt x="287770" y="1318114"/>
                  </a:lnTo>
                  <a:lnTo>
                    <a:pt x="249966" y="1320052"/>
                  </a:lnTo>
                  <a:lnTo>
                    <a:pt x="212117" y="1320699"/>
                  </a:lnTo>
                  <a:lnTo>
                    <a:pt x="185762" y="1285732"/>
                  </a:lnTo>
                  <a:lnTo>
                    <a:pt x="161122" y="1250161"/>
                  </a:lnTo>
                  <a:lnTo>
                    <a:pt x="138211" y="1214047"/>
                  </a:lnTo>
                  <a:lnTo>
                    <a:pt x="117040" y="1177455"/>
                  </a:lnTo>
                  <a:lnTo>
                    <a:pt x="97619" y="1140449"/>
                  </a:lnTo>
                  <a:lnTo>
                    <a:pt x="79954" y="1103091"/>
                  </a:lnTo>
                  <a:lnTo>
                    <a:pt x="64051" y="1065446"/>
                  </a:lnTo>
                  <a:lnTo>
                    <a:pt x="49912" y="1027578"/>
                  </a:lnTo>
                  <a:lnTo>
                    <a:pt x="37539" y="989550"/>
                  </a:lnTo>
                  <a:lnTo>
                    <a:pt x="26930" y="951426"/>
                  </a:lnTo>
                  <a:lnTo>
                    <a:pt x="18082" y="913271"/>
                  </a:lnTo>
                  <a:lnTo>
                    <a:pt x="10990" y="875146"/>
                  </a:lnTo>
                  <a:lnTo>
                    <a:pt x="5646" y="837116"/>
                  </a:lnTo>
                  <a:lnTo>
                    <a:pt x="2041" y="799243"/>
                  </a:lnTo>
                  <a:lnTo>
                    <a:pt x="163" y="761588"/>
                  </a:lnTo>
                  <a:lnTo>
                    <a:pt x="0" y="724215"/>
                  </a:lnTo>
                  <a:lnTo>
                    <a:pt x="1535" y="687184"/>
                  </a:lnTo>
                  <a:lnTo>
                    <a:pt x="4751" y="650556"/>
                  </a:lnTo>
                  <a:lnTo>
                    <a:pt x="9630" y="614391"/>
                  </a:lnTo>
                  <a:lnTo>
                    <a:pt x="16149" y="578748"/>
                  </a:lnTo>
                  <a:lnTo>
                    <a:pt x="24286" y="543686"/>
                  </a:lnTo>
                  <a:lnTo>
                    <a:pt x="34016" y="509262"/>
                  </a:lnTo>
                  <a:lnTo>
                    <a:pt x="45311" y="475533"/>
                  </a:lnTo>
                  <a:lnTo>
                    <a:pt x="58144" y="442555"/>
                  </a:lnTo>
                  <a:lnTo>
                    <a:pt x="72483" y="410383"/>
                  </a:lnTo>
                  <a:lnTo>
                    <a:pt x="88296" y="379071"/>
                  </a:lnTo>
                  <a:lnTo>
                    <a:pt x="105550" y="348671"/>
                  </a:lnTo>
                  <a:lnTo>
                    <a:pt x="124208" y="319235"/>
                  </a:lnTo>
                  <a:lnTo>
                    <a:pt x="144233" y="290814"/>
                  </a:lnTo>
                  <a:lnTo>
                    <a:pt x="165588" y="263455"/>
                  </a:lnTo>
                  <a:lnTo>
                    <a:pt x="188229" y="237208"/>
                  </a:lnTo>
                  <a:lnTo>
                    <a:pt x="212117" y="212117"/>
                  </a:lnTo>
                  <a:lnTo>
                    <a:pt x="212117" y="212117"/>
                  </a:lnTo>
                  <a:lnTo>
                    <a:pt x="212117" y="212117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9434203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8325622" y="13031428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9109507" y="1270673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8357223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8357223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8357223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8357223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8357223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573338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48642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573338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8225184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9004962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9496295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8995864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8216085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7223160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98799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7232259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730924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681455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9840725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9840725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0168724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781433" y="10269915"/>
              <a:ext cx="1665671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 (n=2)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228542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1614268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1614268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1614268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1614268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1614268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732397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0367114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0732397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1060048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05827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10367271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11076103" y="11170562"/>
              <a:ext cx="1490337" cy="1892466"/>
            </a:xfrm>
            <a:custGeom>
              <a:avLst/>
              <a:pathLst>
                <a:path w="1490337" h="1892466">
                  <a:moveTo>
                    <a:pt x="538165" y="783885"/>
                  </a:moveTo>
                  <a:lnTo>
                    <a:pt x="539015" y="749252"/>
                  </a:lnTo>
                  <a:lnTo>
                    <a:pt x="541565" y="714682"/>
                  </a:lnTo>
                  <a:lnTo>
                    <a:pt x="545811" y="680237"/>
                  </a:lnTo>
                  <a:lnTo>
                    <a:pt x="551748" y="645980"/>
                  </a:lnTo>
                  <a:lnTo>
                    <a:pt x="559368" y="611972"/>
                  </a:lnTo>
                  <a:lnTo>
                    <a:pt x="568664" y="578276"/>
                  </a:lnTo>
                  <a:lnTo>
                    <a:pt x="579624" y="544953"/>
                  </a:lnTo>
                  <a:lnTo>
                    <a:pt x="592233" y="512065"/>
                  </a:lnTo>
                  <a:lnTo>
                    <a:pt x="606478" y="479672"/>
                  </a:lnTo>
                  <a:lnTo>
                    <a:pt x="622341" y="447835"/>
                  </a:lnTo>
                  <a:lnTo>
                    <a:pt x="639803" y="416614"/>
                  </a:lnTo>
                  <a:lnTo>
                    <a:pt x="658842" y="386068"/>
                  </a:lnTo>
                  <a:lnTo>
                    <a:pt x="679435" y="356254"/>
                  </a:lnTo>
                  <a:lnTo>
                    <a:pt x="701558" y="327232"/>
                  </a:lnTo>
                  <a:lnTo>
                    <a:pt x="725184" y="299058"/>
                  </a:lnTo>
                  <a:lnTo>
                    <a:pt x="750283" y="271787"/>
                  </a:lnTo>
                  <a:lnTo>
                    <a:pt x="776825" y="245476"/>
                  </a:lnTo>
                  <a:lnTo>
                    <a:pt x="804779" y="220178"/>
                  </a:lnTo>
                  <a:lnTo>
                    <a:pt x="834108" y="195947"/>
                  </a:lnTo>
                  <a:lnTo>
                    <a:pt x="864779" y="172834"/>
                  </a:lnTo>
                  <a:lnTo>
                    <a:pt x="896752" y="150891"/>
                  </a:lnTo>
                  <a:lnTo>
                    <a:pt x="929988" y="130167"/>
                  </a:lnTo>
                  <a:lnTo>
                    <a:pt x="964447" y="110712"/>
                  </a:lnTo>
                  <a:lnTo>
                    <a:pt x="1000086" y="92571"/>
                  </a:lnTo>
                  <a:lnTo>
                    <a:pt x="1036861" y="75792"/>
                  </a:lnTo>
                  <a:lnTo>
                    <a:pt x="1074725" y="60418"/>
                  </a:lnTo>
                  <a:lnTo>
                    <a:pt x="1113631" y="46493"/>
                  </a:lnTo>
                  <a:lnTo>
                    <a:pt x="1153532" y="34058"/>
                  </a:lnTo>
                  <a:lnTo>
                    <a:pt x="1194376" y="23154"/>
                  </a:lnTo>
                  <a:lnTo>
                    <a:pt x="1236113" y="13818"/>
                  </a:lnTo>
                  <a:lnTo>
                    <a:pt x="1278689" y="6088"/>
                  </a:lnTo>
                  <a:lnTo>
                    <a:pt x="1322050" y="0"/>
                  </a:lnTo>
                  <a:lnTo>
                    <a:pt x="1357312" y="58184"/>
                  </a:lnTo>
                  <a:lnTo>
                    <a:pt x="1388446" y="117732"/>
                  </a:lnTo>
                  <a:lnTo>
                    <a:pt x="1415419" y="178360"/>
                  </a:lnTo>
                  <a:lnTo>
                    <a:pt x="1438217" y="239785"/>
                  </a:lnTo>
                  <a:lnTo>
                    <a:pt x="1456842" y="301726"/>
                  </a:lnTo>
                  <a:lnTo>
                    <a:pt x="1471317" y="363907"/>
                  </a:lnTo>
                  <a:lnTo>
                    <a:pt x="1481684" y="426055"/>
                  </a:lnTo>
                  <a:lnTo>
                    <a:pt x="1487998" y="487905"/>
                  </a:lnTo>
                  <a:lnTo>
                    <a:pt x="1490337" y="549196"/>
                  </a:lnTo>
                  <a:lnTo>
                    <a:pt x="1488790" y="609676"/>
                  </a:lnTo>
                  <a:lnTo>
                    <a:pt x="1483465" y="669105"/>
                  </a:lnTo>
                  <a:lnTo>
                    <a:pt x="1474484" y="727248"/>
                  </a:lnTo>
                  <a:lnTo>
                    <a:pt x="1461983" y="783885"/>
                  </a:lnTo>
                  <a:lnTo>
                    <a:pt x="1446111" y="838806"/>
                  </a:lnTo>
                  <a:lnTo>
                    <a:pt x="1427029" y="891813"/>
                  </a:lnTo>
                  <a:lnTo>
                    <a:pt x="1404911" y="942722"/>
                  </a:lnTo>
                  <a:lnTo>
                    <a:pt x="1379940" y="991364"/>
                  </a:lnTo>
                  <a:lnTo>
                    <a:pt x="1352308" y="1037582"/>
                  </a:lnTo>
                  <a:lnTo>
                    <a:pt x="1322216" y="1081236"/>
                  </a:lnTo>
                  <a:lnTo>
                    <a:pt x="1289871" y="1122200"/>
                  </a:lnTo>
                  <a:lnTo>
                    <a:pt x="1255488" y="1160365"/>
                  </a:lnTo>
                  <a:lnTo>
                    <a:pt x="1219285" y="1195636"/>
                  </a:lnTo>
                  <a:lnTo>
                    <a:pt x="1181485" y="1227937"/>
                  </a:lnTo>
                  <a:lnTo>
                    <a:pt x="1142312" y="1257204"/>
                  </a:lnTo>
                  <a:lnTo>
                    <a:pt x="1101993" y="1283393"/>
                  </a:lnTo>
                  <a:lnTo>
                    <a:pt x="1060755" y="1306475"/>
                  </a:lnTo>
                  <a:lnTo>
                    <a:pt x="1018824" y="1326437"/>
                  </a:lnTo>
                  <a:lnTo>
                    <a:pt x="976423" y="1343280"/>
                  </a:lnTo>
                  <a:lnTo>
                    <a:pt x="933775" y="1357024"/>
                  </a:lnTo>
                  <a:lnTo>
                    <a:pt x="891095" y="1367702"/>
                  </a:lnTo>
                  <a:lnTo>
                    <a:pt x="848596" y="1375362"/>
                  </a:lnTo>
                  <a:lnTo>
                    <a:pt x="806484" y="1380066"/>
                  </a:lnTo>
                  <a:lnTo>
                    <a:pt x="764958" y="1381890"/>
                  </a:lnTo>
                  <a:lnTo>
                    <a:pt x="724210" y="1380923"/>
                  </a:lnTo>
                  <a:lnTo>
                    <a:pt x="684421" y="1377267"/>
                  </a:lnTo>
                  <a:lnTo>
                    <a:pt x="645764" y="1371036"/>
                  </a:lnTo>
                  <a:lnTo>
                    <a:pt x="608404" y="1362352"/>
                  </a:lnTo>
                  <a:lnTo>
                    <a:pt x="572490" y="1351351"/>
                  </a:lnTo>
                  <a:lnTo>
                    <a:pt x="538165" y="1338176"/>
                  </a:lnTo>
                  <a:lnTo>
                    <a:pt x="505556" y="1322978"/>
                  </a:lnTo>
                  <a:lnTo>
                    <a:pt x="474779" y="1305916"/>
                  </a:lnTo>
                  <a:lnTo>
                    <a:pt x="445937" y="1287157"/>
                  </a:lnTo>
                  <a:lnTo>
                    <a:pt x="419120" y="1266871"/>
                  </a:lnTo>
                  <a:lnTo>
                    <a:pt x="394403" y="1245233"/>
                  </a:lnTo>
                  <a:lnTo>
                    <a:pt x="371850" y="1222422"/>
                  </a:lnTo>
                  <a:lnTo>
                    <a:pt x="351508" y="1198619"/>
                  </a:lnTo>
                  <a:lnTo>
                    <a:pt x="333413" y="1174008"/>
                  </a:lnTo>
                  <a:lnTo>
                    <a:pt x="317584" y="1148771"/>
                  </a:lnTo>
                  <a:lnTo>
                    <a:pt x="304029" y="1123090"/>
                  </a:lnTo>
                  <a:lnTo>
                    <a:pt x="292740" y="1097146"/>
                  </a:lnTo>
                  <a:lnTo>
                    <a:pt x="283699" y="1071118"/>
                  </a:lnTo>
                  <a:lnTo>
                    <a:pt x="276870" y="1045180"/>
                  </a:lnTo>
                  <a:lnTo>
                    <a:pt x="272208" y="1019502"/>
                  </a:lnTo>
                  <a:lnTo>
                    <a:pt x="269655" y="994249"/>
                  </a:lnTo>
                  <a:lnTo>
                    <a:pt x="269140" y="969579"/>
                  </a:lnTo>
                  <a:lnTo>
                    <a:pt x="270582" y="945644"/>
                  </a:lnTo>
                  <a:lnTo>
                    <a:pt x="273888" y="922588"/>
                  </a:lnTo>
                  <a:lnTo>
                    <a:pt x="278956" y="900545"/>
                  </a:lnTo>
                  <a:lnTo>
                    <a:pt x="285674" y="879642"/>
                  </a:lnTo>
                  <a:lnTo>
                    <a:pt x="293922" y="859994"/>
                  </a:lnTo>
                  <a:lnTo>
                    <a:pt x="303572" y="841707"/>
                  </a:lnTo>
                  <a:lnTo>
                    <a:pt x="314489" y="824875"/>
                  </a:lnTo>
                  <a:lnTo>
                    <a:pt x="326531" y="809582"/>
                  </a:lnTo>
                  <a:lnTo>
                    <a:pt x="339552" y="795899"/>
                  </a:lnTo>
                  <a:lnTo>
                    <a:pt x="353401" y="783885"/>
                  </a:lnTo>
                  <a:lnTo>
                    <a:pt x="367925" y="773587"/>
                  </a:lnTo>
                  <a:lnTo>
                    <a:pt x="382966" y="765040"/>
                  </a:lnTo>
                  <a:lnTo>
                    <a:pt x="398367" y="758266"/>
                  </a:lnTo>
                  <a:lnTo>
                    <a:pt x="413969" y="753273"/>
                  </a:lnTo>
                  <a:lnTo>
                    <a:pt x="429613" y="750059"/>
                  </a:lnTo>
                  <a:lnTo>
                    <a:pt x="445142" y="748606"/>
                  </a:lnTo>
                  <a:lnTo>
                    <a:pt x="460402" y="748887"/>
                  </a:lnTo>
                  <a:lnTo>
                    <a:pt x="475242" y="750860"/>
                  </a:lnTo>
                  <a:lnTo>
                    <a:pt x="489514" y="754474"/>
                  </a:lnTo>
                  <a:lnTo>
                    <a:pt x="503075" y="759664"/>
                  </a:lnTo>
                  <a:lnTo>
                    <a:pt x="515789" y="766355"/>
                  </a:lnTo>
                  <a:lnTo>
                    <a:pt x="527527" y="774460"/>
                  </a:lnTo>
                  <a:lnTo>
                    <a:pt x="538165" y="783885"/>
                  </a:lnTo>
                  <a:lnTo>
                    <a:pt x="520672" y="768063"/>
                  </a:lnTo>
                  <a:lnTo>
                    <a:pt x="501637" y="754034"/>
                  </a:lnTo>
                  <a:lnTo>
                    <a:pt x="481198" y="741911"/>
                  </a:lnTo>
                  <a:lnTo>
                    <a:pt x="459500" y="731797"/>
                  </a:lnTo>
                  <a:lnTo>
                    <a:pt x="436694" y="723784"/>
                  </a:lnTo>
                  <a:lnTo>
                    <a:pt x="412939" y="717956"/>
                  </a:lnTo>
                  <a:lnTo>
                    <a:pt x="388397" y="714385"/>
                  </a:lnTo>
                  <a:lnTo>
                    <a:pt x="363237" y="713134"/>
                  </a:lnTo>
                  <a:lnTo>
                    <a:pt x="337629" y="714251"/>
                  </a:lnTo>
                  <a:lnTo>
                    <a:pt x="311750" y="717777"/>
                  </a:lnTo>
                  <a:lnTo>
                    <a:pt x="285778" y="723738"/>
                  </a:lnTo>
                  <a:lnTo>
                    <a:pt x="259891" y="732150"/>
                  </a:lnTo>
                  <a:lnTo>
                    <a:pt x="234272" y="743015"/>
                  </a:lnTo>
                  <a:lnTo>
                    <a:pt x="209101" y="756326"/>
                  </a:lnTo>
                  <a:lnTo>
                    <a:pt x="184560" y="772063"/>
                  </a:lnTo>
                  <a:lnTo>
                    <a:pt x="160828" y="790191"/>
                  </a:lnTo>
                  <a:lnTo>
                    <a:pt x="138084" y="810667"/>
                  </a:lnTo>
                  <a:lnTo>
                    <a:pt x="116503" y="833435"/>
                  </a:lnTo>
                  <a:lnTo>
                    <a:pt x="96258" y="858425"/>
                  </a:lnTo>
                  <a:lnTo>
                    <a:pt x="77516" y="885560"/>
                  </a:lnTo>
                  <a:lnTo>
                    <a:pt x="60441" y="914747"/>
                  </a:lnTo>
                  <a:lnTo>
                    <a:pt x="45191" y="945886"/>
                  </a:lnTo>
                  <a:lnTo>
                    <a:pt x="31917" y="978863"/>
                  </a:lnTo>
                  <a:lnTo>
                    <a:pt x="20765" y="1013556"/>
                  </a:lnTo>
                  <a:lnTo>
                    <a:pt x="11873" y="1049832"/>
                  </a:lnTo>
                  <a:lnTo>
                    <a:pt x="5368" y="1087551"/>
                  </a:lnTo>
                  <a:lnTo>
                    <a:pt x="1374" y="1126560"/>
                  </a:lnTo>
                  <a:lnTo>
                    <a:pt x="0" y="1166700"/>
                  </a:lnTo>
                  <a:lnTo>
                    <a:pt x="1348" y="1207805"/>
                  </a:lnTo>
                  <a:lnTo>
                    <a:pt x="5510" y="1249700"/>
                  </a:lnTo>
                  <a:lnTo>
                    <a:pt x="12567" y="1292204"/>
                  </a:lnTo>
                  <a:lnTo>
                    <a:pt x="22588" y="1335130"/>
                  </a:lnTo>
                  <a:lnTo>
                    <a:pt x="35630" y="1378286"/>
                  </a:lnTo>
                  <a:lnTo>
                    <a:pt x="51741" y="1421474"/>
                  </a:lnTo>
                  <a:lnTo>
                    <a:pt x="70953" y="1464494"/>
                  </a:lnTo>
                  <a:lnTo>
                    <a:pt x="93289" y="1507142"/>
                  </a:lnTo>
                  <a:lnTo>
                    <a:pt x="118755" y="1549211"/>
                  </a:lnTo>
                  <a:lnTo>
                    <a:pt x="147348" y="1590492"/>
                  </a:lnTo>
                  <a:lnTo>
                    <a:pt x="179051" y="1630778"/>
                  </a:lnTo>
                  <a:lnTo>
                    <a:pt x="213832" y="1669859"/>
                  </a:lnTo>
                  <a:lnTo>
                    <a:pt x="251649" y="1707527"/>
                  </a:lnTo>
                  <a:lnTo>
                    <a:pt x="292442" y="1743574"/>
                  </a:lnTo>
                  <a:lnTo>
                    <a:pt x="336144" y="1777795"/>
                  </a:lnTo>
                  <a:lnTo>
                    <a:pt x="382669" y="1809991"/>
                  </a:lnTo>
                  <a:lnTo>
                    <a:pt x="431923" y="1839962"/>
                  </a:lnTo>
                  <a:lnTo>
                    <a:pt x="483795" y="1867516"/>
                  </a:lnTo>
                  <a:lnTo>
                    <a:pt x="538165" y="1892466"/>
                  </a:lnTo>
                  <a:lnTo>
                    <a:pt x="564521" y="1857500"/>
                  </a:lnTo>
                  <a:lnTo>
                    <a:pt x="589161" y="1821928"/>
                  </a:lnTo>
                  <a:lnTo>
                    <a:pt x="612072" y="1785815"/>
                  </a:lnTo>
                  <a:lnTo>
                    <a:pt x="633242" y="1749223"/>
                  </a:lnTo>
                  <a:lnTo>
                    <a:pt x="652664" y="1712216"/>
                  </a:lnTo>
                  <a:lnTo>
                    <a:pt x="670328" y="1674858"/>
                  </a:lnTo>
                  <a:lnTo>
                    <a:pt x="686232" y="1637213"/>
                  </a:lnTo>
                  <a:lnTo>
                    <a:pt x="700370" y="1599345"/>
                  </a:lnTo>
                  <a:lnTo>
                    <a:pt x="712743" y="1561317"/>
                  </a:lnTo>
                  <a:lnTo>
                    <a:pt x="723352" y="1523194"/>
                  </a:lnTo>
                  <a:lnTo>
                    <a:pt x="732200" y="1485038"/>
                  </a:lnTo>
                  <a:lnTo>
                    <a:pt x="739293" y="1446914"/>
                  </a:lnTo>
                  <a:lnTo>
                    <a:pt x="744637" y="1408884"/>
                  </a:lnTo>
                  <a:lnTo>
                    <a:pt x="748242" y="1371010"/>
                  </a:lnTo>
                  <a:lnTo>
                    <a:pt x="750119" y="1333356"/>
                  </a:lnTo>
                  <a:lnTo>
                    <a:pt x="750283" y="1295983"/>
                  </a:lnTo>
                  <a:lnTo>
                    <a:pt x="748748" y="1258952"/>
                  </a:lnTo>
                  <a:lnTo>
                    <a:pt x="745531" y="1222324"/>
                  </a:lnTo>
                  <a:lnTo>
                    <a:pt x="740652" y="1186158"/>
                  </a:lnTo>
                  <a:lnTo>
                    <a:pt x="734133" y="1150515"/>
                  </a:lnTo>
                  <a:lnTo>
                    <a:pt x="725996" y="1115453"/>
                  </a:lnTo>
                  <a:lnTo>
                    <a:pt x="716266" y="1081029"/>
                  </a:lnTo>
                  <a:lnTo>
                    <a:pt x="704971" y="1047301"/>
                  </a:lnTo>
                  <a:lnTo>
                    <a:pt x="692139" y="1014323"/>
                  </a:lnTo>
                  <a:lnTo>
                    <a:pt x="677800" y="982151"/>
                  </a:lnTo>
                  <a:lnTo>
                    <a:pt x="661986" y="950839"/>
                  </a:lnTo>
                  <a:lnTo>
                    <a:pt x="644733" y="920439"/>
                  </a:lnTo>
                  <a:lnTo>
                    <a:pt x="626075" y="891003"/>
                  </a:lnTo>
                  <a:lnTo>
                    <a:pt x="606049" y="862581"/>
                  </a:lnTo>
                  <a:lnTo>
                    <a:pt x="584695" y="835223"/>
                  </a:lnTo>
                  <a:lnTo>
                    <a:pt x="562053" y="808975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1402151" y="11170562"/>
              <a:ext cx="996003" cy="1892466"/>
            </a:xfrm>
            <a:custGeom>
              <a:avLst/>
              <a:pathLst>
                <a:path w="996003" h="1892466">
                  <a:moveTo>
                    <a:pt x="212117" y="783885"/>
                  </a:moveTo>
                  <a:lnTo>
                    <a:pt x="212968" y="749252"/>
                  </a:lnTo>
                  <a:lnTo>
                    <a:pt x="215517" y="714682"/>
                  </a:lnTo>
                  <a:lnTo>
                    <a:pt x="219763" y="680237"/>
                  </a:lnTo>
                  <a:lnTo>
                    <a:pt x="225700" y="645980"/>
                  </a:lnTo>
                  <a:lnTo>
                    <a:pt x="233321" y="611972"/>
                  </a:lnTo>
                  <a:lnTo>
                    <a:pt x="242617" y="578276"/>
                  </a:lnTo>
                  <a:lnTo>
                    <a:pt x="253576" y="544953"/>
                  </a:lnTo>
                  <a:lnTo>
                    <a:pt x="266186" y="512065"/>
                  </a:lnTo>
                  <a:lnTo>
                    <a:pt x="280431" y="479672"/>
                  </a:lnTo>
                  <a:lnTo>
                    <a:pt x="296293" y="447835"/>
                  </a:lnTo>
                  <a:lnTo>
                    <a:pt x="313755" y="416614"/>
                  </a:lnTo>
                  <a:lnTo>
                    <a:pt x="332794" y="386068"/>
                  </a:lnTo>
                  <a:lnTo>
                    <a:pt x="353387" y="356254"/>
                  </a:lnTo>
                  <a:lnTo>
                    <a:pt x="375510" y="327232"/>
                  </a:lnTo>
                  <a:lnTo>
                    <a:pt x="399136" y="299058"/>
                  </a:lnTo>
                  <a:lnTo>
                    <a:pt x="424235" y="271787"/>
                  </a:lnTo>
                  <a:lnTo>
                    <a:pt x="450778" y="245476"/>
                  </a:lnTo>
                  <a:lnTo>
                    <a:pt x="478731" y="220178"/>
                  </a:lnTo>
                  <a:lnTo>
                    <a:pt x="508061" y="195947"/>
                  </a:lnTo>
                  <a:lnTo>
                    <a:pt x="538731" y="172834"/>
                  </a:lnTo>
                  <a:lnTo>
                    <a:pt x="570704" y="150891"/>
                  </a:lnTo>
                  <a:lnTo>
                    <a:pt x="603941" y="130167"/>
                  </a:lnTo>
                  <a:lnTo>
                    <a:pt x="638400" y="110712"/>
                  </a:lnTo>
                  <a:lnTo>
                    <a:pt x="674038" y="92571"/>
                  </a:lnTo>
                  <a:lnTo>
                    <a:pt x="710813" y="75792"/>
                  </a:lnTo>
                  <a:lnTo>
                    <a:pt x="748677" y="60418"/>
                  </a:lnTo>
                  <a:lnTo>
                    <a:pt x="787584" y="46493"/>
                  </a:lnTo>
                  <a:lnTo>
                    <a:pt x="827484" y="34058"/>
                  </a:lnTo>
                  <a:lnTo>
                    <a:pt x="868329" y="23154"/>
                  </a:lnTo>
                  <a:lnTo>
                    <a:pt x="910065" y="13818"/>
                  </a:lnTo>
                  <a:lnTo>
                    <a:pt x="952641" y="6088"/>
                  </a:lnTo>
                  <a:lnTo>
                    <a:pt x="996003" y="0"/>
                  </a:lnTo>
                  <a:lnTo>
                    <a:pt x="989914" y="43361"/>
                  </a:lnTo>
                  <a:lnTo>
                    <a:pt x="982184" y="85937"/>
                  </a:lnTo>
                  <a:lnTo>
                    <a:pt x="972849" y="127674"/>
                  </a:lnTo>
                  <a:lnTo>
                    <a:pt x="961944" y="168518"/>
                  </a:lnTo>
                  <a:lnTo>
                    <a:pt x="949509" y="208418"/>
                  </a:lnTo>
                  <a:lnTo>
                    <a:pt x="935584" y="247325"/>
                  </a:lnTo>
                  <a:lnTo>
                    <a:pt x="920211" y="285189"/>
                  </a:lnTo>
                  <a:lnTo>
                    <a:pt x="903431" y="321964"/>
                  </a:lnTo>
                  <a:lnTo>
                    <a:pt x="885291" y="357603"/>
                  </a:lnTo>
                  <a:lnTo>
                    <a:pt x="865835" y="392062"/>
                  </a:lnTo>
                  <a:lnTo>
                    <a:pt x="845111" y="425298"/>
                  </a:lnTo>
                  <a:lnTo>
                    <a:pt x="823168" y="457271"/>
                  </a:lnTo>
                  <a:lnTo>
                    <a:pt x="800056" y="487942"/>
                  </a:lnTo>
                  <a:lnTo>
                    <a:pt x="775824" y="517271"/>
                  </a:lnTo>
                  <a:lnTo>
                    <a:pt x="750526" y="545225"/>
                  </a:lnTo>
                  <a:lnTo>
                    <a:pt x="724215" y="571767"/>
                  </a:lnTo>
                  <a:lnTo>
                    <a:pt x="696945" y="596866"/>
                  </a:lnTo>
                  <a:lnTo>
                    <a:pt x="668770" y="620492"/>
                  </a:lnTo>
                  <a:lnTo>
                    <a:pt x="639748" y="642615"/>
                  </a:lnTo>
                  <a:lnTo>
                    <a:pt x="609935" y="663208"/>
                  </a:lnTo>
                  <a:lnTo>
                    <a:pt x="579388" y="682247"/>
                  </a:lnTo>
                  <a:lnTo>
                    <a:pt x="548167" y="699709"/>
                  </a:lnTo>
                  <a:lnTo>
                    <a:pt x="516330" y="715572"/>
                  </a:lnTo>
                  <a:lnTo>
                    <a:pt x="483937" y="729817"/>
                  </a:lnTo>
                  <a:lnTo>
                    <a:pt x="451049" y="742426"/>
                  </a:lnTo>
                  <a:lnTo>
                    <a:pt x="417727" y="753386"/>
                  </a:lnTo>
                  <a:lnTo>
                    <a:pt x="384031" y="762681"/>
                  </a:lnTo>
                  <a:lnTo>
                    <a:pt x="350023" y="770302"/>
                  </a:lnTo>
                  <a:lnTo>
                    <a:pt x="315765" y="776239"/>
                  </a:lnTo>
                  <a:lnTo>
                    <a:pt x="281320" y="780485"/>
                  </a:lnTo>
                  <a:lnTo>
                    <a:pt x="246750" y="783035"/>
                  </a:lnTo>
                  <a:lnTo>
                    <a:pt x="212117" y="783885"/>
                  </a:lnTo>
                  <a:lnTo>
                    <a:pt x="212117" y="783885"/>
                  </a:lnTo>
                  <a:lnTo>
                    <a:pt x="236005" y="808975"/>
                  </a:lnTo>
                  <a:lnTo>
                    <a:pt x="258647" y="835223"/>
                  </a:lnTo>
                  <a:lnTo>
                    <a:pt x="280001" y="862581"/>
                  </a:lnTo>
                  <a:lnTo>
                    <a:pt x="300027" y="891003"/>
                  </a:lnTo>
                  <a:lnTo>
                    <a:pt x="318685" y="920439"/>
                  </a:lnTo>
                  <a:lnTo>
                    <a:pt x="335939" y="950839"/>
                  </a:lnTo>
                  <a:lnTo>
                    <a:pt x="351752" y="982151"/>
                  </a:lnTo>
                  <a:lnTo>
                    <a:pt x="366091" y="1014323"/>
                  </a:lnTo>
                  <a:lnTo>
                    <a:pt x="378923" y="1047301"/>
                  </a:lnTo>
                  <a:lnTo>
                    <a:pt x="390219" y="1081029"/>
                  </a:lnTo>
                  <a:lnTo>
                    <a:pt x="399948" y="1115453"/>
                  </a:lnTo>
                  <a:lnTo>
                    <a:pt x="408085" y="1150515"/>
                  </a:lnTo>
                  <a:lnTo>
                    <a:pt x="414605" y="1186158"/>
                  </a:lnTo>
                  <a:lnTo>
                    <a:pt x="419483" y="1222324"/>
                  </a:lnTo>
                  <a:lnTo>
                    <a:pt x="422700" y="1258952"/>
                  </a:lnTo>
                  <a:lnTo>
                    <a:pt x="424235" y="1295983"/>
                  </a:lnTo>
                  <a:lnTo>
                    <a:pt x="424072" y="1333356"/>
                  </a:lnTo>
                  <a:lnTo>
                    <a:pt x="422194" y="1371010"/>
                  </a:lnTo>
                  <a:lnTo>
                    <a:pt x="418589" y="1408884"/>
                  </a:lnTo>
                  <a:lnTo>
                    <a:pt x="413245" y="1446914"/>
                  </a:lnTo>
                  <a:lnTo>
                    <a:pt x="406153" y="1485038"/>
                  </a:lnTo>
                  <a:lnTo>
                    <a:pt x="397305" y="1523194"/>
                  </a:lnTo>
                  <a:lnTo>
                    <a:pt x="386696" y="1561317"/>
                  </a:lnTo>
                  <a:lnTo>
                    <a:pt x="374322" y="1599345"/>
                  </a:lnTo>
                  <a:lnTo>
                    <a:pt x="360184" y="1637213"/>
                  </a:lnTo>
                  <a:lnTo>
                    <a:pt x="344281" y="1674858"/>
                  </a:lnTo>
                  <a:lnTo>
                    <a:pt x="326616" y="1712216"/>
                  </a:lnTo>
                  <a:lnTo>
                    <a:pt x="307195" y="1749223"/>
                  </a:lnTo>
                  <a:lnTo>
                    <a:pt x="286024" y="1785815"/>
                  </a:lnTo>
                  <a:lnTo>
                    <a:pt x="263113" y="1821928"/>
                  </a:lnTo>
                  <a:lnTo>
                    <a:pt x="238473" y="1857500"/>
                  </a:lnTo>
                  <a:lnTo>
                    <a:pt x="212117" y="1892466"/>
                  </a:lnTo>
                  <a:lnTo>
                    <a:pt x="185762" y="1857500"/>
                  </a:lnTo>
                  <a:lnTo>
                    <a:pt x="161122" y="1821928"/>
                  </a:lnTo>
                  <a:lnTo>
                    <a:pt x="138211" y="1785815"/>
                  </a:lnTo>
                  <a:lnTo>
                    <a:pt x="117040" y="1749223"/>
                  </a:lnTo>
                  <a:lnTo>
                    <a:pt x="97619" y="1712216"/>
                  </a:lnTo>
                  <a:lnTo>
                    <a:pt x="79954" y="1674858"/>
                  </a:lnTo>
                  <a:lnTo>
                    <a:pt x="64051" y="1637213"/>
                  </a:lnTo>
                  <a:lnTo>
                    <a:pt x="49912" y="1599345"/>
                  </a:lnTo>
                  <a:lnTo>
                    <a:pt x="37539" y="1561317"/>
                  </a:lnTo>
                  <a:lnTo>
                    <a:pt x="26930" y="1523194"/>
                  </a:lnTo>
                  <a:lnTo>
                    <a:pt x="18082" y="1485038"/>
                  </a:lnTo>
                  <a:lnTo>
                    <a:pt x="10990" y="1446914"/>
                  </a:lnTo>
                  <a:lnTo>
                    <a:pt x="5646" y="1408884"/>
                  </a:lnTo>
                  <a:lnTo>
                    <a:pt x="2041" y="1371010"/>
                  </a:lnTo>
                  <a:lnTo>
                    <a:pt x="163" y="1333356"/>
                  </a:lnTo>
                  <a:lnTo>
                    <a:pt x="0" y="1295983"/>
                  </a:lnTo>
                  <a:lnTo>
                    <a:pt x="1535" y="1258952"/>
                  </a:lnTo>
                  <a:lnTo>
                    <a:pt x="4751" y="1222324"/>
                  </a:lnTo>
                  <a:lnTo>
                    <a:pt x="9630" y="1186158"/>
                  </a:lnTo>
                  <a:lnTo>
                    <a:pt x="16149" y="1150515"/>
                  </a:lnTo>
                  <a:lnTo>
                    <a:pt x="24286" y="1115453"/>
                  </a:lnTo>
                  <a:lnTo>
                    <a:pt x="34016" y="1081029"/>
                  </a:lnTo>
                  <a:lnTo>
                    <a:pt x="45311" y="1047301"/>
                  </a:lnTo>
                  <a:lnTo>
                    <a:pt x="58144" y="1014323"/>
                  </a:lnTo>
                  <a:lnTo>
                    <a:pt x="72483" y="982151"/>
                  </a:lnTo>
                  <a:lnTo>
                    <a:pt x="88296" y="950839"/>
                  </a:lnTo>
                  <a:lnTo>
                    <a:pt x="105550" y="920439"/>
                  </a:lnTo>
                  <a:lnTo>
                    <a:pt x="124208" y="891003"/>
                  </a:lnTo>
                  <a:lnTo>
                    <a:pt x="144233" y="862581"/>
                  </a:lnTo>
                  <a:lnTo>
                    <a:pt x="165588" y="835223"/>
                  </a:lnTo>
                  <a:lnTo>
                    <a:pt x="188229" y="808975"/>
                  </a:lnTo>
                  <a:lnTo>
                    <a:pt x="212117" y="783885"/>
                  </a:lnTo>
                  <a:lnTo>
                    <a:pt x="212117" y="783885"/>
                  </a:lnTo>
                  <a:lnTo>
                    <a:pt x="212117" y="783885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2366553" y="11138961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1582667" y="13031428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1614268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11614268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11614268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11614268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11614268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10830383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10505687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0830383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11482229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2262007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2753340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2252909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1473131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0480206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0245042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0489304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987969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938500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2026-05-11T10:28:33Z</dcterms:modified>
  <cp:category/>
</cp:coreProperties>
</file>