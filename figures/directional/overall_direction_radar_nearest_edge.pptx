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0515600" cy="7315200"/>
            <a:chOff x="0" y="0"/>
            <a:chExt cx="1051560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05156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238934"/>
              <a:ext cx="10515600" cy="68373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75915" y="539222"/>
              <a:ext cx="8076409" cy="646112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tx6"/>
            <p:cNvSpPr/>
            <p:nvPr/>
          </p:nvSpPr>
          <p:spPr>
            <a:xfrm>
              <a:off x="1618025" y="5721126"/>
              <a:ext cx="50593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1054737" y="3730970"/>
              <a:ext cx="2448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1636131" y="1740813"/>
              <a:ext cx="48783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" name="pl9"/>
            <p:cNvSpPr/>
            <p:nvPr/>
          </p:nvSpPr>
          <p:spPr>
            <a:xfrm>
              <a:off x="3869389" y="3525049"/>
              <a:ext cx="489469" cy="489474"/>
            </a:xfrm>
            <a:custGeom>
              <a:avLst/>
              <a:pathLst>
                <a:path w="489469" h="489474">
                  <a:moveTo>
                    <a:pt x="489469" y="244737"/>
                  </a:moveTo>
                  <a:lnTo>
                    <a:pt x="489432" y="240454"/>
                  </a:lnTo>
                  <a:lnTo>
                    <a:pt x="489320" y="236172"/>
                  </a:lnTo>
                  <a:lnTo>
                    <a:pt x="489132" y="231892"/>
                  </a:lnTo>
                  <a:lnTo>
                    <a:pt x="488870" y="227617"/>
                  </a:lnTo>
                  <a:lnTo>
                    <a:pt x="488533" y="223347"/>
                  </a:lnTo>
                  <a:lnTo>
                    <a:pt x="488121" y="219084"/>
                  </a:lnTo>
                  <a:lnTo>
                    <a:pt x="487635" y="214828"/>
                  </a:lnTo>
                  <a:lnTo>
                    <a:pt x="487074" y="210581"/>
                  </a:lnTo>
                  <a:lnTo>
                    <a:pt x="486440" y="206345"/>
                  </a:lnTo>
                  <a:lnTo>
                    <a:pt x="485731" y="202121"/>
                  </a:lnTo>
                  <a:lnTo>
                    <a:pt x="484948" y="197910"/>
                  </a:lnTo>
                  <a:lnTo>
                    <a:pt x="484092" y="193713"/>
                  </a:lnTo>
                  <a:lnTo>
                    <a:pt x="483162" y="189532"/>
                  </a:lnTo>
                  <a:lnTo>
                    <a:pt x="482159" y="185367"/>
                  </a:lnTo>
                  <a:lnTo>
                    <a:pt x="481084" y="181221"/>
                  </a:lnTo>
                  <a:lnTo>
                    <a:pt x="479936" y="177094"/>
                  </a:lnTo>
                  <a:lnTo>
                    <a:pt x="478716" y="172988"/>
                  </a:lnTo>
                  <a:lnTo>
                    <a:pt x="477425" y="168904"/>
                  </a:lnTo>
                  <a:lnTo>
                    <a:pt x="476062" y="164844"/>
                  </a:lnTo>
                  <a:lnTo>
                    <a:pt x="474628" y="160807"/>
                  </a:lnTo>
                  <a:lnTo>
                    <a:pt x="473124" y="156797"/>
                  </a:lnTo>
                  <a:lnTo>
                    <a:pt x="471550" y="152813"/>
                  </a:lnTo>
                  <a:lnTo>
                    <a:pt x="469907" y="148858"/>
                  </a:lnTo>
                  <a:lnTo>
                    <a:pt x="468194" y="144931"/>
                  </a:lnTo>
                  <a:lnTo>
                    <a:pt x="466413" y="141036"/>
                  </a:lnTo>
                  <a:lnTo>
                    <a:pt x="464565" y="137172"/>
                  </a:lnTo>
                  <a:lnTo>
                    <a:pt x="462648" y="133341"/>
                  </a:lnTo>
                  <a:lnTo>
                    <a:pt x="460665" y="129544"/>
                  </a:lnTo>
                  <a:lnTo>
                    <a:pt x="458616" y="125783"/>
                  </a:lnTo>
                  <a:lnTo>
                    <a:pt x="456502" y="122058"/>
                  </a:lnTo>
                  <a:lnTo>
                    <a:pt x="454322" y="118371"/>
                  </a:lnTo>
                  <a:lnTo>
                    <a:pt x="452079" y="114722"/>
                  </a:lnTo>
                  <a:lnTo>
                    <a:pt x="449772" y="111113"/>
                  </a:lnTo>
                  <a:lnTo>
                    <a:pt x="447402" y="107545"/>
                  </a:lnTo>
                  <a:lnTo>
                    <a:pt x="444970" y="104019"/>
                  </a:lnTo>
                  <a:lnTo>
                    <a:pt x="442476" y="100536"/>
                  </a:lnTo>
                  <a:lnTo>
                    <a:pt x="439922" y="97097"/>
                  </a:lnTo>
                  <a:lnTo>
                    <a:pt x="437309" y="93704"/>
                  </a:lnTo>
                  <a:lnTo>
                    <a:pt x="434636" y="90357"/>
                  </a:lnTo>
                  <a:lnTo>
                    <a:pt x="431905" y="87057"/>
                  </a:lnTo>
                  <a:lnTo>
                    <a:pt x="429117" y="83805"/>
                  </a:lnTo>
                  <a:lnTo>
                    <a:pt x="426272" y="80603"/>
                  </a:lnTo>
                  <a:lnTo>
                    <a:pt x="423372" y="77451"/>
                  </a:lnTo>
                  <a:lnTo>
                    <a:pt x="420417" y="74350"/>
                  </a:lnTo>
                  <a:lnTo>
                    <a:pt x="417408" y="71302"/>
                  </a:lnTo>
                  <a:lnTo>
                    <a:pt x="414346" y="68306"/>
                  </a:lnTo>
                  <a:lnTo>
                    <a:pt x="411232" y="65365"/>
                  </a:lnTo>
                  <a:lnTo>
                    <a:pt x="408068" y="62478"/>
                  </a:lnTo>
                  <a:lnTo>
                    <a:pt x="404853" y="59647"/>
                  </a:lnTo>
                  <a:lnTo>
                    <a:pt x="401589" y="56874"/>
                  </a:lnTo>
                  <a:lnTo>
                    <a:pt x="398277" y="54157"/>
                  </a:lnTo>
                  <a:lnTo>
                    <a:pt x="394919" y="51499"/>
                  </a:lnTo>
                  <a:lnTo>
                    <a:pt x="391514" y="48900"/>
                  </a:lnTo>
                  <a:lnTo>
                    <a:pt x="388064" y="46361"/>
                  </a:lnTo>
                  <a:lnTo>
                    <a:pt x="384570" y="43883"/>
                  </a:lnTo>
                  <a:lnTo>
                    <a:pt x="381034" y="41467"/>
                  </a:lnTo>
                  <a:lnTo>
                    <a:pt x="377455" y="39112"/>
                  </a:lnTo>
                  <a:lnTo>
                    <a:pt x="373836" y="36821"/>
                  </a:lnTo>
                  <a:lnTo>
                    <a:pt x="370178" y="34593"/>
                  </a:lnTo>
                  <a:lnTo>
                    <a:pt x="366481" y="32430"/>
                  </a:lnTo>
                  <a:lnTo>
                    <a:pt x="362747" y="30332"/>
                  </a:lnTo>
                  <a:lnTo>
                    <a:pt x="358976" y="28299"/>
                  </a:lnTo>
                  <a:lnTo>
                    <a:pt x="355171" y="26333"/>
                  </a:lnTo>
                  <a:lnTo>
                    <a:pt x="351332" y="24434"/>
                  </a:lnTo>
                  <a:lnTo>
                    <a:pt x="347460" y="22602"/>
                  </a:lnTo>
                  <a:lnTo>
                    <a:pt x="343556" y="20838"/>
                  </a:lnTo>
                  <a:lnTo>
                    <a:pt x="339623" y="19142"/>
                  </a:lnTo>
                  <a:lnTo>
                    <a:pt x="335660" y="17516"/>
                  </a:lnTo>
                  <a:lnTo>
                    <a:pt x="331670" y="15960"/>
                  </a:lnTo>
                  <a:lnTo>
                    <a:pt x="327653" y="14473"/>
                  </a:lnTo>
                  <a:lnTo>
                    <a:pt x="323610" y="13057"/>
                  </a:lnTo>
                  <a:lnTo>
                    <a:pt x="319543" y="11712"/>
                  </a:lnTo>
                  <a:lnTo>
                    <a:pt x="315454" y="10439"/>
                  </a:lnTo>
                  <a:lnTo>
                    <a:pt x="311342" y="9237"/>
                  </a:lnTo>
                  <a:lnTo>
                    <a:pt x="307211" y="8107"/>
                  </a:lnTo>
                  <a:lnTo>
                    <a:pt x="303060" y="7050"/>
                  </a:lnTo>
                  <a:lnTo>
                    <a:pt x="298891" y="6065"/>
                  </a:lnTo>
                  <a:lnTo>
                    <a:pt x="294706" y="5154"/>
                  </a:lnTo>
                  <a:lnTo>
                    <a:pt x="290505" y="4316"/>
                  </a:lnTo>
                  <a:lnTo>
                    <a:pt x="286291" y="3552"/>
                  </a:lnTo>
                  <a:lnTo>
                    <a:pt x="282063" y="2861"/>
                  </a:lnTo>
                  <a:lnTo>
                    <a:pt x="277825" y="2245"/>
                  </a:lnTo>
                  <a:lnTo>
                    <a:pt x="273576" y="1703"/>
                  </a:lnTo>
                  <a:lnTo>
                    <a:pt x="269318" y="1235"/>
                  </a:lnTo>
                  <a:lnTo>
                    <a:pt x="265053" y="842"/>
                  </a:lnTo>
                  <a:lnTo>
                    <a:pt x="260781" y="524"/>
                  </a:lnTo>
                  <a:lnTo>
                    <a:pt x="256505" y="281"/>
                  </a:lnTo>
                  <a:lnTo>
                    <a:pt x="252225" y="112"/>
                  </a:lnTo>
                  <a:lnTo>
                    <a:pt x="247942" y="18"/>
                  </a:lnTo>
                  <a:lnTo>
                    <a:pt x="243659" y="0"/>
                  </a:lnTo>
                  <a:lnTo>
                    <a:pt x="239376" y="56"/>
                  </a:lnTo>
                  <a:lnTo>
                    <a:pt x="235095" y="187"/>
                  </a:lnTo>
                  <a:lnTo>
                    <a:pt x="230816" y="393"/>
                  </a:lnTo>
                  <a:lnTo>
                    <a:pt x="226542" y="674"/>
                  </a:lnTo>
                  <a:lnTo>
                    <a:pt x="222274" y="1030"/>
                  </a:lnTo>
                  <a:lnTo>
                    <a:pt x="218012" y="1460"/>
                  </a:lnTo>
                  <a:lnTo>
                    <a:pt x="213758" y="1965"/>
                  </a:lnTo>
                  <a:lnTo>
                    <a:pt x="209514" y="2544"/>
                  </a:lnTo>
                  <a:lnTo>
                    <a:pt x="205281" y="3197"/>
                  </a:lnTo>
                  <a:lnTo>
                    <a:pt x="201060" y="3925"/>
                  </a:lnTo>
                  <a:lnTo>
                    <a:pt x="196852" y="4726"/>
                  </a:lnTo>
                  <a:lnTo>
                    <a:pt x="192659" y="5601"/>
                  </a:lnTo>
                  <a:lnTo>
                    <a:pt x="188482" y="6548"/>
                  </a:lnTo>
                  <a:lnTo>
                    <a:pt x="184322" y="7569"/>
                  </a:lnTo>
                  <a:lnTo>
                    <a:pt x="180181" y="8663"/>
                  </a:lnTo>
                  <a:lnTo>
                    <a:pt x="176059" y="9829"/>
                  </a:lnTo>
                  <a:lnTo>
                    <a:pt x="171958" y="11067"/>
                  </a:lnTo>
                  <a:lnTo>
                    <a:pt x="167880" y="12376"/>
                  </a:lnTo>
                  <a:lnTo>
                    <a:pt x="163825" y="13756"/>
                  </a:lnTo>
                  <a:lnTo>
                    <a:pt x="159795" y="15208"/>
                  </a:lnTo>
                  <a:lnTo>
                    <a:pt x="155791" y="16729"/>
                  </a:lnTo>
                  <a:lnTo>
                    <a:pt x="151814" y="18321"/>
                  </a:lnTo>
                  <a:lnTo>
                    <a:pt x="147866" y="19982"/>
                  </a:lnTo>
                  <a:lnTo>
                    <a:pt x="143948" y="21711"/>
                  </a:lnTo>
                  <a:lnTo>
                    <a:pt x="140060" y="23509"/>
                  </a:lnTo>
                  <a:lnTo>
                    <a:pt x="136204" y="25375"/>
                  </a:lnTo>
                  <a:lnTo>
                    <a:pt x="132382" y="27308"/>
                  </a:lnTo>
                  <a:lnTo>
                    <a:pt x="128594" y="29307"/>
                  </a:lnTo>
                  <a:lnTo>
                    <a:pt x="124841" y="31373"/>
                  </a:lnTo>
                  <a:lnTo>
                    <a:pt x="121126" y="33504"/>
                  </a:lnTo>
                  <a:lnTo>
                    <a:pt x="117448" y="35699"/>
                  </a:lnTo>
                  <a:lnTo>
                    <a:pt x="113809" y="37959"/>
                  </a:lnTo>
                  <a:lnTo>
                    <a:pt x="110210" y="40282"/>
                  </a:lnTo>
                  <a:lnTo>
                    <a:pt x="106652" y="42667"/>
                  </a:lnTo>
                  <a:lnTo>
                    <a:pt x="103137" y="45115"/>
                  </a:lnTo>
                  <a:lnTo>
                    <a:pt x="99665" y="47623"/>
                  </a:lnTo>
                  <a:lnTo>
                    <a:pt x="96238" y="50192"/>
                  </a:lnTo>
                  <a:lnTo>
                    <a:pt x="92856" y="52821"/>
                  </a:lnTo>
                  <a:lnTo>
                    <a:pt x="89520" y="55508"/>
                  </a:lnTo>
                  <a:lnTo>
                    <a:pt x="86232" y="58253"/>
                  </a:lnTo>
                  <a:lnTo>
                    <a:pt x="82993" y="61056"/>
                  </a:lnTo>
                  <a:lnTo>
                    <a:pt x="79803" y="63914"/>
                  </a:lnTo>
                  <a:lnTo>
                    <a:pt x="76664" y="66829"/>
                  </a:lnTo>
                  <a:lnTo>
                    <a:pt x="73576" y="69797"/>
                  </a:lnTo>
                  <a:lnTo>
                    <a:pt x="70541" y="72819"/>
                  </a:lnTo>
                  <a:lnTo>
                    <a:pt x="67559" y="75894"/>
                  </a:lnTo>
                  <a:lnTo>
                    <a:pt x="64631" y="79021"/>
                  </a:lnTo>
                  <a:lnTo>
                    <a:pt x="61758" y="82198"/>
                  </a:lnTo>
                  <a:lnTo>
                    <a:pt x="58942" y="85425"/>
                  </a:lnTo>
                  <a:lnTo>
                    <a:pt x="56182" y="88701"/>
                  </a:lnTo>
                  <a:lnTo>
                    <a:pt x="53480" y="92025"/>
                  </a:lnTo>
                  <a:lnTo>
                    <a:pt x="50837" y="95395"/>
                  </a:lnTo>
                  <a:lnTo>
                    <a:pt x="48253" y="98811"/>
                  </a:lnTo>
                  <a:lnTo>
                    <a:pt x="45729" y="102272"/>
                  </a:lnTo>
                  <a:lnTo>
                    <a:pt x="43266" y="105777"/>
                  </a:lnTo>
                  <a:lnTo>
                    <a:pt x="40865" y="109324"/>
                  </a:lnTo>
                  <a:lnTo>
                    <a:pt x="38526" y="112912"/>
                  </a:lnTo>
                  <a:lnTo>
                    <a:pt x="36251" y="116541"/>
                  </a:lnTo>
                  <a:lnTo>
                    <a:pt x="34039" y="120210"/>
                  </a:lnTo>
                  <a:lnTo>
                    <a:pt x="31892" y="123916"/>
                  </a:lnTo>
                  <a:lnTo>
                    <a:pt x="29810" y="127659"/>
                  </a:lnTo>
                  <a:lnTo>
                    <a:pt x="27794" y="131438"/>
                  </a:lnTo>
                  <a:lnTo>
                    <a:pt x="25845" y="135252"/>
                  </a:lnTo>
                  <a:lnTo>
                    <a:pt x="23962" y="139100"/>
                  </a:lnTo>
                  <a:lnTo>
                    <a:pt x="22147" y="142980"/>
                  </a:lnTo>
                  <a:lnTo>
                    <a:pt x="20400" y="146891"/>
                  </a:lnTo>
                  <a:lnTo>
                    <a:pt x="18722" y="150832"/>
                  </a:lnTo>
                  <a:lnTo>
                    <a:pt x="17114" y="154801"/>
                  </a:lnTo>
                  <a:lnTo>
                    <a:pt x="15574" y="158799"/>
                  </a:lnTo>
                  <a:lnTo>
                    <a:pt x="14106" y="162822"/>
                  </a:lnTo>
                  <a:lnTo>
                    <a:pt x="12707" y="166871"/>
                  </a:lnTo>
                  <a:lnTo>
                    <a:pt x="11380" y="170944"/>
                  </a:lnTo>
                  <a:lnTo>
                    <a:pt x="10124" y="175039"/>
                  </a:lnTo>
                  <a:lnTo>
                    <a:pt x="8941" y="179155"/>
                  </a:lnTo>
                  <a:lnTo>
                    <a:pt x="7829" y="183292"/>
                  </a:lnTo>
                  <a:lnTo>
                    <a:pt x="6790" y="187447"/>
                  </a:lnTo>
                  <a:lnTo>
                    <a:pt x="5824" y="191620"/>
                  </a:lnTo>
                  <a:lnTo>
                    <a:pt x="4931" y="195810"/>
                  </a:lnTo>
                  <a:lnTo>
                    <a:pt x="4111" y="200014"/>
                  </a:lnTo>
                  <a:lnTo>
                    <a:pt x="3365" y="204232"/>
                  </a:lnTo>
                  <a:lnTo>
                    <a:pt x="2693" y="208462"/>
                  </a:lnTo>
                  <a:lnTo>
                    <a:pt x="2096" y="212703"/>
                  </a:lnTo>
                  <a:lnTo>
                    <a:pt x="1572" y="216955"/>
                  </a:lnTo>
                  <a:lnTo>
                    <a:pt x="1123" y="221214"/>
                  </a:lnTo>
                  <a:lnTo>
                    <a:pt x="749" y="225481"/>
                  </a:lnTo>
                  <a:lnTo>
                    <a:pt x="449" y="229754"/>
                  </a:lnTo>
                  <a:lnTo>
                    <a:pt x="224" y="234032"/>
                  </a:lnTo>
                  <a:lnTo>
                    <a:pt x="74" y="238312"/>
                  </a:lnTo>
                  <a:lnTo>
                    <a:pt x="0" y="242595"/>
                  </a:lnTo>
                  <a:lnTo>
                    <a:pt x="0" y="246879"/>
                  </a:lnTo>
                  <a:lnTo>
                    <a:pt x="74" y="251161"/>
                  </a:lnTo>
                  <a:lnTo>
                    <a:pt x="224" y="255442"/>
                  </a:lnTo>
                  <a:lnTo>
                    <a:pt x="449" y="259719"/>
                  </a:lnTo>
                  <a:lnTo>
                    <a:pt x="749" y="263992"/>
                  </a:lnTo>
                  <a:lnTo>
                    <a:pt x="1123" y="268259"/>
                  </a:lnTo>
                  <a:lnTo>
                    <a:pt x="1572" y="272519"/>
                  </a:lnTo>
                  <a:lnTo>
                    <a:pt x="2096" y="276770"/>
                  </a:lnTo>
                  <a:lnTo>
                    <a:pt x="2693" y="281012"/>
                  </a:lnTo>
                  <a:lnTo>
                    <a:pt x="3365" y="285242"/>
                  </a:lnTo>
                  <a:lnTo>
                    <a:pt x="4111" y="289460"/>
                  </a:lnTo>
                  <a:lnTo>
                    <a:pt x="4931" y="293664"/>
                  </a:lnTo>
                  <a:lnTo>
                    <a:pt x="5824" y="297853"/>
                  </a:lnTo>
                  <a:lnTo>
                    <a:pt x="6790" y="302026"/>
                  </a:lnTo>
                  <a:lnTo>
                    <a:pt x="7829" y="306182"/>
                  </a:lnTo>
                  <a:lnTo>
                    <a:pt x="8941" y="310318"/>
                  </a:lnTo>
                  <a:lnTo>
                    <a:pt x="10124" y="314435"/>
                  </a:lnTo>
                  <a:lnTo>
                    <a:pt x="11380" y="318530"/>
                  </a:lnTo>
                  <a:lnTo>
                    <a:pt x="12707" y="322603"/>
                  </a:lnTo>
                  <a:lnTo>
                    <a:pt x="14106" y="326651"/>
                  </a:lnTo>
                  <a:lnTo>
                    <a:pt x="15574" y="330675"/>
                  </a:lnTo>
                  <a:lnTo>
                    <a:pt x="17114" y="334672"/>
                  </a:lnTo>
                  <a:lnTo>
                    <a:pt x="18722" y="338642"/>
                  </a:lnTo>
                  <a:lnTo>
                    <a:pt x="20400" y="342583"/>
                  </a:lnTo>
                  <a:lnTo>
                    <a:pt x="22147" y="346494"/>
                  </a:lnTo>
                  <a:lnTo>
                    <a:pt x="23962" y="350374"/>
                  </a:lnTo>
                  <a:lnTo>
                    <a:pt x="25845" y="354221"/>
                  </a:lnTo>
                  <a:lnTo>
                    <a:pt x="27794" y="358035"/>
                  </a:lnTo>
                  <a:lnTo>
                    <a:pt x="29810" y="361814"/>
                  </a:lnTo>
                  <a:lnTo>
                    <a:pt x="31892" y="365558"/>
                  </a:lnTo>
                  <a:lnTo>
                    <a:pt x="34039" y="369264"/>
                  </a:lnTo>
                  <a:lnTo>
                    <a:pt x="36251" y="372932"/>
                  </a:lnTo>
                  <a:lnTo>
                    <a:pt x="38526" y="376561"/>
                  </a:lnTo>
                  <a:lnTo>
                    <a:pt x="40865" y="380150"/>
                  </a:lnTo>
                  <a:lnTo>
                    <a:pt x="43266" y="383697"/>
                  </a:lnTo>
                  <a:lnTo>
                    <a:pt x="45729" y="387202"/>
                  </a:lnTo>
                  <a:lnTo>
                    <a:pt x="48253" y="390662"/>
                  </a:lnTo>
                  <a:lnTo>
                    <a:pt x="50837" y="394079"/>
                  </a:lnTo>
                  <a:lnTo>
                    <a:pt x="53480" y="397449"/>
                  </a:lnTo>
                  <a:lnTo>
                    <a:pt x="56182" y="400773"/>
                  </a:lnTo>
                  <a:lnTo>
                    <a:pt x="58942" y="404049"/>
                  </a:lnTo>
                  <a:lnTo>
                    <a:pt x="61758" y="407276"/>
                  </a:lnTo>
                  <a:lnTo>
                    <a:pt x="64631" y="410453"/>
                  </a:lnTo>
                  <a:lnTo>
                    <a:pt x="67559" y="413580"/>
                  </a:lnTo>
                  <a:lnTo>
                    <a:pt x="70541" y="416654"/>
                  </a:lnTo>
                  <a:lnTo>
                    <a:pt x="73576" y="419677"/>
                  </a:lnTo>
                  <a:lnTo>
                    <a:pt x="76664" y="422645"/>
                  </a:lnTo>
                  <a:lnTo>
                    <a:pt x="79803" y="425559"/>
                  </a:lnTo>
                  <a:lnTo>
                    <a:pt x="82993" y="428418"/>
                  </a:lnTo>
                  <a:lnTo>
                    <a:pt x="86232" y="431220"/>
                  </a:lnTo>
                  <a:lnTo>
                    <a:pt x="89520" y="433966"/>
                  </a:lnTo>
                  <a:lnTo>
                    <a:pt x="92856" y="436653"/>
                  </a:lnTo>
                  <a:lnTo>
                    <a:pt x="96238" y="439282"/>
                  </a:lnTo>
                  <a:lnTo>
                    <a:pt x="99665" y="441850"/>
                  </a:lnTo>
                  <a:lnTo>
                    <a:pt x="103137" y="444359"/>
                  </a:lnTo>
                  <a:lnTo>
                    <a:pt x="106652" y="446807"/>
                  </a:lnTo>
                  <a:lnTo>
                    <a:pt x="110210" y="449192"/>
                  </a:lnTo>
                  <a:lnTo>
                    <a:pt x="113809" y="451515"/>
                  </a:lnTo>
                  <a:lnTo>
                    <a:pt x="117448" y="453775"/>
                  </a:lnTo>
                  <a:lnTo>
                    <a:pt x="121126" y="455970"/>
                  </a:lnTo>
                  <a:lnTo>
                    <a:pt x="124841" y="458101"/>
                  </a:lnTo>
                  <a:lnTo>
                    <a:pt x="128594" y="460166"/>
                  </a:lnTo>
                  <a:lnTo>
                    <a:pt x="132382" y="462166"/>
                  </a:lnTo>
                  <a:lnTo>
                    <a:pt x="136204" y="464099"/>
                  </a:lnTo>
                  <a:lnTo>
                    <a:pt x="140060" y="465965"/>
                  </a:lnTo>
                  <a:lnTo>
                    <a:pt x="143948" y="467763"/>
                  </a:lnTo>
                  <a:lnTo>
                    <a:pt x="147866" y="469492"/>
                  </a:lnTo>
                  <a:lnTo>
                    <a:pt x="151814" y="471153"/>
                  </a:lnTo>
                  <a:lnTo>
                    <a:pt x="155791" y="472744"/>
                  </a:lnTo>
                  <a:lnTo>
                    <a:pt x="159795" y="474266"/>
                  </a:lnTo>
                  <a:lnTo>
                    <a:pt x="163825" y="475717"/>
                  </a:lnTo>
                  <a:lnTo>
                    <a:pt x="167880" y="477098"/>
                  </a:lnTo>
                  <a:lnTo>
                    <a:pt x="171958" y="478407"/>
                  </a:lnTo>
                  <a:lnTo>
                    <a:pt x="176059" y="479645"/>
                  </a:lnTo>
                  <a:lnTo>
                    <a:pt x="180181" y="480811"/>
                  </a:lnTo>
                  <a:lnTo>
                    <a:pt x="184322" y="481904"/>
                  </a:lnTo>
                  <a:lnTo>
                    <a:pt x="188482" y="482925"/>
                  </a:lnTo>
                  <a:lnTo>
                    <a:pt x="192659" y="483873"/>
                  </a:lnTo>
                  <a:lnTo>
                    <a:pt x="196852" y="484748"/>
                  </a:lnTo>
                  <a:lnTo>
                    <a:pt x="201060" y="485549"/>
                  </a:lnTo>
                  <a:lnTo>
                    <a:pt x="205281" y="486276"/>
                  </a:lnTo>
                  <a:lnTo>
                    <a:pt x="209514" y="486930"/>
                  </a:lnTo>
                  <a:lnTo>
                    <a:pt x="213758" y="487509"/>
                  </a:lnTo>
                  <a:lnTo>
                    <a:pt x="218012" y="488014"/>
                  </a:lnTo>
                  <a:lnTo>
                    <a:pt x="222274" y="488444"/>
                  </a:lnTo>
                  <a:lnTo>
                    <a:pt x="226542" y="488800"/>
                  </a:lnTo>
                  <a:lnTo>
                    <a:pt x="230816" y="489081"/>
                  </a:lnTo>
                  <a:lnTo>
                    <a:pt x="235095" y="489287"/>
                  </a:lnTo>
                  <a:lnTo>
                    <a:pt x="239376" y="489418"/>
                  </a:lnTo>
                  <a:lnTo>
                    <a:pt x="243659" y="489474"/>
                  </a:lnTo>
                  <a:lnTo>
                    <a:pt x="247942" y="489455"/>
                  </a:lnTo>
                  <a:lnTo>
                    <a:pt x="252225" y="489362"/>
                  </a:lnTo>
                  <a:lnTo>
                    <a:pt x="256505" y="489193"/>
                  </a:lnTo>
                  <a:lnTo>
                    <a:pt x="260781" y="488950"/>
                  </a:lnTo>
                  <a:lnTo>
                    <a:pt x="265053" y="488631"/>
                  </a:lnTo>
                  <a:lnTo>
                    <a:pt x="269318" y="488238"/>
                  </a:lnTo>
                  <a:lnTo>
                    <a:pt x="273576" y="487771"/>
                  </a:lnTo>
                  <a:lnTo>
                    <a:pt x="277825" y="487229"/>
                  </a:lnTo>
                  <a:lnTo>
                    <a:pt x="282063" y="486612"/>
                  </a:lnTo>
                  <a:lnTo>
                    <a:pt x="286291" y="485922"/>
                  </a:lnTo>
                  <a:lnTo>
                    <a:pt x="290505" y="485158"/>
                  </a:lnTo>
                  <a:lnTo>
                    <a:pt x="294706" y="484320"/>
                  </a:lnTo>
                  <a:lnTo>
                    <a:pt x="298891" y="483408"/>
                  </a:lnTo>
                  <a:lnTo>
                    <a:pt x="303060" y="482424"/>
                  </a:lnTo>
                  <a:lnTo>
                    <a:pt x="307211" y="481367"/>
                  </a:lnTo>
                  <a:lnTo>
                    <a:pt x="311342" y="480237"/>
                  </a:lnTo>
                  <a:lnTo>
                    <a:pt x="315454" y="479035"/>
                  </a:lnTo>
                  <a:lnTo>
                    <a:pt x="319543" y="477761"/>
                  </a:lnTo>
                  <a:lnTo>
                    <a:pt x="323610" y="476416"/>
                  </a:lnTo>
                  <a:lnTo>
                    <a:pt x="327653" y="475000"/>
                  </a:lnTo>
                  <a:lnTo>
                    <a:pt x="331670" y="473514"/>
                  </a:lnTo>
                  <a:lnTo>
                    <a:pt x="335660" y="471957"/>
                  </a:lnTo>
                  <a:lnTo>
                    <a:pt x="339623" y="470331"/>
                  </a:lnTo>
                  <a:lnTo>
                    <a:pt x="343556" y="468636"/>
                  </a:lnTo>
                  <a:lnTo>
                    <a:pt x="347460" y="466872"/>
                  </a:lnTo>
                  <a:lnTo>
                    <a:pt x="351332" y="465040"/>
                  </a:lnTo>
                  <a:lnTo>
                    <a:pt x="355171" y="463141"/>
                  </a:lnTo>
                  <a:lnTo>
                    <a:pt x="358976" y="461174"/>
                  </a:lnTo>
                  <a:lnTo>
                    <a:pt x="362747" y="459142"/>
                  </a:lnTo>
                  <a:lnTo>
                    <a:pt x="366481" y="457044"/>
                  </a:lnTo>
                  <a:lnTo>
                    <a:pt x="370178" y="454880"/>
                  </a:lnTo>
                  <a:lnTo>
                    <a:pt x="373836" y="452653"/>
                  </a:lnTo>
                  <a:lnTo>
                    <a:pt x="377455" y="450361"/>
                  </a:lnTo>
                  <a:lnTo>
                    <a:pt x="381034" y="448007"/>
                  </a:lnTo>
                  <a:lnTo>
                    <a:pt x="384570" y="445590"/>
                  </a:lnTo>
                  <a:lnTo>
                    <a:pt x="388064" y="443112"/>
                  </a:lnTo>
                  <a:lnTo>
                    <a:pt x="391514" y="440573"/>
                  </a:lnTo>
                  <a:lnTo>
                    <a:pt x="394919" y="437975"/>
                  </a:lnTo>
                  <a:lnTo>
                    <a:pt x="398277" y="435317"/>
                  </a:lnTo>
                  <a:lnTo>
                    <a:pt x="401589" y="432600"/>
                  </a:lnTo>
                  <a:lnTo>
                    <a:pt x="404853" y="429826"/>
                  </a:lnTo>
                  <a:lnTo>
                    <a:pt x="408068" y="426996"/>
                  </a:lnTo>
                  <a:lnTo>
                    <a:pt x="411232" y="424109"/>
                  </a:lnTo>
                  <a:lnTo>
                    <a:pt x="414346" y="421168"/>
                  </a:lnTo>
                  <a:lnTo>
                    <a:pt x="417408" y="418172"/>
                  </a:lnTo>
                  <a:lnTo>
                    <a:pt x="420417" y="415123"/>
                  </a:lnTo>
                  <a:lnTo>
                    <a:pt x="423372" y="412023"/>
                  </a:lnTo>
                  <a:lnTo>
                    <a:pt x="426272" y="408871"/>
                  </a:lnTo>
                  <a:lnTo>
                    <a:pt x="429117" y="405668"/>
                  </a:lnTo>
                  <a:lnTo>
                    <a:pt x="431905" y="402417"/>
                  </a:lnTo>
                  <a:lnTo>
                    <a:pt x="434636" y="399117"/>
                  </a:lnTo>
                  <a:lnTo>
                    <a:pt x="437309" y="395770"/>
                  </a:lnTo>
                  <a:lnTo>
                    <a:pt x="439922" y="392376"/>
                  </a:lnTo>
                  <a:lnTo>
                    <a:pt x="442476" y="388938"/>
                  </a:lnTo>
                  <a:lnTo>
                    <a:pt x="444970" y="385455"/>
                  </a:lnTo>
                  <a:lnTo>
                    <a:pt x="447402" y="381929"/>
                  </a:lnTo>
                  <a:lnTo>
                    <a:pt x="449772" y="378361"/>
                  </a:lnTo>
                  <a:lnTo>
                    <a:pt x="452079" y="374752"/>
                  </a:lnTo>
                  <a:lnTo>
                    <a:pt x="454322" y="371103"/>
                  </a:lnTo>
                  <a:lnTo>
                    <a:pt x="456502" y="367416"/>
                  </a:lnTo>
                  <a:lnTo>
                    <a:pt x="458616" y="363691"/>
                  </a:lnTo>
                  <a:lnTo>
                    <a:pt x="460665" y="359929"/>
                  </a:lnTo>
                  <a:lnTo>
                    <a:pt x="462648" y="356132"/>
                  </a:lnTo>
                  <a:lnTo>
                    <a:pt x="464565" y="352302"/>
                  </a:lnTo>
                  <a:lnTo>
                    <a:pt x="466413" y="348438"/>
                  </a:lnTo>
                  <a:lnTo>
                    <a:pt x="468194" y="344542"/>
                  </a:lnTo>
                  <a:lnTo>
                    <a:pt x="469907" y="340616"/>
                  </a:lnTo>
                  <a:lnTo>
                    <a:pt x="471550" y="336661"/>
                  </a:lnTo>
                  <a:lnTo>
                    <a:pt x="473124" y="332677"/>
                  </a:lnTo>
                  <a:lnTo>
                    <a:pt x="474628" y="328666"/>
                  </a:lnTo>
                  <a:lnTo>
                    <a:pt x="476062" y="324630"/>
                  </a:lnTo>
                  <a:lnTo>
                    <a:pt x="477425" y="320569"/>
                  </a:lnTo>
                  <a:lnTo>
                    <a:pt x="478716" y="316485"/>
                  </a:lnTo>
                  <a:lnTo>
                    <a:pt x="479936" y="312379"/>
                  </a:lnTo>
                  <a:lnTo>
                    <a:pt x="481084" y="308252"/>
                  </a:lnTo>
                  <a:lnTo>
                    <a:pt x="482159" y="304106"/>
                  </a:lnTo>
                  <a:lnTo>
                    <a:pt x="483162" y="299942"/>
                  </a:lnTo>
                  <a:lnTo>
                    <a:pt x="484092" y="295761"/>
                  </a:lnTo>
                  <a:lnTo>
                    <a:pt x="484948" y="291564"/>
                  </a:lnTo>
                  <a:lnTo>
                    <a:pt x="485731" y="287353"/>
                  </a:lnTo>
                  <a:lnTo>
                    <a:pt x="486440" y="283128"/>
                  </a:lnTo>
                  <a:lnTo>
                    <a:pt x="487074" y="278892"/>
                  </a:lnTo>
                  <a:lnTo>
                    <a:pt x="487635" y="274646"/>
                  </a:lnTo>
                  <a:lnTo>
                    <a:pt x="488121" y="270390"/>
                  </a:lnTo>
                  <a:lnTo>
                    <a:pt x="488533" y="266127"/>
                  </a:lnTo>
                  <a:lnTo>
                    <a:pt x="488870" y="261856"/>
                  </a:lnTo>
                  <a:lnTo>
                    <a:pt x="489132" y="257581"/>
                  </a:lnTo>
                  <a:lnTo>
                    <a:pt x="489320" y="253302"/>
                  </a:lnTo>
                  <a:lnTo>
                    <a:pt x="489432" y="249020"/>
                  </a:lnTo>
                  <a:lnTo>
                    <a:pt x="489469" y="244737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68103" y="2423731"/>
              <a:ext cx="2692084" cy="2692110"/>
            </a:xfrm>
            <a:custGeom>
              <a:avLst/>
              <a:pathLst>
                <a:path w="2692084" h="2692110">
                  <a:moveTo>
                    <a:pt x="2692084" y="1346055"/>
                  </a:moveTo>
                  <a:lnTo>
                    <a:pt x="2691878" y="1322497"/>
                  </a:lnTo>
                  <a:lnTo>
                    <a:pt x="2691260" y="1298947"/>
                  </a:lnTo>
                  <a:lnTo>
                    <a:pt x="2690229" y="1275411"/>
                  </a:lnTo>
                  <a:lnTo>
                    <a:pt x="2688787" y="1251897"/>
                  </a:lnTo>
                  <a:lnTo>
                    <a:pt x="2686934" y="1228411"/>
                  </a:lnTo>
                  <a:lnTo>
                    <a:pt x="2684669" y="1204962"/>
                  </a:lnTo>
                  <a:lnTo>
                    <a:pt x="2681995" y="1181556"/>
                  </a:lnTo>
                  <a:lnTo>
                    <a:pt x="2678912" y="1158200"/>
                  </a:lnTo>
                  <a:lnTo>
                    <a:pt x="2675420" y="1134902"/>
                  </a:lnTo>
                  <a:lnTo>
                    <a:pt x="2671521" y="1111668"/>
                  </a:lnTo>
                  <a:lnTo>
                    <a:pt x="2667216" y="1088506"/>
                  </a:lnTo>
                  <a:lnTo>
                    <a:pt x="2662506" y="1065423"/>
                  </a:lnTo>
                  <a:lnTo>
                    <a:pt x="2657393" y="1042426"/>
                  </a:lnTo>
                  <a:lnTo>
                    <a:pt x="2651878" y="1019523"/>
                  </a:lnTo>
                  <a:lnTo>
                    <a:pt x="2645964" y="996719"/>
                  </a:lnTo>
                  <a:lnTo>
                    <a:pt x="2639651" y="974022"/>
                  </a:lnTo>
                  <a:lnTo>
                    <a:pt x="2632942" y="951439"/>
                  </a:lnTo>
                  <a:lnTo>
                    <a:pt x="2625839" y="928977"/>
                  </a:lnTo>
                  <a:lnTo>
                    <a:pt x="2618343" y="906642"/>
                  </a:lnTo>
                  <a:lnTo>
                    <a:pt x="2610458" y="884443"/>
                  </a:lnTo>
                  <a:lnTo>
                    <a:pt x="2602186" y="862384"/>
                  </a:lnTo>
                  <a:lnTo>
                    <a:pt x="2593529" y="840474"/>
                  </a:lnTo>
                  <a:lnTo>
                    <a:pt x="2584490" y="818719"/>
                  </a:lnTo>
                  <a:lnTo>
                    <a:pt x="2575071" y="797125"/>
                  </a:lnTo>
                  <a:lnTo>
                    <a:pt x="2565276" y="775699"/>
                  </a:lnTo>
                  <a:lnTo>
                    <a:pt x="2555107" y="754449"/>
                  </a:lnTo>
                  <a:lnTo>
                    <a:pt x="2544569" y="733379"/>
                  </a:lnTo>
                  <a:lnTo>
                    <a:pt x="2533662" y="712497"/>
                  </a:lnTo>
                  <a:lnTo>
                    <a:pt x="2522393" y="691809"/>
                  </a:lnTo>
                  <a:lnTo>
                    <a:pt x="2510763" y="671321"/>
                  </a:lnTo>
                  <a:lnTo>
                    <a:pt x="2498776" y="651040"/>
                  </a:lnTo>
                  <a:lnTo>
                    <a:pt x="2486436" y="630972"/>
                  </a:lnTo>
                  <a:lnTo>
                    <a:pt x="2473746" y="611123"/>
                  </a:lnTo>
                  <a:lnTo>
                    <a:pt x="2460712" y="591499"/>
                  </a:lnTo>
                  <a:lnTo>
                    <a:pt x="2447335" y="572107"/>
                  </a:lnTo>
                  <a:lnTo>
                    <a:pt x="2433622" y="552951"/>
                  </a:lnTo>
                  <a:lnTo>
                    <a:pt x="2419575" y="534038"/>
                  </a:lnTo>
                  <a:lnTo>
                    <a:pt x="2405200" y="515374"/>
                  </a:lnTo>
                  <a:lnTo>
                    <a:pt x="2390500" y="496965"/>
                  </a:lnTo>
                  <a:lnTo>
                    <a:pt x="2375480" y="478815"/>
                  </a:lnTo>
                  <a:lnTo>
                    <a:pt x="2360144" y="460931"/>
                  </a:lnTo>
                  <a:lnTo>
                    <a:pt x="2344499" y="443319"/>
                  </a:lnTo>
                  <a:lnTo>
                    <a:pt x="2328547" y="425983"/>
                  </a:lnTo>
                  <a:lnTo>
                    <a:pt x="2312294" y="408928"/>
                  </a:lnTo>
                  <a:lnTo>
                    <a:pt x="2295746" y="392161"/>
                  </a:lnTo>
                  <a:lnTo>
                    <a:pt x="2278906" y="375686"/>
                  </a:lnTo>
                  <a:lnTo>
                    <a:pt x="2261781" y="359508"/>
                  </a:lnTo>
                  <a:lnTo>
                    <a:pt x="2244375" y="343632"/>
                  </a:lnTo>
                  <a:lnTo>
                    <a:pt x="2226694" y="328063"/>
                  </a:lnTo>
                  <a:lnTo>
                    <a:pt x="2208743" y="312807"/>
                  </a:lnTo>
                  <a:lnTo>
                    <a:pt x="2190528" y="297866"/>
                  </a:lnTo>
                  <a:lnTo>
                    <a:pt x="2172054" y="283247"/>
                  </a:lnTo>
                  <a:lnTo>
                    <a:pt x="2153328" y="268953"/>
                  </a:lnTo>
                  <a:lnTo>
                    <a:pt x="2134354" y="254989"/>
                  </a:lnTo>
                  <a:lnTo>
                    <a:pt x="2115138" y="241360"/>
                  </a:lnTo>
                  <a:lnTo>
                    <a:pt x="2095687" y="228069"/>
                  </a:lnTo>
                  <a:lnTo>
                    <a:pt x="2076006" y="215120"/>
                  </a:lnTo>
                  <a:lnTo>
                    <a:pt x="2056102" y="202517"/>
                  </a:lnTo>
                  <a:lnTo>
                    <a:pt x="2035980" y="190265"/>
                  </a:lnTo>
                  <a:lnTo>
                    <a:pt x="2015647" y="178367"/>
                  </a:lnTo>
                  <a:lnTo>
                    <a:pt x="1995109" y="166827"/>
                  </a:lnTo>
                  <a:lnTo>
                    <a:pt x="1974372" y="155648"/>
                  </a:lnTo>
                  <a:lnTo>
                    <a:pt x="1953442" y="144833"/>
                  </a:lnTo>
                  <a:lnTo>
                    <a:pt x="1932326" y="134387"/>
                  </a:lnTo>
                  <a:lnTo>
                    <a:pt x="1911031" y="124311"/>
                  </a:lnTo>
                  <a:lnTo>
                    <a:pt x="1889563" y="114610"/>
                  </a:lnTo>
                  <a:lnTo>
                    <a:pt x="1867928" y="105286"/>
                  </a:lnTo>
                  <a:lnTo>
                    <a:pt x="1846133" y="96342"/>
                  </a:lnTo>
                  <a:lnTo>
                    <a:pt x="1824186" y="87781"/>
                  </a:lnTo>
                  <a:lnTo>
                    <a:pt x="1802091" y="79605"/>
                  </a:lnTo>
                  <a:lnTo>
                    <a:pt x="1779857" y="71817"/>
                  </a:lnTo>
                  <a:lnTo>
                    <a:pt x="1757490" y="64420"/>
                  </a:lnTo>
                  <a:lnTo>
                    <a:pt x="1734997" y="57415"/>
                  </a:lnTo>
                  <a:lnTo>
                    <a:pt x="1712385" y="50805"/>
                  </a:lnTo>
                  <a:lnTo>
                    <a:pt x="1689661" y="44591"/>
                  </a:lnTo>
                  <a:lnTo>
                    <a:pt x="1666832" y="38776"/>
                  </a:lnTo>
                  <a:lnTo>
                    <a:pt x="1643904" y="33362"/>
                  </a:lnTo>
                  <a:lnTo>
                    <a:pt x="1620885" y="28350"/>
                  </a:lnTo>
                  <a:lnTo>
                    <a:pt x="1597781" y="23741"/>
                  </a:lnTo>
                  <a:lnTo>
                    <a:pt x="1574601" y="19537"/>
                  </a:lnTo>
                  <a:lnTo>
                    <a:pt x="1551351" y="15740"/>
                  </a:lnTo>
                  <a:lnTo>
                    <a:pt x="1528037" y="12350"/>
                  </a:lnTo>
                  <a:lnTo>
                    <a:pt x="1504668" y="9369"/>
                  </a:lnTo>
                  <a:lnTo>
                    <a:pt x="1481251" y="6797"/>
                  </a:lnTo>
                  <a:lnTo>
                    <a:pt x="1457791" y="4635"/>
                  </a:lnTo>
                  <a:lnTo>
                    <a:pt x="1434298" y="2885"/>
                  </a:lnTo>
                  <a:lnTo>
                    <a:pt x="1410778" y="1545"/>
                  </a:lnTo>
                  <a:lnTo>
                    <a:pt x="1387238" y="618"/>
                  </a:lnTo>
                  <a:lnTo>
                    <a:pt x="1363685" y="103"/>
                  </a:lnTo>
                  <a:lnTo>
                    <a:pt x="1340126" y="0"/>
                  </a:lnTo>
                  <a:lnTo>
                    <a:pt x="1316570" y="309"/>
                  </a:lnTo>
                  <a:lnTo>
                    <a:pt x="1293023" y="1030"/>
                  </a:lnTo>
                  <a:lnTo>
                    <a:pt x="1269491" y="2164"/>
                  </a:lnTo>
                  <a:lnTo>
                    <a:pt x="1245984" y="3709"/>
                  </a:lnTo>
                  <a:lnTo>
                    <a:pt x="1222507" y="5665"/>
                  </a:lnTo>
                  <a:lnTo>
                    <a:pt x="1199067" y="8032"/>
                  </a:lnTo>
                  <a:lnTo>
                    <a:pt x="1175673" y="10808"/>
                  </a:lnTo>
                  <a:lnTo>
                    <a:pt x="1152331" y="13994"/>
                  </a:lnTo>
                  <a:lnTo>
                    <a:pt x="1129048" y="17588"/>
                  </a:lnTo>
                  <a:lnTo>
                    <a:pt x="1105832" y="21588"/>
                  </a:lnTo>
                  <a:lnTo>
                    <a:pt x="1082689" y="25995"/>
                  </a:lnTo>
                  <a:lnTo>
                    <a:pt x="1059627" y="30805"/>
                  </a:lnTo>
                  <a:lnTo>
                    <a:pt x="1036653" y="36019"/>
                  </a:lnTo>
                  <a:lnTo>
                    <a:pt x="1013773" y="41634"/>
                  </a:lnTo>
                  <a:lnTo>
                    <a:pt x="990995" y="47648"/>
                  </a:lnTo>
                  <a:lnTo>
                    <a:pt x="968326" y="54060"/>
                  </a:lnTo>
                  <a:lnTo>
                    <a:pt x="945773" y="60868"/>
                  </a:lnTo>
                  <a:lnTo>
                    <a:pt x="923342" y="68070"/>
                  </a:lnTo>
                  <a:lnTo>
                    <a:pt x="901041" y="75662"/>
                  </a:lnTo>
                  <a:lnTo>
                    <a:pt x="878876" y="83645"/>
                  </a:lnTo>
                  <a:lnTo>
                    <a:pt x="856854" y="92013"/>
                  </a:lnTo>
                  <a:lnTo>
                    <a:pt x="834982" y="100766"/>
                  </a:lnTo>
                  <a:lnTo>
                    <a:pt x="813266" y="109901"/>
                  </a:lnTo>
                  <a:lnTo>
                    <a:pt x="791714" y="119414"/>
                  </a:lnTo>
                  <a:lnTo>
                    <a:pt x="770331" y="129302"/>
                  </a:lnTo>
                  <a:lnTo>
                    <a:pt x="749125" y="139564"/>
                  </a:lnTo>
                  <a:lnTo>
                    <a:pt x="728102" y="150195"/>
                  </a:lnTo>
                  <a:lnTo>
                    <a:pt x="707268" y="161192"/>
                  </a:lnTo>
                  <a:lnTo>
                    <a:pt x="686629" y="172552"/>
                  </a:lnTo>
                  <a:lnTo>
                    <a:pt x="666193" y="184272"/>
                  </a:lnTo>
                  <a:lnTo>
                    <a:pt x="645964" y="196347"/>
                  </a:lnTo>
                  <a:lnTo>
                    <a:pt x="625951" y="208775"/>
                  </a:lnTo>
                  <a:lnTo>
                    <a:pt x="606157" y="221551"/>
                  </a:lnTo>
                  <a:lnTo>
                    <a:pt x="586591" y="234672"/>
                  </a:lnTo>
                  <a:lnTo>
                    <a:pt x="567257" y="248133"/>
                  </a:lnTo>
                  <a:lnTo>
                    <a:pt x="548161" y="261930"/>
                  </a:lnTo>
                  <a:lnTo>
                    <a:pt x="529310" y="276059"/>
                  </a:lnTo>
                  <a:lnTo>
                    <a:pt x="510709" y="290516"/>
                  </a:lnTo>
                  <a:lnTo>
                    <a:pt x="492364" y="305297"/>
                  </a:lnTo>
                  <a:lnTo>
                    <a:pt x="474281" y="320396"/>
                  </a:lnTo>
                  <a:lnTo>
                    <a:pt x="456464" y="335809"/>
                  </a:lnTo>
                  <a:lnTo>
                    <a:pt x="438920" y="351532"/>
                  </a:lnTo>
                  <a:lnTo>
                    <a:pt x="421654" y="367559"/>
                  </a:lnTo>
                  <a:lnTo>
                    <a:pt x="404671" y="383886"/>
                  </a:lnTo>
                  <a:lnTo>
                    <a:pt x="387976" y="400508"/>
                  </a:lnTo>
                  <a:lnTo>
                    <a:pt x="371574" y="417420"/>
                  </a:lnTo>
                  <a:lnTo>
                    <a:pt x="355472" y="434616"/>
                  </a:lnTo>
                  <a:lnTo>
                    <a:pt x="339672" y="452091"/>
                  </a:lnTo>
                  <a:lnTo>
                    <a:pt x="324181" y="469840"/>
                  </a:lnTo>
                  <a:lnTo>
                    <a:pt x="309003" y="487857"/>
                  </a:lnTo>
                  <a:lnTo>
                    <a:pt x="294142" y="506137"/>
                  </a:lnTo>
                  <a:lnTo>
                    <a:pt x="279604" y="524675"/>
                  </a:lnTo>
                  <a:lnTo>
                    <a:pt x="265392" y="543464"/>
                  </a:lnTo>
                  <a:lnTo>
                    <a:pt x="251512" y="562499"/>
                  </a:lnTo>
                  <a:lnTo>
                    <a:pt x="237966" y="581774"/>
                  </a:lnTo>
                  <a:lnTo>
                    <a:pt x="224760" y="601283"/>
                  </a:lnTo>
                  <a:lnTo>
                    <a:pt x="211898" y="621020"/>
                  </a:lnTo>
                  <a:lnTo>
                    <a:pt x="199383" y="640979"/>
                  </a:lnTo>
                  <a:lnTo>
                    <a:pt x="187219" y="661155"/>
                  </a:lnTo>
                  <a:lnTo>
                    <a:pt x="175410" y="681540"/>
                  </a:lnTo>
                  <a:lnTo>
                    <a:pt x="163959" y="702128"/>
                  </a:lnTo>
                  <a:lnTo>
                    <a:pt x="152871" y="722914"/>
                  </a:lnTo>
                  <a:lnTo>
                    <a:pt x="142148" y="743891"/>
                  </a:lnTo>
                  <a:lnTo>
                    <a:pt x="131794" y="765052"/>
                  </a:lnTo>
                  <a:lnTo>
                    <a:pt x="121812" y="786391"/>
                  </a:lnTo>
                  <a:lnTo>
                    <a:pt x="112205" y="807901"/>
                  </a:lnTo>
                  <a:lnTo>
                    <a:pt x="102976" y="829577"/>
                  </a:lnTo>
                  <a:lnTo>
                    <a:pt x="94127" y="851410"/>
                  </a:lnTo>
                  <a:lnTo>
                    <a:pt x="85662" y="873395"/>
                  </a:lnTo>
                  <a:lnTo>
                    <a:pt x="77583" y="895525"/>
                  </a:lnTo>
                  <a:lnTo>
                    <a:pt x="69893" y="917793"/>
                  </a:lnTo>
                  <a:lnTo>
                    <a:pt x="62593" y="940192"/>
                  </a:lnTo>
                  <a:lnTo>
                    <a:pt x="55686" y="962716"/>
                  </a:lnTo>
                  <a:lnTo>
                    <a:pt x="49175" y="985356"/>
                  </a:lnTo>
                  <a:lnTo>
                    <a:pt x="43061" y="1008108"/>
                  </a:lnTo>
                  <a:lnTo>
                    <a:pt x="37346" y="1030962"/>
                  </a:lnTo>
                  <a:lnTo>
                    <a:pt x="32032" y="1053914"/>
                  </a:lnTo>
                  <a:lnTo>
                    <a:pt x="27121" y="1076955"/>
                  </a:lnTo>
                  <a:lnTo>
                    <a:pt x="22613" y="1100078"/>
                  </a:lnTo>
                  <a:lnTo>
                    <a:pt x="18511" y="1123276"/>
                  </a:lnTo>
                  <a:lnTo>
                    <a:pt x="14816" y="1146543"/>
                  </a:lnTo>
                  <a:lnTo>
                    <a:pt x="11528" y="1169871"/>
                  </a:lnTo>
                  <a:lnTo>
                    <a:pt x="8649" y="1193253"/>
                  </a:lnTo>
                  <a:lnTo>
                    <a:pt x="6180" y="1216682"/>
                  </a:lnTo>
                  <a:lnTo>
                    <a:pt x="4121" y="1240150"/>
                  </a:lnTo>
                  <a:lnTo>
                    <a:pt x="2473" y="1263651"/>
                  </a:lnTo>
                  <a:lnTo>
                    <a:pt x="1236" y="1287177"/>
                  </a:lnTo>
                  <a:lnTo>
                    <a:pt x="412" y="1310721"/>
                  </a:lnTo>
                  <a:lnTo>
                    <a:pt x="0" y="1334276"/>
                  </a:lnTo>
                  <a:lnTo>
                    <a:pt x="0" y="1357834"/>
                  </a:lnTo>
                  <a:lnTo>
                    <a:pt x="412" y="1381389"/>
                  </a:lnTo>
                  <a:lnTo>
                    <a:pt x="1236" y="1404933"/>
                  </a:lnTo>
                  <a:lnTo>
                    <a:pt x="2473" y="1428459"/>
                  </a:lnTo>
                  <a:lnTo>
                    <a:pt x="4121" y="1451960"/>
                  </a:lnTo>
                  <a:lnTo>
                    <a:pt x="6180" y="1475428"/>
                  </a:lnTo>
                  <a:lnTo>
                    <a:pt x="8649" y="1498857"/>
                  </a:lnTo>
                  <a:lnTo>
                    <a:pt x="11528" y="1522239"/>
                  </a:lnTo>
                  <a:lnTo>
                    <a:pt x="14816" y="1545566"/>
                  </a:lnTo>
                  <a:lnTo>
                    <a:pt x="18511" y="1568833"/>
                  </a:lnTo>
                  <a:lnTo>
                    <a:pt x="22613" y="1592032"/>
                  </a:lnTo>
                  <a:lnTo>
                    <a:pt x="27121" y="1615155"/>
                  </a:lnTo>
                  <a:lnTo>
                    <a:pt x="32032" y="1638196"/>
                  </a:lnTo>
                  <a:lnTo>
                    <a:pt x="37346" y="1661147"/>
                  </a:lnTo>
                  <a:lnTo>
                    <a:pt x="43061" y="1684002"/>
                  </a:lnTo>
                  <a:lnTo>
                    <a:pt x="49175" y="1706753"/>
                  </a:lnTo>
                  <a:lnTo>
                    <a:pt x="55686" y="1729394"/>
                  </a:lnTo>
                  <a:lnTo>
                    <a:pt x="62593" y="1751917"/>
                  </a:lnTo>
                  <a:lnTo>
                    <a:pt x="69893" y="1774316"/>
                  </a:lnTo>
                  <a:lnTo>
                    <a:pt x="77583" y="1796584"/>
                  </a:lnTo>
                  <a:lnTo>
                    <a:pt x="85662" y="1818714"/>
                  </a:lnTo>
                  <a:lnTo>
                    <a:pt x="94127" y="1840699"/>
                  </a:lnTo>
                  <a:lnTo>
                    <a:pt x="102976" y="1862533"/>
                  </a:lnTo>
                  <a:lnTo>
                    <a:pt x="112205" y="1884208"/>
                  </a:lnTo>
                  <a:lnTo>
                    <a:pt x="121812" y="1905719"/>
                  </a:lnTo>
                  <a:lnTo>
                    <a:pt x="131794" y="1927058"/>
                  </a:lnTo>
                  <a:lnTo>
                    <a:pt x="142148" y="1948219"/>
                  </a:lnTo>
                  <a:lnTo>
                    <a:pt x="152871" y="1969196"/>
                  </a:lnTo>
                  <a:lnTo>
                    <a:pt x="163959" y="1989981"/>
                  </a:lnTo>
                  <a:lnTo>
                    <a:pt x="175410" y="2010570"/>
                  </a:lnTo>
                  <a:lnTo>
                    <a:pt x="187219" y="2030955"/>
                  </a:lnTo>
                  <a:lnTo>
                    <a:pt x="199383" y="2051130"/>
                  </a:lnTo>
                  <a:lnTo>
                    <a:pt x="211898" y="2071090"/>
                  </a:lnTo>
                  <a:lnTo>
                    <a:pt x="224760" y="2090827"/>
                  </a:lnTo>
                  <a:lnTo>
                    <a:pt x="237966" y="2110336"/>
                  </a:lnTo>
                  <a:lnTo>
                    <a:pt x="251512" y="2129611"/>
                  </a:lnTo>
                  <a:lnTo>
                    <a:pt x="265392" y="2148646"/>
                  </a:lnTo>
                  <a:lnTo>
                    <a:pt x="279604" y="2167435"/>
                  </a:lnTo>
                  <a:lnTo>
                    <a:pt x="294142" y="2185972"/>
                  </a:lnTo>
                  <a:lnTo>
                    <a:pt x="309003" y="2204252"/>
                  </a:lnTo>
                  <a:lnTo>
                    <a:pt x="324181" y="2222270"/>
                  </a:lnTo>
                  <a:lnTo>
                    <a:pt x="339672" y="2240019"/>
                  </a:lnTo>
                  <a:lnTo>
                    <a:pt x="355472" y="2257494"/>
                  </a:lnTo>
                  <a:lnTo>
                    <a:pt x="371574" y="2274690"/>
                  </a:lnTo>
                  <a:lnTo>
                    <a:pt x="387976" y="2291601"/>
                  </a:lnTo>
                  <a:lnTo>
                    <a:pt x="404671" y="2308223"/>
                  </a:lnTo>
                  <a:lnTo>
                    <a:pt x="421654" y="2324550"/>
                  </a:lnTo>
                  <a:lnTo>
                    <a:pt x="438920" y="2340578"/>
                  </a:lnTo>
                  <a:lnTo>
                    <a:pt x="456464" y="2356301"/>
                  </a:lnTo>
                  <a:lnTo>
                    <a:pt x="474281" y="2371714"/>
                  </a:lnTo>
                  <a:lnTo>
                    <a:pt x="492364" y="2386813"/>
                  </a:lnTo>
                  <a:lnTo>
                    <a:pt x="510709" y="2401593"/>
                  </a:lnTo>
                  <a:lnTo>
                    <a:pt x="529310" y="2416051"/>
                  </a:lnTo>
                  <a:lnTo>
                    <a:pt x="548161" y="2430180"/>
                  </a:lnTo>
                  <a:lnTo>
                    <a:pt x="567257" y="2443977"/>
                  </a:lnTo>
                  <a:lnTo>
                    <a:pt x="586591" y="2457438"/>
                  </a:lnTo>
                  <a:lnTo>
                    <a:pt x="606157" y="2470559"/>
                  </a:lnTo>
                  <a:lnTo>
                    <a:pt x="625951" y="2483335"/>
                  </a:lnTo>
                  <a:lnTo>
                    <a:pt x="645964" y="2495762"/>
                  </a:lnTo>
                  <a:lnTo>
                    <a:pt x="666193" y="2507838"/>
                  </a:lnTo>
                  <a:lnTo>
                    <a:pt x="686629" y="2519557"/>
                  </a:lnTo>
                  <a:lnTo>
                    <a:pt x="707268" y="2530918"/>
                  </a:lnTo>
                  <a:lnTo>
                    <a:pt x="728102" y="2541915"/>
                  </a:lnTo>
                  <a:lnTo>
                    <a:pt x="749125" y="2552546"/>
                  </a:lnTo>
                  <a:lnTo>
                    <a:pt x="770331" y="2562807"/>
                  </a:lnTo>
                  <a:lnTo>
                    <a:pt x="791714" y="2572696"/>
                  </a:lnTo>
                  <a:lnTo>
                    <a:pt x="813266" y="2582209"/>
                  </a:lnTo>
                  <a:lnTo>
                    <a:pt x="834982" y="2591343"/>
                  </a:lnTo>
                  <a:lnTo>
                    <a:pt x="856854" y="2600096"/>
                  </a:lnTo>
                  <a:lnTo>
                    <a:pt x="878876" y="2608465"/>
                  </a:lnTo>
                  <a:lnTo>
                    <a:pt x="901041" y="2616447"/>
                  </a:lnTo>
                  <a:lnTo>
                    <a:pt x="923342" y="2624040"/>
                  </a:lnTo>
                  <a:lnTo>
                    <a:pt x="945773" y="2631242"/>
                  </a:lnTo>
                  <a:lnTo>
                    <a:pt x="968326" y="2638049"/>
                  </a:lnTo>
                  <a:lnTo>
                    <a:pt x="990995" y="2644461"/>
                  </a:lnTo>
                  <a:lnTo>
                    <a:pt x="1013773" y="2650476"/>
                  </a:lnTo>
                  <a:lnTo>
                    <a:pt x="1036653" y="2656091"/>
                  </a:lnTo>
                  <a:lnTo>
                    <a:pt x="1059627" y="2661304"/>
                  </a:lnTo>
                  <a:lnTo>
                    <a:pt x="1082689" y="2666115"/>
                  </a:lnTo>
                  <a:lnTo>
                    <a:pt x="1105832" y="2670521"/>
                  </a:lnTo>
                  <a:lnTo>
                    <a:pt x="1129048" y="2674522"/>
                  </a:lnTo>
                  <a:lnTo>
                    <a:pt x="1152331" y="2678115"/>
                  </a:lnTo>
                  <a:lnTo>
                    <a:pt x="1175673" y="2681301"/>
                  </a:lnTo>
                  <a:lnTo>
                    <a:pt x="1199067" y="2684078"/>
                  </a:lnTo>
                  <a:lnTo>
                    <a:pt x="1222507" y="2686445"/>
                  </a:lnTo>
                  <a:lnTo>
                    <a:pt x="1245984" y="2688401"/>
                  </a:lnTo>
                  <a:lnTo>
                    <a:pt x="1269491" y="2689946"/>
                  </a:lnTo>
                  <a:lnTo>
                    <a:pt x="1293023" y="2691079"/>
                  </a:lnTo>
                  <a:lnTo>
                    <a:pt x="1316570" y="2691801"/>
                  </a:lnTo>
                  <a:lnTo>
                    <a:pt x="1340126" y="2692110"/>
                  </a:lnTo>
                  <a:lnTo>
                    <a:pt x="1363685" y="2692007"/>
                  </a:lnTo>
                  <a:lnTo>
                    <a:pt x="1387238" y="2691492"/>
                  </a:lnTo>
                  <a:lnTo>
                    <a:pt x="1410778" y="2690564"/>
                  </a:lnTo>
                  <a:lnTo>
                    <a:pt x="1434298" y="2689225"/>
                  </a:lnTo>
                  <a:lnTo>
                    <a:pt x="1457791" y="2687474"/>
                  </a:lnTo>
                  <a:lnTo>
                    <a:pt x="1481251" y="2685313"/>
                  </a:lnTo>
                  <a:lnTo>
                    <a:pt x="1504668" y="2682741"/>
                  </a:lnTo>
                  <a:lnTo>
                    <a:pt x="1528037" y="2679759"/>
                  </a:lnTo>
                  <a:lnTo>
                    <a:pt x="1551351" y="2676370"/>
                  </a:lnTo>
                  <a:lnTo>
                    <a:pt x="1574601" y="2672572"/>
                  </a:lnTo>
                  <a:lnTo>
                    <a:pt x="1597781" y="2668369"/>
                  </a:lnTo>
                  <a:lnTo>
                    <a:pt x="1620885" y="2663760"/>
                  </a:lnTo>
                  <a:lnTo>
                    <a:pt x="1643904" y="2658748"/>
                  </a:lnTo>
                  <a:lnTo>
                    <a:pt x="1666832" y="2653333"/>
                  </a:lnTo>
                  <a:lnTo>
                    <a:pt x="1689661" y="2647519"/>
                  </a:lnTo>
                  <a:lnTo>
                    <a:pt x="1712385" y="2641305"/>
                  </a:lnTo>
                  <a:lnTo>
                    <a:pt x="1734997" y="2634695"/>
                  </a:lnTo>
                  <a:lnTo>
                    <a:pt x="1757490" y="2627690"/>
                  </a:lnTo>
                  <a:lnTo>
                    <a:pt x="1779857" y="2620292"/>
                  </a:lnTo>
                  <a:lnTo>
                    <a:pt x="1802091" y="2612505"/>
                  </a:lnTo>
                  <a:lnTo>
                    <a:pt x="1824186" y="2604329"/>
                  </a:lnTo>
                  <a:lnTo>
                    <a:pt x="1846133" y="2595768"/>
                  </a:lnTo>
                  <a:lnTo>
                    <a:pt x="1867928" y="2586824"/>
                  </a:lnTo>
                  <a:lnTo>
                    <a:pt x="1889563" y="2577500"/>
                  </a:lnTo>
                  <a:lnTo>
                    <a:pt x="1911031" y="2567798"/>
                  </a:lnTo>
                  <a:lnTo>
                    <a:pt x="1932326" y="2557723"/>
                  </a:lnTo>
                  <a:lnTo>
                    <a:pt x="1953442" y="2547276"/>
                  </a:lnTo>
                  <a:lnTo>
                    <a:pt x="1974372" y="2536462"/>
                  </a:lnTo>
                  <a:lnTo>
                    <a:pt x="1995109" y="2525283"/>
                  </a:lnTo>
                  <a:lnTo>
                    <a:pt x="2015647" y="2513742"/>
                  </a:lnTo>
                  <a:lnTo>
                    <a:pt x="2035980" y="2501844"/>
                  </a:lnTo>
                  <a:lnTo>
                    <a:pt x="2056102" y="2489592"/>
                  </a:lnTo>
                  <a:lnTo>
                    <a:pt x="2076006" y="2476990"/>
                  </a:lnTo>
                  <a:lnTo>
                    <a:pt x="2095687" y="2464041"/>
                  </a:lnTo>
                  <a:lnTo>
                    <a:pt x="2115138" y="2450750"/>
                  </a:lnTo>
                  <a:lnTo>
                    <a:pt x="2134354" y="2437120"/>
                  </a:lnTo>
                  <a:lnTo>
                    <a:pt x="2153328" y="2423156"/>
                  </a:lnTo>
                  <a:lnTo>
                    <a:pt x="2172054" y="2408863"/>
                  </a:lnTo>
                  <a:lnTo>
                    <a:pt x="2190528" y="2394243"/>
                  </a:lnTo>
                  <a:lnTo>
                    <a:pt x="2208743" y="2379303"/>
                  </a:lnTo>
                  <a:lnTo>
                    <a:pt x="2226694" y="2364046"/>
                  </a:lnTo>
                  <a:lnTo>
                    <a:pt x="2244375" y="2348478"/>
                  </a:lnTo>
                  <a:lnTo>
                    <a:pt x="2261781" y="2332602"/>
                  </a:lnTo>
                  <a:lnTo>
                    <a:pt x="2278906" y="2316424"/>
                  </a:lnTo>
                  <a:lnTo>
                    <a:pt x="2295746" y="2299949"/>
                  </a:lnTo>
                  <a:lnTo>
                    <a:pt x="2312294" y="2283181"/>
                  </a:lnTo>
                  <a:lnTo>
                    <a:pt x="2328547" y="2266127"/>
                  </a:lnTo>
                  <a:lnTo>
                    <a:pt x="2344499" y="2248791"/>
                  </a:lnTo>
                  <a:lnTo>
                    <a:pt x="2360144" y="2231178"/>
                  </a:lnTo>
                  <a:lnTo>
                    <a:pt x="2375480" y="2213294"/>
                  </a:lnTo>
                  <a:lnTo>
                    <a:pt x="2390500" y="2195145"/>
                  </a:lnTo>
                  <a:lnTo>
                    <a:pt x="2405200" y="2176735"/>
                  </a:lnTo>
                  <a:lnTo>
                    <a:pt x="2419575" y="2158071"/>
                  </a:lnTo>
                  <a:lnTo>
                    <a:pt x="2433622" y="2139159"/>
                  </a:lnTo>
                  <a:lnTo>
                    <a:pt x="2447335" y="2120003"/>
                  </a:lnTo>
                  <a:lnTo>
                    <a:pt x="2460712" y="2100610"/>
                  </a:lnTo>
                  <a:lnTo>
                    <a:pt x="2473746" y="2080986"/>
                  </a:lnTo>
                  <a:lnTo>
                    <a:pt x="2486436" y="2061137"/>
                  </a:lnTo>
                  <a:lnTo>
                    <a:pt x="2498776" y="2041069"/>
                  </a:lnTo>
                  <a:lnTo>
                    <a:pt x="2510763" y="2020788"/>
                  </a:lnTo>
                  <a:lnTo>
                    <a:pt x="2522393" y="2000301"/>
                  </a:lnTo>
                  <a:lnTo>
                    <a:pt x="2533662" y="1979613"/>
                  </a:lnTo>
                  <a:lnTo>
                    <a:pt x="2544569" y="1958731"/>
                  </a:lnTo>
                  <a:lnTo>
                    <a:pt x="2555107" y="1937661"/>
                  </a:lnTo>
                  <a:lnTo>
                    <a:pt x="2565276" y="1916410"/>
                  </a:lnTo>
                  <a:lnTo>
                    <a:pt x="2575071" y="1894985"/>
                  </a:lnTo>
                  <a:lnTo>
                    <a:pt x="2584490" y="1873391"/>
                  </a:lnTo>
                  <a:lnTo>
                    <a:pt x="2593529" y="1851635"/>
                  </a:lnTo>
                  <a:lnTo>
                    <a:pt x="2602186" y="1829725"/>
                  </a:lnTo>
                  <a:lnTo>
                    <a:pt x="2610458" y="1807667"/>
                  </a:lnTo>
                  <a:lnTo>
                    <a:pt x="2618343" y="1785467"/>
                  </a:lnTo>
                  <a:lnTo>
                    <a:pt x="2625839" y="1763133"/>
                  </a:lnTo>
                  <a:lnTo>
                    <a:pt x="2632942" y="1740671"/>
                  </a:lnTo>
                  <a:lnTo>
                    <a:pt x="2639651" y="1718088"/>
                  </a:lnTo>
                  <a:lnTo>
                    <a:pt x="2645964" y="1695391"/>
                  </a:lnTo>
                  <a:lnTo>
                    <a:pt x="2651878" y="1672587"/>
                  </a:lnTo>
                  <a:lnTo>
                    <a:pt x="2657393" y="1649683"/>
                  </a:lnTo>
                  <a:lnTo>
                    <a:pt x="2662506" y="1626686"/>
                  </a:lnTo>
                  <a:lnTo>
                    <a:pt x="2667216" y="1603603"/>
                  </a:lnTo>
                  <a:lnTo>
                    <a:pt x="2671521" y="1580442"/>
                  </a:lnTo>
                  <a:lnTo>
                    <a:pt x="2675420" y="1557208"/>
                  </a:lnTo>
                  <a:lnTo>
                    <a:pt x="2678912" y="1533910"/>
                  </a:lnTo>
                  <a:lnTo>
                    <a:pt x="2681995" y="1510554"/>
                  </a:lnTo>
                  <a:lnTo>
                    <a:pt x="2684669" y="1487148"/>
                  </a:lnTo>
                  <a:lnTo>
                    <a:pt x="2686934" y="1463698"/>
                  </a:lnTo>
                  <a:lnTo>
                    <a:pt x="2688787" y="1440213"/>
                  </a:lnTo>
                  <a:lnTo>
                    <a:pt x="2690229" y="1416699"/>
                  </a:lnTo>
                  <a:lnTo>
                    <a:pt x="2691260" y="1393163"/>
                  </a:lnTo>
                  <a:lnTo>
                    <a:pt x="2691878" y="1369612"/>
                  </a:lnTo>
                  <a:lnTo>
                    <a:pt x="2692084" y="134605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666816" y="1322413"/>
              <a:ext cx="4894699" cy="4894746"/>
            </a:xfrm>
            <a:custGeom>
              <a:avLst/>
              <a:pathLst>
                <a:path w="4894699" h="4894746">
                  <a:moveTo>
                    <a:pt x="4894699" y="2447373"/>
                  </a:moveTo>
                  <a:lnTo>
                    <a:pt x="4894324" y="2404541"/>
                  </a:lnTo>
                  <a:lnTo>
                    <a:pt x="4893200" y="2361722"/>
                  </a:lnTo>
                  <a:lnTo>
                    <a:pt x="4891326" y="2318929"/>
                  </a:lnTo>
                  <a:lnTo>
                    <a:pt x="4888704" y="2276176"/>
                  </a:lnTo>
                  <a:lnTo>
                    <a:pt x="4885334" y="2233475"/>
                  </a:lnTo>
                  <a:lnTo>
                    <a:pt x="4881217" y="2190840"/>
                  </a:lnTo>
                  <a:lnTo>
                    <a:pt x="4876355" y="2148284"/>
                  </a:lnTo>
                  <a:lnTo>
                    <a:pt x="4870749" y="2105818"/>
                  </a:lnTo>
                  <a:lnTo>
                    <a:pt x="4864400" y="2063458"/>
                  </a:lnTo>
                  <a:lnTo>
                    <a:pt x="4857311" y="2021215"/>
                  </a:lnTo>
                  <a:lnTo>
                    <a:pt x="4849484" y="1979103"/>
                  </a:lnTo>
                  <a:lnTo>
                    <a:pt x="4840920" y="1937134"/>
                  </a:lnTo>
                  <a:lnTo>
                    <a:pt x="4831624" y="1895321"/>
                  </a:lnTo>
                  <a:lnTo>
                    <a:pt x="4821598" y="1853678"/>
                  </a:lnTo>
                  <a:lnTo>
                    <a:pt x="4810844" y="1812216"/>
                  </a:lnTo>
                  <a:lnTo>
                    <a:pt x="4799366" y="1770949"/>
                  </a:lnTo>
                  <a:lnTo>
                    <a:pt x="4787167" y="1729889"/>
                  </a:lnTo>
                  <a:lnTo>
                    <a:pt x="4774252" y="1689049"/>
                  </a:lnTo>
                  <a:lnTo>
                    <a:pt x="4760625" y="1648441"/>
                  </a:lnTo>
                  <a:lnTo>
                    <a:pt x="4746288" y="1608078"/>
                  </a:lnTo>
                  <a:lnTo>
                    <a:pt x="4731248" y="1567972"/>
                  </a:lnTo>
                  <a:lnTo>
                    <a:pt x="4715507" y="1528135"/>
                  </a:lnTo>
                  <a:lnTo>
                    <a:pt x="4699072" y="1488580"/>
                  </a:lnTo>
                  <a:lnTo>
                    <a:pt x="4681948" y="1449319"/>
                  </a:lnTo>
                  <a:lnTo>
                    <a:pt x="4664138" y="1410363"/>
                  </a:lnTo>
                  <a:lnTo>
                    <a:pt x="4645650" y="1371725"/>
                  </a:lnTo>
                  <a:lnTo>
                    <a:pt x="4626489" y="1333416"/>
                  </a:lnTo>
                  <a:lnTo>
                    <a:pt x="4606659" y="1295449"/>
                  </a:lnTo>
                  <a:lnTo>
                    <a:pt x="4586169" y="1257835"/>
                  </a:lnTo>
                  <a:lnTo>
                    <a:pt x="4565023" y="1220584"/>
                  </a:lnTo>
                  <a:lnTo>
                    <a:pt x="4543229" y="1183710"/>
                  </a:lnTo>
                  <a:lnTo>
                    <a:pt x="4520792" y="1147223"/>
                  </a:lnTo>
                  <a:lnTo>
                    <a:pt x="4497721" y="1111134"/>
                  </a:lnTo>
                  <a:lnTo>
                    <a:pt x="4474021" y="1075454"/>
                  </a:lnTo>
                  <a:lnTo>
                    <a:pt x="4449701" y="1040194"/>
                  </a:lnTo>
                  <a:lnTo>
                    <a:pt x="4424767" y="1005366"/>
                  </a:lnTo>
                  <a:lnTo>
                    <a:pt x="4399228" y="970979"/>
                  </a:lnTo>
                  <a:lnTo>
                    <a:pt x="4373091" y="937045"/>
                  </a:lnTo>
                  <a:lnTo>
                    <a:pt x="4346363" y="903573"/>
                  </a:lnTo>
                  <a:lnTo>
                    <a:pt x="4319054" y="870574"/>
                  </a:lnTo>
                  <a:lnTo>
                    <a:pt x="4291172" y="838058"/>
                  </a:lnTo>
                  <a:lnTo>
                    <a:pt x="4262725" y="806034"/>
                  </a:lnTo>
                  <a:lnTo>
                    <a:pt x="4233722" y="774514"/>
                  </a:lnTo>
                  <a:lnTo>
                    <a:pt x="4204172" y="743506"/>
                  </a:lnTo>
                  <a:lnTo>
                    <a:pt x="4174083" y="713020"/>
                  </a:lnTo>
                  <a:lnTo>
                    <a:pt x="4143466" y="683065"/>
                  </a:lnTo>
                  <a:lnTo>
                    <a:pt x="4112329" y="653651"/>
                  </a:lnTo>
                  <a:lnTo>
                    <a:pt x="4080682" y="624786"/>
                  </a:lnTo>
                  <a:lnTo>
                    <a:pt x="4048535" y="596479"/>
                  </a:lnTo>
                  <a:lnTo>
                    <a:pt x="4015897" y="568740"/>
                  </a:lnTo>
                  <a:lnTo>
                    <a:pt x="3982779" y="541575"/>
                  </a:lnTo>
                  <a:lnTo>
                    <a:pt x="3949190" y="514995"/>
                  </a:lnTo>
                  <a:lnTo>
                    <a:pt x="3915141" y="489006"/>
                  </a:lnTo>
                  <a:lnTo>
                    <a:pt x="3880643" y="463617"/>
                  </a:lnTo>
                  <a:lnTo>
                    <a:pt x="3845706" y="438836"/>
                  </a:lnTo>
                  <a:lnTo>
                    <a:pt x="3810340" y="414671"/>
                  </a:lnTo>
                  <a:lnTo>
                    <a:pt x="3774557" y="391127"/>
                  </a:lnTo>
                  <a:lnTo>
                    <a:pt x="3738368" y="368214"/>
                  </a:lnTo>
                  <a:lnTo>
                    <a:pt x="3701782" y="345937"/>
                  </a:lnTo>
                  <a:lnTo>
                    <a:pt x="3664813" y="324305"/>
                  </a:lnTo>
                  <a:lnTo>
                    <a:pt x="3627471" y="303322"/>
                  </a:lnTo>
                  <a:lnTo>
                    <a:pt x="3589767" y="282996"/>
                  </a:lnTo>
                  <a:lnTo>
                    <a:pt x="3551713" y="263333"/>
                  </a:lnTo>
                  <a:lnTo>
                    <a:pt x="3513321" y="244340"/>
                  </a:lnTo>
                  <a:lnTo>
                    <a:pt x="3474603" y="226021"/>
                  </a:lnTo>
                  <a:lnTo>
                    <a:pt x="3435569" y="208382"/>
                  </a:lnTo>
                  <a:lnTo>
                    <a:pt x="3396233" y="191429"/>
                  </a:lnTo>
                  <a:lnTo>
                    <a:pt x="3356607" y="175168"/>
                  </a:lnTo>
                  <a:lnTo>
                    <a:pt x="3316702" y="159602"/>
                  </a:lnTo>
                  <a:lnTo>
                    <a:pt x="3276530" y="144737"/>
                  </a:lnTo>
                  <a:lnTo>
                    <a:pt x="3236105" y="130577"/>
                  </a:lnTo>
                  <a:lnTo>
                    <a:pt x="3195438" y="117127"/>
                  </a:lnTo>
                  <a:lnTo>
                    <a:pt x="3154541" y="104391"/>
                  </a:lnTo>
                  <a:lnTo>
                    <a:pt x="3113428" y="92372"/>
                  </a:lnTo>
                  <a:lnTo>
                    <a:pt x="3072112" y="81075"/>
                  </a:lnTo>
                  <a:lnTo>
                    <a:pt x="3030603" y="70503"/>
                  </a:lnTo>
                  <a:lnTo>
                    <a:pt x="2988916" y="60658"/>
                  </a:lnTo>
                  <a:lnTo>
                    <a:pt x="2947063" y="51545"/>
                  </a:lnTo>
                  <a:lnTo>
                    <a:pt x="2905057" y="43166"/>
                  </a:lnTo>
                  <a:lnTo>
                    <a:pt x="2862911" y="35523"/>
                  </a:lnTo>
                  <a:lnTo>
                    <a:pt x="2820638" y="28619"/>
                  </a:lnTo>
                  <a:lnTo>
                    <a:pt x="2778250" y="22455"/>
                  </a:lnTo>
                  <a:lnTo>
                    <a:pt x="2735761" y="17035"/>
                  </a:lnTo>
                  <a:lnTo>
                    <a:pt x="2693183" y="12359"/>
                  </a:lnTo>
                  <a:lnTo>
                    <a:pt x="2650530" y="8429"/>
                  </a:lnTo>
                  <a:lnTo>
                    <a:pt x="2607815" y="5245"/>
                  </a:lnTo>
                  <a:lnTo>
                    <a:pt x="2565051" y="2810"/>
                  </a:lnTo>
                  <a:lnTo>
                    <a:pt x="2522250" y="1124"/>
                  </a:lnTo>
                  <a:lnTo>
                    <a:pt x="2479427" y="187"/>
                  </a:lnTo>
                  <a:lnTo>
                    <a:pt x="2436594" y="0"/>
                  </a:lnTo>
                  <a:lnTo>
                    <a:pt x="2393764" y="562"/>
                  </a:lnTo>
                  <a:lnTo>
                    <a:pt x="2350951" y="1873"/>
                  </a:lnTo>
                  <a:lnTo>
                    <a:pt x="2308167" y="3934"/>
                  </a:lnTo>
                  <a:lnTo>
                    <a:pt x="2265425" y="6743"/>
                  </a:lnTo>
                  <a:lnTo>
                    <a:pt x="2222740" y="10300"/>
                  </a:lnTo>
                  <a:lnTo>
                    <a:pt x="2180123" y="14604"/>
                  </a:lnTo>
                  <a:lnTo>
                    <a:pt x="2137588" y="19652"/>
                  </a:lnTo>
                  <a:lnTo>
                    <a:pt x="2095148" y="25444"/>
                  </a:lnTo>
                  <a:lnTo>
                    <a:pt x="2052815" y="31978"/>
                  </a:lnTo>
                  <a:lnTo>
                    <a:pt x="2010604" y="39252"/>
                  </a:lnTo>
                  <a:lnTo>
                    <a:pt x="1968526" y="47264"/>
                  </a:lnTo>
                  <a:lnTo>
                    <a:pt x="1926595" y="56010"/>
                  </a:lnTo>
                  <a:lnTo>
                    <a:pt x="1884824" y="65489"/>
                  </a:lnTo>
                  <a:lnTo>
                    <a:pt x="1843225" y="75698"/>
                  </a:lnTo>
                  <a:lnTo>
                    <a:pt x="1801810" y="86633"/>
                  </a:lnTo>
                  <a:lnTo>
                    <a:pt x="1760594" y="98292"/>
                  </a:lnTo>
                  <a:lnTo>
                    <a:pt x="1719588" y="110670"/>
                  </a:lnTo>
                  <a:lnTo>
                    <a:pt x="1678805" y="123763"/>
                  </a:lnTo>
                  <a:lnTo>
                    <a:pt x="1638257" y="137569"/>
                  </a:lnTo>
                  <a:lnTo>
                    <a:pt x="1597957" y="152081"/>
                  </a:lnTo>
                  <a:lnTo>
                    <a:pt x="1557917" y="167297"/>
                  </a:lnTo>
                  <a:lnTo>
                    <a:pt x="1518149" y="183212"/>
                  </a:lnTo>
                  <a:lnTo>
                    <a:pt x="1478667" y="199820"/>
                  </a:lnTo>
                  <a:lnTo>
                    <a:pt x="1439480" y="217116"/>
                  </a:lnTo>
                  <a:lnTo>
                    <a:pt x="1400603" y="235095"/>
                  </a:lnTo>
                  <a:lnTo>
                    <a:pt x="1362046" y="253753"/>
                  </a:lnTo>
                  <a:lnTo>
                    <a:pt x="1323822" y="273082"/>
                  </a:lnTo>
                  <a:lnTo>
                    <a:pt x="1285942" y="293077"/>
                  </a:lnTo>
                  <a:lnTo>
                    <a:pt x="1248417" y="313732"/>
                  </a:lnTo>
                  <a:lnTo>
                    <a:pt x="1211260" y="335040"/>
                  </a:lnTo>
                  <a:lnTo>
                    <a:pt x="1174481" y="356996"/>
                  </a:lnTo>
                  <a:lnTo>
                    <a:pt x="1138092" y="379591"/>
                  </a:lnTo>
                  <a:lnTo>
                    <a:pt x="1102105" y="402821"/>
                  </a:lnTo>
                  <a:lnTo>
                    <a:pt x="1066529" y="426676"/>
                  </a:lnTo>
                  <a:lnTo>
                    <a:pt x="1031376" y="451151"/>
                  </a:lnTo>
                  <a:lnTo>
                    <a:pt x="996657" y="476236"/>
                  </a:lnTo>
                  <a:lnTo>
                    <a:pt x="962382" y="501926"/>
                  </a:lnTo>
                  <a:lnTo>
                    <a:pt x="928563" y="528212"/>
                  </a:lnTo>
                  <a:lnTo>
                    <a:pt x="895208" y="555085"/>
                  </a:lnTo>
                  <a:lnTo>
                    <a:pt x="862329" y="582538"/>
                  </a:lnTo>
                  <a:lnTo>
                    <a:pt x="829935" y="610562"/>
                  </a:lnTo>
                  <a:lnTo>
                    <a:pt x="798037" y="639149"/>
                  </a:lnTo>
                  <a:lnTo>
                    <a:pt x="766643" y="668290"/>
                  </a:lnTo>
                  <a:lnTo>
                    <a:pt x="735765" y="697976"/>
                  </a:lnTo>
                  <a:lnTo>
                    <a:pt x="705411" y="728197"/>
                  </a:lnTo>
                  <a:lnTo>
                    <a:pt x="675590" y="758945"/>
                  </a:lnTo>
                  <a:lnTo>
                    <a:pt x="646313" y="790211"/>
                  </a:lnTo>
                  <a:lnTo>
                    <a:pt x="617586" y="821984"/>
                  </a:lnTo>
                  <a:lnTo>
                    <a:pt x="589421" y="854255"/>
                  </a:lnTo>
                  <a:lnTo>
                    <a:pt x="561824" y="887013"/>
                  </a:lnTo>
                  <a:lnTo>
                    <a:pt x="534805" y="920250"/>
                  </a:lnTo>
                  <a:lnTo>
                    <a:pt x="508372" y="953955"/>
                  </a:lnTo>
                  <a:lnTo>
                    <a:pt x="482532" y="988117"/>
                  </a:lnTo>
                  <a:lnTo>
                    <a:pt x="457295" y="1022726"/>
                  </a:lnTo>
                  <a:lnTo>
                    <a:pt x="432667" y="1057771"/>
                  </a:lnTo>
                  <a:lnTo>
                    <a:pt x="408656" y="1093242"/>
                  </a:lnTo>
                  <a:lnTo>
                    <a:pt x="385269" y="1129128"/>
                  </a:lnTo>
                  <a:lnTo>
                    <a:pt x="362515" y="1165417"/>
                  </a:lnTo>
                  <a:lnTo>
                    <a:pt x="340398" y="1202100"/>
                  </a:lnTo>
                  <a:lnTo>
                    <a:pt x="318927" y="1239163"/>
                  </a:lnTo>
                  <a:lnTo>
                    <a:pt x="298109" y="1276597"/>
                  </a:lnTo>
                  <a:lnTo>
                    <a:pt x="277948" y="1314389"/>
                  </a:lnTo>
                  <a:lnTo>
                    <a:pt x="258452" y="1352529"/>
                  </a:lnTo>
                  <a:lnTo>
                    <a:pt x="239626" y="1391004"/>
                  </a:lnTo>
                  <a:lnTo>
                    <a:pt x="221477" y="1429802"/>
                  </a:lnTo>
                  <a:lnTo>
                    <a:pt x="204009" y="1468912"/>
                  </a:lnTo>
                  <a:lnTo>
                    <a:pt x="187229" y="1508322"/>
                  </a:lnTo>
                  <a:lnTo>
                    <a:pt x="171140" y="1548019"/>
                  </a:lnTo>
                  <a:lnTo>
                    <a:pt x="155749" y="1587992"/>
                  </a:lnTo>
                  <a:lnTo>
                    <a:pt x="141060" y="1628228"/>
                  </a:lnTo>
                  <a:lnTo>
                    <a:pt x="127078" y="1668715"/>
                  </a:lnTo>
                  <a:lnTo>
                    <a:pt x="113806" y="1709441"/>
                  </a:lnTo>
                  <a:lnTo>
                    <a:pt x="101249" y="1750392"/>
                  </a:lnTo>
                  <a:lnTo>
                    <a:pt x="89410" y="1791557"/>
                  </a:lnTo>
                  <a:lnTo>
                    <a:pt x="78294" y="1832923"/>
                  </a:lnTo>
                  <a:lnTo>
                    <a:pt x="67903" y="1874478"/>
                  </a:lnTo>
                  <a:lnTo>
                    <a:pt x="58241" y="1916207"/>
                  </a:lnTo>
                  <a:lnTo>
                    <a:pt x="49311" y="1958100"/>
                  </a:lnTo>
                  <a:lnTo>
                    <a:pt x="41116" y="2000142"/>
                  </a:lnTo>
                  <a:lnTo>
                    <a:pt x="33657" y="2042321"/>
                  </a:lnTo>
                  <a:lnTo>
                    <a:pt x="26938" y="2084624"/>
                  </a:lnTo>
                  <a:lnTo>
                    <a:pt x="20960" y="2127039"/>
                  </a:lnTo>
                  <a:lnTo>
                    <a:pt x="15726" y="2169551"/>
                  </a:lnTo>
                  <a:lnTo>
                    <a:pt x="11236" y="2212149"/>
                  </a:lnTo>
                  <a:lnTo>
                    <a:pt x="7492" y="2254818"/>
                  </a:lnTo>
                  <a:lnTo>
                    <a:pt x="4496" y="2297547"/>
                  </a:lnTo>
                  <a:lnTo>
                    <a:pt x="2248" y="2340322"/>
                  </a:lnTo>
                  <a:lnTo>
                    <a:pt x="749" y="2383129"/>
                  </a:lnTo>
                  <a:lnTo>
                    <a:pt x="0" y="2425956"/>
                  </a:lnTo>
                  <a:lnTo>
                    <a:pt x="0" y="2468790"/>
                  </a:lnTo>
                  <a:lnTo>
                    <a:pt x="749" y="2511617"/>
                  </a:lnTo>
                  <a:lnTo>
                    <a:pt x="2248" y="2554424"/>
                  </a:lnTo>
                  <a:lnTo>
                    <a:pt x="4496" y="2597198"/>
                  </a:lnTo>
                  <a:lnTo>
                    <a:pt x="7492" y="2639927"/>
                  </a:lnTo>
                  <a:lnTo>
                    <a:pt x="11236" y="2682597"/>
                  </a:lnTo>
                  <a:lnTo>
                    <a:pt x="15726" y="2725194"/>
                  </a:lnTo>
                  <a:lnTo>
                    <a:pt x="20960" y="2767707"/>
                  </a:lnTo>
                  <a:lnTo>
                    <a:pt x="26938" y="2810121"/>
                  </a:lnTo>
                  <a:lnTo>
                    <a:pt x="33657" y="2852425"/>
                  </a:lnTo>
                  <a:lnTo>
                    <a:pt x="41116" y="2894604"/>
                  </a:lnTo>
                  <a:lnTo>
                    <a:pt x="49311" y="2936646"/>
                  </a:lnTo>
                  <a:lnTo>
                    <a:pt x="58241" y="2978538"/>
                  </a:lnTo>
                  <a:lnTo>
                    <a:pt x="67903" y="3020268"/>
                  </a:lnTo>
                  <a:lnTo>
                    <a:pt x="78294" y="3061822"/>
                  </a:lnTo>
                  <a:lnTo>
                    <a:pt x="89410" y="3103188"/>
                  </a:lnTo>
                  <a:lnTo>
                    <a:pt x="101249" y="3144353"/>
                  </a:lnTo>
                  <a:lnTo>
                    <a:pt x="113806" y="3185305"/>
                  </a:lnTo>
                  <a:lnTo>
                    <a:pt x="127078" y="3226030"/>
                  </a:lnTo>
                  <a:lnTo>
                    <a:pt x="141060" y="3266517"/>
                  </a:lnTo>
                  <a:lnTo>
                    <a:pt x="155749" y="3306753"/>
                  </a:lnTo>
                  <a:lnTo>
                    <a:pt x="171140" y="3346726"/>
                  </a:lnTo>
                  <a:lnTo>
                    <a:pt x="187229" y="3386424"/>
                  </a:lnTo>
                  <a:lnTo>
                    <a:pt x="204009" y="3425834"/>
                  </a:lnTo>
                  <a:lnTo>
                    <a:pt x="221477" y="3464944"/>
                  </a:lnTo>
                  <a:lnTo>
                    <a:pt x="239626" y="3503742"/>
                  </a:lnTo>
                  <a:lnTo>
                    <a:pt x="258452" y="3542217"/>
                  </a:lnTo>
                  <a:lnTo>
                    <a:pt x="277948" y="3580356"/>
                  </a:lnTo>
                  <a:lnTo>
                    <a:pt x="298109" y="3618149"/>
                  </a:lnTo>
                  <a:lnTo>
                    <a:pt x="318927" y="3655582"/>
                  </a:lnTo>
                  <a:lnTo>
                    <a:pt x="340398" y="3692646"/>
                  </a:lnTo>
                  <a:lnTo>
                    <a:pt x="362515" y="3729328"/>
                  </a:lnTo>
                  <a:lnTo>
                    <a:pt x="385269" y="3765618"/>
                  </a:lnTo>
                  <a:lnTo>
                    <a:pt x="408656" y="3801504"/>
                  </a:lnTo>
                  <a:lnTo>
                    <a:pt x="432667" y="3836975"/>
                  </a:lnTo>
                  <a:lnTo>
                    <a:pt x="457295" y="3872020"/>
                  </a:lnTo>
                  <a:lnTo>
                    <a:pt x="482532" y="3906629"/>
                  </a:lnTo>
                  <a:lnTo>
                    <a:pt x="508372" y="3940791"/>
                  </a:lnTo>
                  <a:lnTo>
                    <a:pt x="534805" y="3974495"/>
                  </a:lnTo>
                  <a:lnTo>
                    <a:pt x="561824" y="4007732"/>
                  </a:lnTo>
                  <a:lnTo>
                    <a:pt x="589421" y="4040491"/>
                  </a:lnTo>
                  <a:lnTo>
                    <a:pt x="617586" y="4072762"/>
                  </a:lnTo>
                  <a:lnTo>
                    <a:pt x="646313" y="4104535"/>
                  </a:lnTo>
                  <a:lnTo>
                    <a:pt x="675590" y="4135800"/>
                  </a:lnTo>
                  <a:lnTo>
                    <a:pt x="705411" y="4166548"/>
                  </a:lnTo>
                  <a:lnTo>
                    <a:pt x="735765" y="4196770"/>
                  </a:lnTo>
                  <a:lnTo>
                    <a:pt x="766643" y="4226456"/>
                  </a:lnTo>
                  <a:lnTo>
                    <a:pt x="798037" y="4255596"/>
                  </a:lnTo>
                  <a:lnTo>
                    <a:pt x="829935" y="4284183"/>
                  </a:lnTo>
                  <a:lnTo>
                    <a:pt x="862329" y="4312208"/>
                  </a:lnTo>
                  <a:lnTo>
                    <a:pt x="895208" y="4339661"/>
                  </a:lnTo>
                  <a:lnTo>
                    <a:pt x="928563" y="4366534"/>
                  </a:lnTo>
                  <a:lnTo>
                    <a:pt x="962382" y="4392820"/>
                  </a:lnTo>
                  <a:lnTo>
                    <a:pt x="996657" y="4418509"/>
                  </a:lnTo>
                  <a:lnTo>
                    <a:pt x="1031376" y="4443595"/>
                  </a:lnTo>
                  <a:lnTo>
                    <a:pt x="1066529" y="4468070"/>
                  </a:lnTo>
                  <a:lnTo>
                    <a:pt x="1102105" y="4491925"/>
                  </a:lnTo>
                  <a:lnTo>
                    <a:pt x="1138092" y="4515154"/>
                  </a:lnTo>
                  <a:lnTo>
                    <a:pt x="1174481" y="4537750"/>
                  </a:lnTo>
                  <a:lnTo>
                    <a:pt x="1211260" y="4559705"/>
                  </a:lnTo>
                  <a:lnTo>
                    <a:pt x="1248417" y="4581014"/>
                  </a:lnTo>
                  <a:lnTo>
                    <a:pt x="1285942" y="4601669"/>
                  </a:lnTo>
                  <a:lnTo>
                    <a:pt x="1323822" y="4621664"/>
                  </a:lnTo>
                  <a:lnTo>
                    <a:pt x="1362046" y="4640993"/>
                  </a:lnTo>
                  <a:lnTo>
                    <a:pt x="1400603" y="4659650"/>
                  </a:lnTo>
                  <a:lnTo>
                    <a:pt x="1439480" y="4677630"/>
                  </a:lnTo>
                  <a:lnTo>
                    <a:pt x="1478667" y="4694926"/>
                  </a:lnTo>
                  <a:lnTo>
                    <a:pt x="1518149" y="4711534"/>
                  </a:lnTo>
                  <a:lnTo>
                    <a:pt x="1557917" y="4727448"/>
                  </a:lnTo>
                  <a:lnTo>
                    <a:pt x="1597957" y="4742664"/>
                  </a:lnTo>
                  <a:lnTo>
                    <a:pt x="1638257" y="4757177"/>
                  </a:lnTo>
                  <a:lnTo>
                    <a:pt x="1678805" y="4770982"/>
                  </a:lnTo>
                  <a:lnTo>
                    <a:pt x="1719588" y="4784076"/>
                  </a:lnTo>
                  <a:lnTo>
                    <a:pt x="1760594" y="4796454"/>
                  </a:lnTo>
                  <a:lnTo>
                    <a:pt x="1801810" y="4808112"/>
                  </a:lnTo>
                  <a:lnTo>
                    <a:pt x="1843225" y="4819047"/>
                  </a:lnTo>
                  <a:lnTo>
                    <a:pt x="1884824" y="4829256"/>
                  </a:lnTo>
                  <a:lnTo>
                    <a:pt x="1926595" y="4838735"/>
                  </a:lnTo>
                  <a:lnTo>
                    <a:pt x="1968526" y="4847482"/>
                  </a:lnTo>
                  <a:lnTo>
                    <a:pt x="2010604" y="4855493"/>
                  </a:lnTo>
                  <a:lnTo>
                    <a:pt x="2052815" y="4862767"/>
                  </a:lnTo>
                  <a:lnTo>
                    <a:pt x="2095148" y="4869301"/>
                  </a:lnTo>
                  <a:lnTo>
                    <a:pt x="2137588" y="4875093"/>
                  </a:lnTo>
                  <a:lnTo>
                    <a:pt x="2180123" y="4880142"/>
                  </a:lnTo>
                  <a:lnTo>
                    <a:pt x="2222740" y="4884445"/>
                  </a:lnTo>
                  <a:lnTo>
                    <a:pt x="2265425" y="4888002"/>
                  </a:lnTo>
                  <a:lnTo>
                    <a:pt x="2308167" y="4890811"/>
                  </a:lnTo>
                  <a:lnTo>
                    <a:pt x="2350951" y="4892872"/>
                  </a:lnTo>
                  <a:lnTo>
                    <a:pt x="2393764" y="4894184"/>
                  </a:lnTo>
                  <a:lnTo>
                    <a:pt x="2436594" y="4894746"/>
                  </a:lnTo>
                  <a:lnTo>
                    <a:pt x="2479427" y="4894559"/>
                  </a:lnTo>
                  <a:lnTo>
                    <a:pt x="2522250" y="4893622"/>
                  </a:lnTo>
                  <a:lnTo>
                    <a:pt x="2565051" y="4891935"/>
                  </a:lnTo>
                  <a:lnTo>
                    <a:pt x="2607815" y="4889500"/>
                  </a:lnTo>
                  <a:lnTo>
                    <a:pt x="2650530" y="4886317"/>
                  </a:lnTo>
                  <a:lnTo>
                    <a:pt x="2693183" y="4882387"/>
                  </a:lnTo>
                  <a:lnTo>
                    <a:pt x="2735761" y="4877711"/>
                  </a:lnTo>
                  <a:lnTo>
                    <a:pt x="2778250" y="4872290"/>
                  </a:lnTo>
                  <a:lnTo>
                    <a:pt x="2820638" y="4866127"/>
                  </a:lnTo>
                  <a:lnTo>
                    <a:pt x="2862911" y="4859223"/>
                  </a:lnTo>
                  <a:lnTo>
                    <a:pt x="2905057" y="4851580"/>
                  </a:lnTo>
                  <a:lnTo>
                    <a:pt x="2947063" y="4843200"/>
                  </a:lnTo>
                  <a:lnTo>
                    <a:pt x="2988916" y="4834087"/>
                  </a:lnTo>
                  <a:lnTo>
                    <a:pt x="3030603" y="4824243"/>
                  </a:lnTo>
                  <a:lnTo>
                    <a:pt x="3072112" y="4813670"/>
                  </a:lnTo>
                  <a:lnTo>
                    <a:pt x="3113428" y="4802373"/>
                  </a:lnTo>
                  <a:lnTo>
                    <a:pt x="3154541" y="4790355"/>
                  </a:lnTo>
                  <a:lnTo>
                    <a:pt x="3195438" y="4777618"/>
                  </a:lnTo>
                  <a:lnTo>
                    <a:pt x="3236105" y="4764168"/>
                  </a:lnTo>
                  <a:lnTo>
                    <a:pt x="3276530" y="4750009"/>
                  </a:lnTo>
                  <a:lnTo>
                    <a:pt x="3316702" y="4735144"/>
                  </a:lnTo>
                  <a:lnTo>
                    <a:pt x="3356607" y="4719578"/>
                  </a:lnTo>
                  <a:lnTo>
                    <a:pt x="3396233" y="4703316"/>
                  </a:lnTo>
                  <a:lnTo>
                    <a:pt x="3435569" y="4686364"/>
                  </a:lnTo>
                  <a:lnTo>
                    <a:pt x="3474603" y="4668725"/>
                  </a:lnTo>
                  <a:lnTo>
                    <a:pt x="3513321" y="4650406"/>
                  </a:lnTo>
                  <a:lnTo>
                    <a:pt x="3551713" y="4631412"/>
                  </a:lnTo>
                  <a:lnTo>
                    <a:pt x="3589767" y="4611749"/>
                  </a:lnTo>
                  <a:lnTo>
                    <a:pt x="3627471" y="4591424"/>
                  </a:lnTo>
                  <a:lnTo>
                    <a:pt x="3664813" y="4570441"/>
                  </a:lnTo>
                  <a:lnTo>
                    <a:pt x="3701782" y="4548808"/>
                  </a:lnTo>
                  <a:lnTo>
                    <a:pt x="3738368" y="4526532"/>
                  </a:lnTo>
                  <a:lnTo>
                    <a:pt x="3774557" y="4503618"/>
                  </a:lnTo>
                  <a:lnTo>
                    <a:pt x="3810340" y="4480075"/>
                  </a:lnTo>
                  <a:lnTo>
                    <a:pt x="3845706" y="4455909"/>
                  </a:lnTo>
                  <a:lnTo>
                    <a:pt x="3880643" y="4431128"/>
                  </a:lnTo>
                  <a:lnTo>
                    <a:pt x="3915141" y="4405739"/>
                  </a:lnTo>
                  <a:lnTo>
                    <a:pt x="3949190" y="4379751"/>
                  </a:lnTo>
                  <a:lnTo>
                    <a:pt x="3982779" y="4353170"/>
                  </a:lnTo>
                  <a:lnTo>
                    <a:pt x="4015897" y="4326006"/>
                  </a:lnTo>
                  <a:lnTo>
                    <a:pt x="4048535" y="4298266"/>
                  </a:lnTo>
                  <a:lnTo>
                    <a:pt x="4080682" y="4269960"/>
                  </a:lnTo>
                  <a:lnTo>
                    <a:pt x="4112329" y="4241095"/>
                  </a:lnTo>
                  <a:lnTo>
                    <a:pt x="4143466" y="4211680"/>
                  </a:lnTo>
                  <a:lnTo>
                    <a:pt x="4174083" y="4181726"/>
                  </a:lnTo>
                  <a:lnTo>
                    <a:pt x="4204172" y="4151239"/>
                  </a:lnTo>
                  <a:lnTo>
                    <a:pt x="4233722" y="4120232"/>
                  </a:lnTo>
                  <a:lnTo>
                    <a:pt x="4262725" y="4088711"/>
                  </a:lnTo>
                  <a:lnTo>
                    <a:pt x="4291172" y="4056688"/>
                  </a:lnTo>
                  <a:lnTo>
                    <a:pt x="4319054" y="4024172"/>
                  </a:lnTo>
                  <a:lnTo>
                    <a:pt x="4346363" y="3991173"/>
                  </a:lnTo>
                  <a:lnTo>
                    <a:pt x="4373091" y="3957701"/>
                  </a:lnTo>
                  <a:lnTo>
                    <a:pt x="4399228" y="3923766"/>
                  </a:lnTo>
                  <a:lnTo>
                    <a:pt x="4424767" y="3889380"/>
                  </a:lnTo>
                  <a:lnTo>
                    <a:pt x="4449701" y="3854551"/>
                  </a:lnTo>
                  <a:lnTo>
                    <a:pt x="4474021" y="3819292"/>
                  </a:lnTo>
                  <a:lnTo>
                    <a:pt x="4497721" y="3783612"/>
                  </a:lnTo>
                  <a:lnTo>
                    <a:pt x="4520792" y="3747523"/>
                  </a:lnTo>
                  <a:lnTo>
                    <a:pt x="4543229" y="3711036"/>
                  </a:lnTo>
                  <a:lnTo>
                    <a:pt x="4565023" y="3674161"/>
                  </a:lnTo>
                  <a:lnTo>
                    <a:pt x="4586169" y="3636911"/>
                  </a:lnTo>
                  <a:lnTo>
                    <a:pt x="4606659" y="3599296"/>
                  </a:lnTo>
                  <a:lnTo>
                    <a:pt x="4626489" y="3561329"/>
                  </a:lnTo>
                  <a:lnTo>
                    <a:pt x="4645650" y="3523021"/>
                  </a:lnTo>
                  <a:lnTo>
                    <a:pt x="4664138" y="3484382"/>
                  </a:lnTo>
                  <a:lnTo>
                    <a:pt x="4681948" y="3445427"/>
                  </a:lnTo>
                  <a:lnTo>
                    <a:pt x="4699072" y="3406165"/>
                  </a:lnTo>
                  <a:lnTo>
                    <a:pt x="4715507" y="3366610"/>
                  </a:lnTo>
                  <a:lnTo>
                    <a:pt x="4731248" y="3326774"/>
                  </a:lnTo>
                  <a:lnTo>
                    <a:pt x="4746288" y="3286668"/>
                  </a:lnTo>
                  <a:lnTo>
                    <a:pt x="4760625" y="3246304"/>
                  </a:lnTo>
                  <a:lnTo>
                    <a:pt x="4774252" y="3205697"/>
                  </a:lnTo>
                  <a:lnTo>
                    <a:pt x="4787167" y="3164856"/>
                  </a:lnTo>
                  <a:lnTo>
                    <a:pt x="4799366" y="3123797"/>
                  </a:lnTo>
                  <a:lnTo>
                    <a:pt x="4810844" y="3082529"/>
                  </a:lnTo>
                  <a:lnTo>
                    <a:pt x="4821598" y="3041068"/>
                  </a:lnTo>
                  <a:lnTo>
                    <a:pt x="4831624" y="2999424"/>
                  </a:lnTo>
                  <a:lnTo>
                    <a:pt x="4840920" y="2957612"/>
                  </a:lnTo>
                  <a:lnTo>
                    <a:pt x="4849484" y="2915643"/>
                  </a:lnTo>
                  <a:lnTo>
                    <a:pt x="4857311" y="2873530"/>
                  </a:lnTo>
                  <a:lnTo>
                    <a:pt x="4864400" y="2831288"/>
                  </a:lnTo>
                  <a:lnTo>
                    <a:pt x="4870749" y="2788927"/>
                  </a:lnTo>
                  <a:lnTo>
                    <a:pt x="4876355" y="2746462"/>
                  </a:lnTo>
                  <a:lnTo>
                    <a:pt x="4881217" y="2703905"/>
                  </a:lnTo>
                  <a:lnTo>
                    <a:pt x="4885334" y="2661270"/>
                  </a:lnTo>
                  <a:lnTo>
                    <a:pt x="4888704" y="2618569"/>
                  </a:lnTo>
                  <a:lnTo>
                    <a:pt x="4891326" y="2575816"/>
                  </a:lnTo>
                  <a:lnTo>
                    <a:pt x="4893200" y="2533024"/>
                  </a:lnTo>
                  <a:lnTo>
                    <a:pt x="4894324" y="2490205"/>
                  </a:lnTo>
                  <a:lnTo>
                    <a:pt x="4894699" y="244737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3981623" y="916464"/>
              <a:ext cx="26499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3972570" y="6545476"/>
              <a:ext cx="28309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6104276" y="1740813"/>
              <a:ext cx="46981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6928626" y="3730970"/>
              <a:ext cx="21680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6104276" y="5721126"/>
              <a:ext cx="48792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" name="pg17"/>
            <p:cNvSpPr/>
            <p:nvPr/>
          </p:nvSpPr>
          <p:spPr>
            <a:xfrm>
              <a:off x="1666816" y="1322413"/>
              <a:ext cx="4894699" cy="4894746"/>
            </a:xfrm>
            <a:custGeom>
              <a:avLst/>
              <a:pathLst>
                <a:path w="4894699" h="4894746">
                  <a:moveTo>
                    <a:pt x="4894699" y="2447373"/>
                  </a:moveTo>
                  <a:lnTo>
                    <a:pt x="4894324" y="2404541"/>
                  </a:lnTo>
                  <a:lnTo>
                    <a:pt x="4893200" y="2361722"/>
                  </a:lnTo>
                  <a:lnTo>
                    <a:pt x="4891326" y="2318929"/>
                  </a:lnTo>
                  <a:lnTo>
                    <a:pt x="4888704" y="2276176"/>
                  </a:lnTo>
                  <a:lnTo>
                    <a:pt x="4885334" y="2233475"/>
                  </a:lnTo>
                  <a:lnTo>
                    <a:pt x="4881217" y="2190840"/>
                  </a:lnTo>
                  <a:lnTo>
                    <a:pt x="4876355" y="2148284"/>
                  </a:lnTo>
                  <a:lnTo>
                    <a:pt x="4870749" y="2105818"/>
                  </a:lnTo>
                  <a:lnTo>
                    <a:pt x="4864400" y="2063458"/>
                  </a:lnTo>
                  <a:lnTo>
                    <a:pt x="4857311" y="2021215"/>
                  </a:lnTo>
                  <a:lnTo>
                    <a:pt x="4849484" y="1979103"/>
                  </a:lnTo>
                  <a:lnTo>
                    <a:pt x="4840920" y="1937134"/>
                  </a:lnTo>
                  <a:lnTo>
                    <a:pt x="4831624" y="1895321"/>
                  </a:lnTo>
                  <a:lnTo>
                    <a:pt x="4821598" y="1853678"/>
                  </a:lnTo>
                  <a:lnTo>
                    <a:pt x="4810844" y="1812216"/>
                  </a:lnTo>
                  <a:lnTo>
                    <a:pt x="4799366" y="1770949"/>
                  </a:lnTo>
                  <a:lnTo>
                    <a:pt x="4787167" y="1729889"/>
                  </a:lnTo>
                  <a:lnTo>
                    <a:pt x="4774252" y="1689049"/>
                  </a:lnTo>
                  <a:lnTo>
                    <a:pt x="4760625" y="1648441"/>
                  </a:lnTo>
                  <a:lnTo>
                    <a:pt x="4746288" y="1608078"/>
                  </a:lnTo>
                  <a:lnTo>
                    <a:pt x="4731248" y="1567972"/>
                  </a:lnTo>
                  <a:lnTo>
                    <a:pt x="4715507" y="1528135"/>
                  </a:lnTo>
                  <a:lnTo>
                    <a:pt x="4699072" y="1488580"/>
                  </a:lnTo>
                  <a:lnTo>
                    <a:pt x="4681948" y="1449319"/>
                  </a:lnTo>
                  <a:lnTo>
                    <a:pt x="4664138" y="1410363"/>
                  </a:lnTo>
                  <a:lnTo>
                    <a:pt x="4645650" y="1371725"/>
                  </a:lnTo>
                  <a:lnTo>
                    <a:pt x="4626489" y="1333416"/>
                  </a:lnTo>
                  <a:lnTo>
                    <a:pt x="4606659" y="1295449"/>
                  </a:lnTo>
                  <a:lnTo>
                    <a:pt x="4586169" y="1257835"/>
                  </a:lnTo>
                  <a:lnTo>
                    <a:pt x="4565023" y="1220584"/>
                  </a:lnTo>
                  <a:lnTo>
                    <a:pt x="4543229" y="1183710"/>
                  </a:lnTo>
                  <a:lnTo>
                    <a:pt x="4520792" y="1147223"/>
                  </a:lnTo>
                  <a:lnTo>
                    <a:pt x="4497721" y="1111134"/>
                  </a:lnTo>
                  <a:lnTo>
                    <a:pt x="4474021" y="1075454"/>
                  </a:lnTo>
                  <a:lnTo>
                    <a:pt x="4449701" y="1040194"/>
                  </a:lnTo>
                  <a:lnTo>
                    <a:pt x="4424767" y="1005366"/>
                  </a:lnTo>
                  <a:lnTo>
                    <a:pt x="4399228" y="970979"/>
                  </a:lnTo>
                  <a:lnTo>
                    <a:pt x="4373091" y="937045"/>
                  </a:lnTo>
                  <a:lnTo>
                    <a:pt x="4346363" y="903573"/>
                  </a:lnTo>
                  <a:lnTo>
                    <a:pt x="4319054" y="870574"/>
                  </a:lnTo>
                  <a:lnTo>
                    <a:pt x="4291172" y="838058"/>
                  </a:lnTo>
                  <a:lnTo>
                    <a:pt x="4262725" y="806034"/>
                  </a:lnTo>
                  <a:lnTo>
                    <a:pt x="4233722" y="774514"/>
                  </a:lnTo>
                  <a:lnTo>
                    <a:pt x="4204172" y="743506"/>
                  </a:lnTo>
                  <a:lnTo>
                    <a:pt x="4174083" y="713020"/>
                  </a:lnTo>
                  <a:lnTo>
                    <a:pt x="4143466" y="683065"/>
                  </a:lnTo>
                  <a:lnTo>
                    <a:pt x="4112329" y="653651"/>
                  </a:lnTo>
                  <a:lnTo>
                    <a:pt x="4080682" y="624786"/>
                  </a:lnTo>
                  <a:lnTo>
                    <a:pt x="4048535" y="596479"/>
                  </a:lnTo>
                  <a:lnTo>
                    <a:pt x="4015897" y="568740"/>
                  </a:lnTo>
                  <a:lnTo>
                    <a:pt x="3982779" y="541575"/>
                  </a:lnTo>
                  <a:lnTo>
                    <a:pt x="3949190" y="514995"/>
                  </a:lnTo>
                  <a:lnTo>
                    <a:pt x="3915141" y="489006"/>
                  </a:lnTo>
                  <a:lnTo>
                    <a:pt x="3880643" y="463617"/>
                  </a:lnTo>
                  <a:lnTo>
                    <a:pt x="3845706" y="438836"/>
                  </a:lnTo>
                  <a:lnTo>
                    <a:pt x="3810340" y="414671"/>
                  </a:lnTo>
                  <a:lnTo>
                    <a:pt x="3774557" y="391127"/>
                  </a:lnTo>
                  <a:lnTo>
                    <a:pt x="3738368" y="368214"/>
                  </a:lnTo>
                  <a:lnTo>
                    <a:pt x="3701782" y="345937"/>
                  </a:lnTo>
                  <a:lnTo>
                    <a:pt x="3664813" y="324305"/>
                  </a:lnTo>
                  <a:lnTo>
                    <a:pt x="3627471" y="303322"/>
                  </a:lnTo>
                  <a:lnTo>
                    <a:pt x="3589767" y="282996"/>
                  </a:lnTo>
                  <a:lnTo>
                    <a:pt x="3551713" y="263333"/>
                  </a:lnTo>
                  <a:lnTo>
                    <a:pt x="3513321" y="244340"/>
                  </a:lnTo>
                  <a:lnTo>
                    <a:pt x="3474603" y="226021"/>
                  </a:lnTo>
                  <a:lnTo>
                    <a:pt x="3435569" y="208382"/>
                  </a:lnTo>
                  <a:lnTo>
                    <a:pt x="3396233" y="191429"/>
                  </a:lnTo>
                  <a:lnTo>
                    <a:pt x="3356607" y="175168"/>
                  </a:lnTo>
                  <a:lnTo>
                    <a:pt x="3316702" y="159602"/>
                  </a:lnTo>
                  <a:lnTo>
                    <a:pt x="3276530" y="144737"/>
                  </a:lnTo>
                  <a:lnTo>
                    <a:pt x="3236105" y="130577"/>
                  </a:lnTo>
                  <a:lnTo>
                    <a:pt x="3195438" y="117127"/>
                  </a:lnTo>
                  <a:lnTo>
                    <a:pt x="3154541" y="104391"/>
                  </a:lnTo>
                  <a:lnTo>
                    <a:pt x="3113428" y="92372"/>
                  </a:lnTo>
                  <a:lnTo>
                    <a:pt x="3072112" y="81075"/>
                  </a:lnTo>
                  <a:lnTo>
                    <a:pt x="3030603" y="70503"/>
                  </a:lnTo>
                  <a:lnTo>
                    <a:pt x="2988916" y="60658"/>
                  </a:lnTo>
                  <a:lnTo>
                    <a:pt x="2947063" y="51545"/>
                  </a:lnTo>
                  <a:lnTo>
                    <a:pt x="2905057" y="43166"/>
                  </a:lnTo>
                  <a:lnTo>
                    <a:pt x="2862911" y="35523"/>
                  </a:lnTo>
                  <a:lnTo>
                    <a:pt x="2820638" y="28619"/>
                  </a:lnTo>
                  <a:lnTo>
                    <a:pt x="2778250" y="22455"/>
                  </a:lnTo>
                  <a:lnTo>
                    <a:pt x="2735761" y="17035"/>
                  </a:lnTo>
                  <a:lnTo>
                    <a:pt x="2693183" y="12359"/>
                  </a:lnTo>
                  <a:lnTo>
                    <a:pt x="2650530" y="8429"/>
                  </a:lnTo>
                  <a:lnTo>
                    <a:pt x="2607815" y="5245"/>
                  </a:lnTo>
                  <a:lnTo>
                    <a:pt x="2565051" y="2810"/>
                  </a:lnTo>
                  <a:lnTo>
                    <a:pt x="2522250" y="1124"/>
                  </a:lnTo>
                  <a:lnTo>
                    <a:pt x="2479427" y="187"/>
                  </a:lnTo>
                  <a:lnTo>
                    <a:pt x="2436594" y="0"/>
                  </a:lnTo>
                  <a:lnTo>
                    <a:pt x="2393764" y="562"/>
                  </a:lnTo>
                  <a:lnTo>
                    <a:pt x="2350951" y="1873"/>
                  </a:lnTo>
                  <a:lnTo>
                    <a:pt x="2308167" y="3934"/>
                  </a:lnTo>
                  <a:lnTo>
                    <a:pt x="2265425" y="6743"/>
                  </a:lnTo>
                  <a:lnTo>
                    <a:pt x="2222740" y="10300"/>
                  </a:lnTo>
                  <a:lnTo>
                    <a:pt x="2180123" y="14604"/>
                  </a:lnTo>
                  <a:lnTo>
                    <a:pt x="2137588" y="19652"/>
                  </a:lnTo>
                  <a:lnTo>
                    <a:pt x="2095148" y="25444"/>
                  </a:lnTo>
                  <a:lnTo>
                    <a:pt x="2052815" y="31978"/>
                  </a:lnTo>
                  <a:lnTo>
                    <a:pt x="2010604" y="39252"/>
                  </a:lnTo>
                  <a:lnTo>
                    <a:pt x="1968526" y="47264"/>
                  </a:lnTo>
                  <a:lnTo>
                    <a:pt x="1926595" y="56010"/>
                  </a:lnTo>
                  <a:lnTo>
                    <a:pt x="1884824" y="65489"/>
                  </a:lnTo>
                  <a:lnTo>
                    <a:pt x="1843225" y="75698"/>
                  </a:lnTo>
                  <a:lnTo>
                    <a:pt x="1801810" y="86633"/>
                  </a:lnTo>
                  <a:lnTo>
                    <a:pt x="1760594" y="98292"/>
                  </a:lnTo>
                  <a:lnTo>
                    <a:pt x="1719588" y="110670"/>
                  </a:lnTo>
                  <a:lnTo>
                    <a:pt x="1678805" y="123763"/>
                  </a:lnTo>
                  <a:lnTo>
                    <a:pt x="1638257" y="137569"/>
                  </a:lnTo>
                  <a:lnTo>
                    <a:pt x="1597957" y="152081"/>
                  </a:lnTo>
                  <a:lnTo>
                    <a:pt x="1557917" y="167297"/>
                  </a:lnTo>
                  <a:lnTo>
                    <a:pt x="1518149" y="183212"/>
                  </a:lnTo>
                  <a:lnTo>
                    <a:pt x="1478667" y="199820"/>
                  </a:lnTo>
                  <a:lnTo>
                    <a:pt x="1439480" y="217116"/>
                  </a:lnTo>
                  <a:lnTo>
                    <a:pt x="1400603" y="235095"/>
                  </a:lnTo>
                  <a:lnTo>
                    <a:pt x="1362046" y="253753"/>
                  </a:lnTo>
                  <a:lnTo>
                    <a:pt x="1323822" y="273082"/>
                  </a:lnTo>
                  <a:lnTo>
                    <a:pt x="1285942" y="293077"/>
                  </a:lnTo>
                  <a:lnTo>
                    <a:pt x="1248417" y="313732"/>
                  </a:lnTo>
                  <a:lnTo>
                    <a:pt x="1211260" y="335040"/>
                  </a:lnTo>
                  <a:lnTo>
                    <a:pt x="1174481" y="356996"/>
                  </a:lnTo>
                  <a:lnTo>
                    <a:pt x="1138092" y="379591"/>
                  </a:lnTo>
                  <a:lnTo>
                    <a:pt x="1102105" y="402821"/>
                  </a:lnTo>
                  <a:lnTo>
                    <a:pt x="1066529" y="426676"/>
                  </a:lnTo>
                  <a:lnTo>
                    <a:pt x="1031376" y="451151"/>
                  </a:lnTo>
                  <a:lnTo>
                    <a:pt x="996657" y="476236"/>
                  </a:lnTo>
                  <a:lnTo>
                    <a:pt x="962382" y="501926"/>
                  </a:lnTo>
                  <a:lnTo>
                    <a:pt x="928563" y="528212"/>
                  </a:lnTo>
                  <a:lnTo>
                    <a:pt x="895208" y="555085"/>
                  </a:lnTo>
                  <a:lnTo>
                    <a:pt x="862329" y="582538"/>
                  </a:lnTo>
                  <a:lnTo>
                    <a:pt x="829935" y="610562"/>
                  </a:lnTo>
                  <a:lnTo>
                    <a:pt x="798037" y="639149"/>
                  </a:lnTo>
                  <a:lnTo>
                    <a:pt x="766643" y="668290"/>
                  </a:lnTo>
                  <a:lnTo>
                    <a:pt x="735765" y="697976"/>
                  </a:lnTo>
                  <a:lnTo>
                    <a:pt x="705411" y="728197"/>
                  </a:lnTo>
                  <a:lnTo>
                    <a:pt x="675590" y="758945"/>
                  </a:lnTo>
                  <a:lnTo>
                    <a:pt x="646313" y="790211"/>
                  </a:lnTo>
                  <a:lnTo>
                    <a:pt x="617586" y="821984"/>
                  </a:lnTo>
                  <a:lnTo>
                    <a:pt x="589421" y="854255"/>
                  </a:lnTo>
                  <a:lnTo>
                    <a:pt x="561824" y="887013"/>
                  </a:lnTo>
                  <a:lnTo>
                    <a:pt x="534805" y="920250"/>
                  </a:lnTo>
                  <a:lnTo>
                    <a:pt x="508372" y="953955"/>
                  </a:lnTo>
                  <a:lnTo>
                    <a:pt x="482532" y="988117"/>
                  </a:lnTo>
                  <a:lnTo>
                    <a:pt x="457295" y="1022726"/>
                  </a:lnTo>
                  <a:lnTo>
                    <a:pt x="432667" y="1057771"/>
                  </a:lnTo>
                  <a:lnTo>
                    <a:pt x="408656" y="1093242"/>
                  </a:lnTo>
                  <a:lnTo>
                    <a:pt x="385269" y="1129128"/>
                  </a:lnTo>
                  <a:lnTo>
                    <a:pt x="362515" y="1165417"/>
                  </a:lnTo>
                  <a:lnTo>
                    <a:pt x="340398" y="1202100"/>
                  </a:lnTo>
                  <a:lnTo>
                    <a:pt x="318927" y="1239163"/>
                  </a:lnTo>
                  <a:lnTo>
                    <a:pt x="298109" y="1276597"/>
                  </a:lnTo>
                  <a:lnTo>
                    <a:pt x="277948" y="1314389"/>
                  </a:lnTo>
                  <a:lnTo>
                    <a:pt x="258452" y="1352529"/>
                  </a:lnTo>
                  <a:lnTo>
                    <a:pt x="239626" y="1391004"/>
                  </a:lnTo>
                  <a:lnTo>
                    <a:pt x="221477" y="1429802"/>
                  </a:lnTo>
                  <a:lnTo>
                    <a:pt x="204009" y="1468912"/>
                  </a:lnTo>
                  <a:lnTo>
                    <a:pt x="187229" y="1508322"/>
                  </a:lnTo>
                  <a:lnTo>
                    <a:pt x="171140" y="1548019"/>
                  </a:lnTo>
                  <a:lnTo>
                    <a:pt x="155749" y="1587992"/>
                  </a:lnTo>
                  <a:lnTo>
                    <a:pt x="141060" y="1628228"/>
                  </a:lnTo>
                  <a:lnTo>
                    <a:pt x="127078" y="1668715"/>
                  </a:lnTo>
                  <a:lnTo>
                    <a:pt x="113806" y="1709441"/>
                  </a:lnTo>
                  <a:lnTo>
                    <a:pt x="101249" y="1750392"/>
                  </a:lnTo>
                  <a:lnTo>
                    <a:pt x="89410" y="1791557"/>
                  </a:lnTo>
                  <a:lnTo>
                    <a:pt x="78294" y="1832923"/>
                  </a:lnTo>
                  <a:lnTo>
                    <a:pt x="67903" y="1874478"/>
                  </a:lnTo>
                  <a:lnTo>
                    <a:pt x="58241" y="1916207"/>
                  </a:lnTo>
                  <a:lnTo>
                    <a:pt x="49311" y="1958100"/>
                  </a:lnTo>
                  <a:lnTo>
                    <a:pt x="41116" y="2000142"/>
                  </a:lnTo>
                  <a:lnTo>
                    <a:pt x="33657" y="2042321"/>
                  </a:lnTo>
                  <a:lnTo>
                    <a:pt x="26938" y="2084624"/>
                  </a:lnTo>
                  <a:lnTo>
                    <a:pt x="20960" y="2127039"/>
                  </a:lnTo>
                  <a:lnTo>
                    <a:pt x="15726" y="2169551"/>
                  </a:lnTo>
                  <a:lnTo>
                    <a:pt x="11236" y="2212149"/>
                  </a:lnTo>
                  <a:lnTo>
                    <a:pt x="7492" y="2254818"/>
                  </a:lnTo>
                  <a:lnTo>
                    <a:pt x="4496" y="2297547"/>
                  </a:lnTo>
                  <a:lnTo>
                    <a:pt x="2248" y="2340322"/>
                  </a:lnTo>
                  <a:lnTo>
                    <a:pt x="749" y="2383129"/>
                  </a:lnTo>
                  <a:lnTo>
                    <a:pt x="0" y="2425956"/>
                  </a:lnTo>
                  <a:lnTo>
                    <a:pt x="0" y="2468790"/>
                  </a:lnTo>
                  <a:lnTo>
                    <a:pt x="749" y="2511617"/>
                  </a:lnTo>
                  <a:lnTo>
                    <a:pt x="2248" y="2554424"/>
                  </a:lnTo>
                  <a:lnTo>
                    <a:pt x="4496" y="2597198"/>
                  </a:lnTo>
                  <a:lnTo>
                    <a:pt x="7492" y="2639927"/>
                  </a:lnTo>
                  <a:lnTo>
                    <a:pt x="11236" y="2682597"/>
                  </a:lnTo>
                  <a:lnTo>
                    <a:pt x="15726" y="2725194"/>
                  </a:lnTo>
                  <a:lnTo>
                    <a:pt x="20960" y="2767707"/>
                  </a:lnTo>
                  <a:lnTo>
                    <a:pt x="26938" y="2810121"/>
                  </a:lnTo>
                  <a:lnTo>
                    <a:pt x="33657" y="2852425"/>
                  </a:lnTo>
                  <a:lnTo>
                    <a:pt x="41116" y="2894604"/>
                  </a:lnTo>
                  <a:lnTo>
                    <a:pt x="49311" y="2936646"/>
                  </a:lnTo>
                  <a:lnTo>
                    <a:pt x="58241" y="2978538"/>
                  </a:lnTo>
                  <a:lnTo>
                    <a:pt x="67903" y="3020268"/>
                  </a:lnTo>
                  <a:lnTo>
                    <a:pt x="78294" y="3061822"/>
                  </a:lnTo>
                  <a:lnTo>
                    <a:pt x="89410" y="3103188"/>
                  </a:lnTo>
                  <a:lnTo>
                    <a:pt x="101249" y="3144353"/>
                  </a:lnTo>
                  <a:lnTo>
                    <a:pt x="113806" y="3185305"/>
                  </a:lnTo>
                  <a:lnTo>
                    <a:pt x="127078" y="3226030"/>
                  </a:lnTo>
                  <a:lnTo>
                    <a:pt x="141060" y="3266517"/>
                  </a:lnTo>
                  <a:lnTo>
                    <a:pt x="155749" y="3306753"/>
                  </a:lnTo>
                  <a:lnTo>
                    <a:pt x="171140" y="3346726"/>
                  </a:lnTo>
                  <a:lnTo>
                    <a:pt x="187229" y="3386424"/>
                  </a:lnTo>
                  <a:lnTo>
                    <a:pt x="204009" y="3425834"/>
                  </a:lnTo>
                  <a:lnTo>
                    <a:pt x="221477" y="3464944"/>
                  </a:lnTo>
                  <a:lnTo>
                    <a:pt x="239626" y="3503742"/>
                  </a:lnTo>
                  <a:lnTo>
                    <a:pt x="258452" y="3542217"/>
                  </a:lnTo>
                  <a:lnTo>
                    <a:pt x="277948" y="3580356"/>
                  </a:lnTo>
                  <a:lnTo>
                    <a:pt x="298109" y="3618149"/>
                  </a:lnTo>
                  <a:lnTo>
                    <a:pt x="318927" y="3655582"/>
                  </a:lnTo>
                  <a:lnTo>
                    <a:pt x="340398" y="3692646"/>
                  </a:lnTo>
                  <a:lnTo>
                    <a:pt x="362515" y="3729328"/>
                  </a:lnTo>
                  <a:lnTo>
                    <a:pt x="385269" y="3765618"/>
                  </a:lnTo>
                  <a:lnTo>
                    <a:pt x="408656" y="3801504"/>
                  </a:lnTo>
                  <a:lnTo>
                    <a:pt x="432667" y="3836975"/>
                  </a:lnTo>
                  <a:lnTo>
                    <a:pt x="457295" y="3872020"/>
                  </a:lnTo>
                  <a:lnTo>
                    <a:pt x="482532" y="3906629"/>
                  </a:lnTo>
                  <a:lnTo>
                    <a:pt x="508372" y="3940791"/>
                  </a:lnTo>
                  <a:lnTo>
                    <a:pt x="534805" y="3974495"/>
                  </a:lnTo>
                  <a:lnTo>
                    <a:pt x="561824" y="4007732"/>
                  </a:lnTo>
                  <a:lnTo>
                    <a:pt x="589421" y="4040491"/>
                  </a:lnTo>
                  <a:lnTo>
                    <a:pt x="617586" y="4072762"/>
                  </a:lnTo>
                  <a:lnTo>
                    <a:pt x="646313" y="4104535"/>
                  </a:lnTo>
                  <a:lnTo>
                    <a:pt x="675590" y="4135800"/>
                  </a:lnTo>
                  <a:lnTo>
                    <a:pt x="705411" y="4166548"/>
                  </a:lnTo>
                  <a:lnTo>
                    <a:pt x="735765" y="4196770"/>
                  </a:lnTo>
                  <a:lnTo>
                    <a:pt x="766643" y="4226456"/>
                  </a:lnTo>
                  <a:lnTo>
                    <a:pt x="798037" y="4255596"/>
                  </a:lnTo>
                  <a:lnTo>
                    <a:pt x="829935" y="4284183"/>
                  </a:lnTo>
                  <a:lnTo>
                    <a:pt x="862329" y="4312208"/>
                  </a:lnTo>
                  <a:lnTo>
                    <a:pt x="895208" y="4339661"/>
                  </a:lnTo>
                  <a:lnTo>
                    <a:pt x="928563" y="4366534"/>
                  </a:lnTo>
                  <a:lnTo>
                    <a:pt x="962382" y="4392820"/>
                  </a:lnTo>
                  <a:lnTo>
                    <a:pt x="996657" y="4418509"/>
                  </a:lnTo>
                  <a:lnTo>
                    <a:pt x="1031376" y="4443595"/>
                  </a:lnTo>
                  <a:lnTo>
                    <a:pt x="1066529" y="4468070"/>
                  </a:lnTo>
                  <a:lnTo>
                    <a:pt x="1102105" y="4491925"/>
                  </a:lnTo>
                  <a:lnTo>
                    <a:pt x="1138092" y="4515154"/>
                  </a:lnTo>
                  <a:lnTo>
                    <a:pt x="1174481" y="4537750"/>
                  </a:lnTo>
                  <a:lnTo>
                    <a:pt x="1211260" y="4559705"/>
                  </a:lnTo>
                  <a:lnTo>
                    <a:pt x="1248417" y="4581014"/>
                  </a:lnTo>
                  <a:lnTo>
                    <a:pt x="1285942" y="4601669"/>
                  </a:lnTo>
                  <a:lnTo>
                    <a:pt x="1323822" y="4621664"/>
                  </a:lnTo>
                  <a:lnTo>
                    <a:pt x="1362046" y="4640993"/>
                  </a:lnTo>
                  <a:lnTo>
                    <a:pt x="1400603" y="4659650"/>
                  </a:lnTo>
                  <a:lnTo>
                    <a:pt x="1439480" y="4677630"/>
                  </a:lnTo>
                  <a:lnTo>
                    <a:pt x="1478667" y="4694926"/>
                  </a:lnTo>
                  <a:lnTo>
                    <a:pt x="1518149" y="4711534"/>
                  </a:lnTo>
                  <a:lnTo>
                    <a:pt x="1557917" y="4727448"/>
                  </a:lnTo>
                  <a:lnTo>
                    <a:pt x="1597957" y="4742664"/>
                  </a:lnTo>
                  <a:lnTo>
                    <a:pt x="1638257" y="4757177"/>
                  </a:lnTo>
                  <a:lnTo>
                    <a:pt x="1678805" y="4770982"/>
                  </a:lnTo>
                  <a:lnTo>
                    <a:pt x="1719588" y="4784076"/>
                  </a:lnTo>
                  <a:lnTo>
                    <a:pt x="1760594" y="4796454"/>
                  </a:lnTo>
                  <a:lnTo>
                    <a:pt x="1801810" y="4808112"/>
                  </a:lnTo>
                  <a:lnTo>
                    <a:pt x="1843225" y="4819047"/>
                  </a:lnTo>
                  <a:lnTo>
                    <a:pt x="1884824" y="4829256"/>
                  </a:lnTo>
                  <a:lnTo>
                    <a:pt x="1926595" y="4838735"/>
                  </a:lnTo>
                  <a:lnTo>
                    <a:pt x="1968526" y="4847482"/>
                  </a:lnTo>
                  <a:lnTo>
                    <a:pt x="2010604" y="4855493"/>
                  </a:lnTo>
                  <a:lnTo>
                    <a:pt x="2052815" y="4862767"/>
                  </a:lnTo>
                  <a:lnTo>
                    <a:pt x="2095148" y="4869301"/>
                  </a:lnTo>
                  <a:lnTo>
                    <a:pt x="2137588" y="4875093"/>
                  </a:lnTo>
                  <a:lnTo>
                    <a:pt x="2180123" y="4880142"/>
                  </a:lnTo>
                  <a:lnTo>
                    <a:pt x="2222740" y="4884445"/>
                  </a:lnTo>
                  <a:lnTo>
                    <a:pt x="2265425" y="4888002"/>
                  </a:lnTo>
                  <a:lnTo>
                    <a:pt x="2308167" y="4890811"/>
                  </a:lnTo>
                  <a:lnTo>
                    <a:pt x="2350951" y="4892872"/>
                  </a:lnTo>
                  <a:lnTo>
                    <a:pt x="2393764" y="4894184"/>
                  </a:lnTo>
                  <a:lnTo>
                    <a:pt x="2436594" y="4894746"/>
                  </a:lnTo>
                  <a:lnTo>
                    <a:pt x="2479427" y="4894559"/>
                  </a:lnTo>
                  <a:lnTo>
                    <a:pt x="2522250" y="4893622"/>
                  </a:lnTo>
                  <a:lnTo>
                    <a:pt x="2565051" y="4891935"/>
                  </a:lnTo>
                  <a:lnTo>
                    <a:pt x="2607815" y="4889500"/>
                  </a:lnTo>
                  <a:lnTo>
                    <a:pt x="2650530" y="4886317"/>
                  </a:lnTo>
                  <a:lnTo>
                    <a:pt x="2693183" y="4882387"/>
                  </a:lnTo>
                  <a:lnTo>
                    <a:pt x="2735761" y="4877711"/>
                  </a:lnTo>
                  <a:lnTo>
                    <a:pt x="2778250" y="4872290"/>
                  </a:lnTo>
                  <a:lnTo>
                    <a:pt x="2820638" y="4866127"/>
                  </a:lnTo>
                  <a:lnTo>
                    <a:pt x="2862911" y="4859223"/>
                  </a:lnTo>
                  <a:lnTo>
                    <a:pt x="2905057" y="4851580"/>
                  </a:lnTo>
                  <a:lnTo>
                    <a:pt x="2947063" y="4843200"/>
                  </a:lnTo>
                  <a:lnTo>
                    <a:pt x="2988916" y="4834087"/>
                  </a:lnTo>
                  <a:lnTo>
                    <a:pt x="3030603" y="4824243"/>
                  </a:lnTo>
                  <a:lnTo>
                    <a:pt x="3072112" y="4813670"/>
                  </a:lnTo>
                  <a:lnTo>
                    <a:pt x="3113428" y="4802373"/>
                  </a:lnTo>
                  <a:lnTo>
                    <a:pt x="3154541" y="4790355"/>
                  </a:lnTo>
                  <a:lnTo>
                    <a:pt x="3195438" y="4777618"/>
                  </a:lnTo>
                  <a:lnTo>
                    <a:pt x="3236105" y="4764168"/>
                  </a:lnTo>
                  <a:lnTo>
                    <a:pt x="3276530" y="4750009"/>
                  </a:lnTo>
                  <a:lnTo>
                    <a:pt x="3316702" y="4735144"/>
                  </a:lnTo>
                  <a:lnTo>
                    <a:pt x="3356607" y="4719578"/>
                  </a:lnTo>
                  <a:lnTo>
                    <a:pt x="3396233" y="4703316"/>
                  </a:lnTo>
                  <a:lnTo>
                    <a:pt x="3435569" y="4686364"/>
                  </a:lnTo>
                  <a:lnTo>
                    <a:pt x="3474603" y="4668725"/>
                  </a:lnTo>
                  <a:lnTo>
                    <a:pt x="3513321" y="4650406"/>
                  </a:lnTo>
                  <a:lnTo>
                    <a:pt x="3551713" y="4631412"/>
                  </a:lnTo>
                  <a:lnTo>
                    <a:pt x="3589767" y="4611749"/>
                  </a:lnTo>
                  <a:lnTo>
                    <a:pt x="3627471" y="4591424"/>
                  </a:lnTo>
                  <a:lnTo>
                    <a:pt x="3664813" y="4570441"/>
                  </a:lnTo>
                  <a:lnTo>
                    <a:pt x="3701782" y="4548808"/>
                  </a:lnTo>
                  <a:lnTo>
                    <a:pt x="3738368" y="4526532"/>
                  </a:lnTo>
                  <a:lnTo>
                    <a:pt x="3774557" y="4503618"/>
                  </a:lnTo>
                  <a:lnTo>
                    <a:pt x="3810340" y="4480075"/>
                  </a:lnTo>
                  <a:lnTo>
                    <a:pt x="3845706" y="4455909"/>
                  </a:lnTo>
                  <a:lnTo>
                    <a:pt x="3880643" y="4431128"/>
                  </a:lnTo>
                  <a:lnTo>
                    <a:pt x="3915141" y="4405739"/>
                  </a:lnTo>
                  <a:lnTo>
                    <a:pt x="3949190" y="4379751"/>
                  </a:lnTo>
                  <a:lnTo>
                    <a:pt x="3982779" y="4353170"/>
                  </a:lnTo>
                  <a:lnTo>
                    <a:pt x="4015897" y="4326006"/>
                  </a:lnTo>
                  <a:lnTo>
                    <a:pt x="4048535" y="4298266"/>
                  </a:lnTo>
                  <a:lnTo>
                    <a:pt x="4080682" y="4269960"/>
                  </a:lnTo>
                  <a:lnTo>
                    <a:pt x="4112329" y="4241095"/>
                  </a:lnTo>
                  <a:lnTo>
                    <a:pt x="4143466" y="4211680"/>
                  </a:lnTo>
                  <a:lnTo>
                    <a:pt x="4174083" y="4181726"/>
                  </a:lnTo>
                  <a:lnTo>
                    <a:pt x="4204172" y="4151239"/>
                  </a:lnTo>
                  <a:lnTo>
                    <a:pt x="4233722" y="4120232"/>
                  </a:lnTo>
                  <a:lnTo>
                    <a:pt x="4262725" y="4088711"/>
                  </a:lnTo>
                  <a:lnTo>
                    <a:pt x="4291172" y="4056688"/>
                  </a:lnTo>
                  <a:lnTo>
                    <a:pt x="4319054" y="4024172"/>
                  </a:lnTo>
                  <a:lnTo>
                    <a:pt x="4346363" y="3991173"/>
                  </a:lnTo>
                  <a:lnTo>
                    <a:pt x="4373091" y="3957701"/>
                  </a:lnTo>
                  <a:lnTo>
                    <a:pt x="4399228" y="3923766"/>
                  </a:lnTo>
                  <a:lnTo>
                    <a:pt x="4424767" y="3889380"/>
                  </a:lnTo>
                  <a:lnTo>
                    <a:pt x="4449701" y="3854551"/>
                  </a:lnTo>
                  <a:lnTo>
                    <a:pt x="4474021" y="3819292"/>
                  </a:lnTo>
                  <a:lnTo>
                    <a:pt x="4497721" y="3783612"/>
                  </a:lnTo>
                  <a:lnTo>
                    <a:pt x="4520792" y="3747523"/>
                  </a:lnTo>
                  <a:lnTo>
                    <a:pt x="4543229" y="3711036"/>
                  </a:lnTo>
                  <a:lnTo>
                    <a:pt x="4565023" y="3674161"/>
                  </a:lnTo>
                  <a:lnTo>
                    <a:pt x="4586169" y="3636911"/>
                  </a:lnTo>
                  <a:lnTo>
                    <a:pt x="4606659" y="3599296"/>
                  </a:lnTo>
                  <a:lnTo>
                    <a:pt x="4626489" y="3561329"/>
                  </a:lnTo>
                  <a:lnTo>
                    <a:pt x="4645650" y="3523021"/>
                  </a:lnTo>
                  <a:lnTo>
                    <a:pt x="4664138" y="3484382"/>
                  </a:lnTo>
                  <a:lnTo>
                    <a:pt x="4681948" y="3445427"/>
                  </a:lnTo>
                  <a:lnTo>
                    <a:pt x="4699072" y="3406165"/>
                  </a:lnTo>
                  <a:lnTo>
                    <a:pt x="4715507" y="3366610"/>
                  </a:lnTo>
                  <a:lnTo>
                    <a:pt x="4731248" y="3326774"/>
                  </a:lnTo>
                  <a:lnTo>
                    <a:pt x="4746288" y="3286668"/>
                  </a:lnTo>
                  <a:lnTo>
                    <a:pt x="4760625" y="3246304"/>
                  </a:lnTo>
                  <a:lnTo>
                    <a:pt x="4774252" y="3205697"/>
                  </a:lnTo>
                  <a:lnTo>
                    <a:pt x="4787167" y="3164856"/>
                  </a:lnTo>
                  <a:lnTo>
                    <a:pt x="4799366" y="3123797"/>
                  </a:lnTo>
                  <a:lnTo>
                    <a:pt x="4810844" y="3082529"/>
                  </a:lnTo>
                  <a:lnTo>
                    <a:pt x="4821598" y="3041068"/>
                  </a:lnTo>
                  <a:lnTo>
                    <a:pt x="4831624" y="2999424"/>
                  </a:lnTo>
                  <a:lnTo>
                    <a:pt x="4840920" y="2957612"/>
                  </a:lnTo>
                  <a:lnTo>
                    <a:pt x="4849484" y="2915643"/>
                  </a:lnTo>
                  <a:lnTo>
                    <a:pt x="4857311" y="2873530"/>
                  </a:lnTo>
                  <a:lnTo>
                    <a:pt x="4864400" y="2831288"/>
                  </a:lnTo>
                  <a:lnTo>
                    <a:pt x="4870749" y="2788927"/>
                  </a:lnTo>
                  <a:lnTo>
                    <a:pt x="4876355" y="2746462"/>
                  </a:lnTo>
                  <a:lnTo>
                    <a:pt x="4881217" y="2703905"/>
                  </a:lnTo>
                  <a:lnTo>
                    <a:pt x="4885334" y="2661270"/>
                  </a:lnTo>
                  <a:lnTo>
                    <a:pt x="4888704" y="2618569"/>
                  </a:lnTo>
                  <a:lnTo>
                    <a:pt x="4891326" y="2575816"/>
                  </a:lnTo>
                  <a:lnTo>
                    <a:pt x="4893200" y="2533024"/>
                  </a:lnTo>
                  <a:lnTo>
                    <a:pt x="4894324" y="2490205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14119" y="1322389"/>
              <a:ext cx="0" cy="2202657"/>
            </a:xfrm>
            <a:custGeom>
              <a:avLst/>
              <a:pathLst>
                <a:path w="0" h="2202657">
                  <a:moveTo>
                    <a:pt x="0" y="220265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87176" y="2039215"/>
              <a:ext cx="1557513" cy="1557513"/>
            </a:xfrm>
            <a:custGeom>
              <a:avLst/>
              <a:pathLst>
                <a:path w="1557513" h="1557513">
                  <a:moveTo>
                    <a:pt x="0" y="1557513"/>
                  </a:moveTo>
                  <a:lnTo>
                    <a:pt x="155751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358859" y="3769786"/>
              <a:ext cx="2202657" cy="0"/>
            </a:xfrm>
            <a:custGeom>
              <a:avLst/>
              <a:pathLst>
                <a:path w="2202657" h="0">
                  <a:moveTo>
                    <a:pt x="0" y="0"/>
                  </a:moveTo>
                  <a:lnTo>
                    <a:pt x="220265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87176" y="3942843"/>
              <a:ext cx="1557513" cy="1557513"/>
            </a:xfrm>
            <a:custGeom>
              <a:avLst/>
              <a:pathLst>
                <a:path w="1557513" h="1557513">
                  <a:moveTo>
                    <a:pt x="0" y="0"/>
                  </a:moveTo>
                  <a:lnTo>
                    <a:pt x="1557513" y="155751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14119" y="4014526"/>
              <a:ext cx="0" cy="2202657"/>
            </a:xfrm>
            <a:custGeom>
              <a:avLst/>
              <a:pathLst>
                <a:path w="0" h="2202657">
                  <a:moveTo>
                    <a:pt x="0" y="0"/>
                  </a:moveTo>
                  <a:lnTo>
                    <a:pt x="0" y="220265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83549" y="3942843"/>
              <a:ext cx="1557513" cy="1557513"/>
            </a:xfrm>
            <a:custGeom>
              <a:avLst/>
              <a:pathLst>
                <a:path w="1557513" h="1557513">
                  <a:moveTo>
                    <a:pt x="1557513" y="0"/>
                  </a:moveTo>
                  <a:lnTo>
                    <a:pt x="0" y="155751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66723" y="3769786"/>
              <a:ext cx="2202657" cy="0"/>
            </a:xfrm>
            <a:custGeom>
              <a:avLst/>
              <a:pathLst>
                <a:path w="2202657" h="0">
                  <a:moveTo>
                    <a:pt x="2202657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83549" y="2039215"/>
              <a:ext cx="1557513" cy="1557513"/>
            </a:xfrm>
            <a:custGeom>
              <a:avLst/>
              <a:pathLst>
                <a:path w="1557513" h="1557513">
                  <a:moveTo>
                    <a:pt x="1557513" y="155751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800384" y="3027672"/>
              <a:ext cx="828478" cy="1242645"/>
            </a:xfrm>
            <a:custGeom>
              <a:avLst/>
              <a:pathLst>
                <a:path w="828478" h="1242645">
                  <a:moveTo>
                    <a:pt x="313735" y="0"/>
                  </a:moveTo>
                  <a:lnTo>
                    <a:pt x="798295" y="257554"/>
                  </a:lnTo>
                  <a:lnTo>
                    <a:pt x="828478" y="742113"/>
                  </a:lnTo>
                  <a:lnTo>
                    <a:pt x="748053" y="1176431"/>
                  </a:lnTo>
                  <a:lnTo>
                    <a:pt x="313735" y="1242645"/>
                  </a:lnTo>
                  <a:lnTo>
                    <a:pt x="0" y="1055849"/>
                  </a:lnTo>
                  <a:lnTo>
                    <a:pt x="12153" y="742113"/>
                  </a:lnTo>
                  <a:lnTo>
                    <a:pt x="60290" y="488668"/>
                  </a:lnTo>
                  <a:lnTo>
                    <a:pt x="313735" y="0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65111" y="3145278"/>
              <a:ext cx="1021609" cy="1400923"/>
            </a:xfrm>
            <a:custGeom>
              <a:avLst/>
              <a:pathLst>
                <a:path w="1021609" h="1400923">
                  <a:moveTo>
                    <a:pt x="549008" y="0"/>
                  </a:moveTo>
                  <a:lnTo>
                    <a:pt x="775773" y="397743"/>
                  </a:lnTo>
                  <a:lnTo>
                    <a:pt x="1021609" y="624508"/>
                  </a:lnTo>
                  <a:lnTo>
                    <a:pt x="829480" y="904979"/>
                  </a:lnTo>
                  <a:lnTo>
                    <a:pt x="549008" y="1400923"/>
                  </a:lnTo>
                  <a:lnTo>
                    <a:pt x="0" y="1173516"/>
                  </a:lnTo>
                  <a:lnTo>
                    <a:pt x="76407" y="624508"/>
                  </a:lnTo>
                  <a:lnTo>
                    <a:pt x="322244" y="397743"/>
                  </a:lnTo>
                  <a:lnTo>
                    <a:pt x="549008" y="0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13165" y="2829471"/>
              <a:ext cx="919935" cy="1416913"/>
            </a:xfrm>
            <a:custGeom>
              <a:avLst/>
              <a:pathLst>
                <a:path w="919935" h="1416913">
                  <a:moveTo>
                    <a:pt x="500954" y="0"/>
                  </a:moveTo>
                  <a:lnTo>
                    <a:pt x="755986" y="685284"/>
                  </a:lnTo>
                  <a:lnTo>
                    <a:pt x="745694" y="940315"/>
                  </a:lnTo>
                  <a:lnTo>
                    <a:pt x="919935" y="1359295"/>
                  </a:lnTo>
                  <a:lnTo>
                    <a:pt x="500954" y="1416913"/>
                  </a:lnTo>
                  <a:lnTo>
                    <a:pt x="163948" y="1277321"/>
                  </a:lnTo>
                  <a:lnTo>
                    <a:pt x="140285" y="940315"/>
                  </a:lnTo>
                  <a:lnTo>
                    <a:pt x="0" y="439360"/>
                  </a:lnTo>
                  <a:lnTo>
                    <a:pt x="500954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554714" y="3210381"/>
              <a:ext cx="1066214" cy="1118809"/>
            </a:xfrm>
            <a:custGeom>
              <a:avLst/>
              <a:pathLst>
                <a:path w="1066214" h="1118809">
                  <a:moveTo>
                    <a:pt x="559404" y="0"/>
                  </a:moveTo>
                  <a:lnTo>
                    <a:pt x="843713" y="275096"/>
                  </a:lnTo>
                  <a:lnTo>
                    <a:pt x="961477" y="559404"/>
                  </a:lnTo>
                  <a:lnTo>
                    <a:pt x="1066214" y="1066214"/>
                  </a:lnTo>
                  <a:lnTo>
                    <a:pt x="559404" y="1118809"/>
                  </a:lnTo>
                  <a:lnTo>
                    <a:pt x="52594" y="1066214"/>
                  </a:lnTo>
                  <a:lnTo>
                    <a:pt x="0" y="559404"/>
                  </a:lnTo>
                  <a:lnTo>
                    <a:pt x="386347" y="386347"/>
                  </a:lnTo>
                  <a:lnTo>
                    <a:pt x="559404" y="0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811270" y="2423718"/>
              <a:ext cx="735492" cy="1957917"/>
            </a:xfrm>
            <a:custGeom>
              <a:avLst/>
              <a:pathLst>
                <a:path w="735492" h="1957917">
                  <a:moveTo>
                    <a:pt x="302849" y="0"/>
                  </a:moveTo>
                  <a:lnTo>
                    <a:pt x="605699" y="1043218"/>
                  </a:lnTo>
                  <a:lnTo>
                    <a:pt x="547589" y="1346068"/>
                  </a:lnTo>
                  <a:lnTo>
                    <a:pt x="735492" y="1778710"/>
                  </a:lnTo>
                  <a:lnTo>
                    <a:pt x="302849" y="1957917"/>
                  </a:lnTo>
                  <a:lnTo>
                    <a:pt x="129792" y="1519125"/>
                  </a:lnTo>
                  <a:lnTo>
                    <a:pt x="58110" y="1346068"/>
                  </a:lnTo>
                  <a:lnTo>
                    <a:pt x="0" y="1043218"/>
                  </a:lnTo>
                  <a:lnTo>
                    <a:pt x="302849" y="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516286" y="3313545"/>
              <a:ext cx="1243056" cy="1054074"/>
            </a:xfrm>
            <a:custGeom>
              <a:avLst/>
              <a:pathLst>
                <a:path w="1243056" h="1054074">
                  <a:moveTo>
                    <a:pt x="597833" y="11260"/>
                  </a:moveTo>
                  <a:lnTo>
                    <a:pt x="1054074" y="0"/>
                  </a:lnTo>
                  <a:lnTo>
                    <a:pt x="1243056" y="456241"/>
                  </a:lnTo>
                  <a:lnTo>
                    <a:pt x="912482" y="770890"/>
                  </a:lnTo>
                  <a:lnTo>
                    <a:pt x="597833" y="901222"/>
                  </a:lnTo>
                  <a:lnTo>
                    <a:pt x="0" y="1054074"/>
                  </a:lnTo>
                  <a:lnTo>
                    <a:pt x="353093" y="456241"/>
                  </a:lnTo>
                  <a:lnTo>
                    <a:pt x="283184" y="141592"/>
                  </a:lnTo>
                  <a:lnTo>
                    <a:pt x="597833" y="11260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078849" y="299240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563409" y="324995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593592" y="37345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13167" y="4168833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078849" y="4235048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765113" y="404825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777267" y="37345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825404" y="3481071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078849" y="299240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078849" y="311000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305614" y="350775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551450" y="373451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359321" y="401498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078849" y="451093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29841" y="4283525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06248" y="373451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852085" y="350775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078849" y="311000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078849" y="2794200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33881" y="3479484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323589" y="373451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497830" y="415349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78849" y="4211114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41843" y="407152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718180" y="373451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77894" y="3233561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078849" y="2794200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078849" y="3175111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363157" y="3450208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480922" y="373451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585659" y="424132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078849" y="4293921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572039" y="424132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19444" y="373451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905792" y="356145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078849" y="3175111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078849" y="2388448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381699" y="343166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323589" y="373451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511492" y="4167159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078849" y="4346365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05792" y="3907573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834110" y="373451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775999" y="343166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078849" y="2388448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078849" y="3289535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35091" y="3278274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724072" y="37345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393498" y="4049165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078849" y="4179497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481016" y="4332349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834110" y="37345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764200" y="3419867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078849" y="3289535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3769344" y="3500266"/>
              <a:ext cx="100035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730848" y="2398938"/>
              <a:ext cx="138531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692352" y="1297609"/>
              <a:ext cx="177027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8342112" y="2577612"/>
              <a:ext cx="2097571" cy="23843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8437006" y="267250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491870" y="2855386"/>
              <a:ext cx="438911" cy="0"/>
            </a:xfrm>
            <a:custGeom>
              <a:avLst/>
              <a:pathLst>
                <a:path w="438911" h="0">
                  <a:moveTo>
                    <a:pt x="0" y="0"/>
                  </a:moveTo>
                  <a:lnTo>
                    <a:pt x="438911" y="0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8676056" y="28201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8437006" y="303826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491870" y="3221146"/>
              <a:ext cx="438911" cy="0"/>
            </a:xfrm>
            <a:custGeom>
              <a:avLst/>
              <a:pathLst>
                <a:path w="438911" h="0">
                  <a:moveTo>
                    <a:pt x="0" y="0"/>
                  </a:moveTo>
                  <a:lnTo>
                    <a:pt x="438911" y="0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8676056" y="318587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8437006" y="340402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491870" y="3586906"/>
              <a:ext cx="438911" cy="0"/>
            </a:xfrm>
            <a:custGeom>
              <a:avLst/>
              <a:pathLst>
                <a:path w="438911" h="0">
                  <a:moveTo>
                    <a:pt x="0" y="0"/>
                  </a:moveTo>
                  <a:lnTo>
                    <a:pt x="438911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8676056" y="355163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8437006" y="376978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491870" y="3952666"/>
              <a:ext cx="438911" cy="0"/>
            </a:xfrm>
            <a:custGeom>
              <a:avLst/>
              <a:pathLst>
                <a:path w="438911" h="0">
                  <a:moveTo>
                    <a:pt x="0" y="0"/>
                  </a:moveTo>
                  <a:lnTo>
                    <a:pt x="438911" y="0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8676056" y="391739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8437006" y="413554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491870" y="4318426"/>
              <a:ext cx="438911" cy="0"/>
            </a:xfrm>
            <a:custGeom>
              <a:avLst/>
              <a:pathLst>
                <a:path w="438911" h="0">
                  <a:moveTo>
                    <a:pt x="0" y="0"/>
                  </a:moveTo>
                  <a:lnTo>
                    <a:pt x="438911" y="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676056" y="428315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8437006" y="450130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491870" y="4684186"/>
              <a:ext cx="438911" cy="0"/>
            </a:xfrm>
            <a:custGeom>
              <a:avLst/>
              <a:pathLst>
                <a:path w="438911" h="0">
                  <a:moveTo>
                    <a:pt x="0" y="0"/>
                  </a:moveTo>
                  <a:lnTo>
                    <a:pt x="438911" y="0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8676056" y="46489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9080541" y="2791744"/>
              <a:ext cx="1135867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Passeriformes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9080541" y="3157504"/>
              <a:ext cx="1264249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Charadriiformes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9080541" y="3523264"/>
              <a:ext cx="1165402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Accipitriformes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9080541" y="3889024"/>
              <a:ext cx="1046988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Anseriformes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9080541" y="4254784"/>
              <a:ext cx="948141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Strigiformes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9080541" y="4620544"/>
              <a:ext cx="878921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Gruiformes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1993763" y="314849"/>
              <a:ext cx="424071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Order-level overlay — relative to nearest_edge of BirdLife range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2026-05-11T10:28:25Z</dcterms:modified>
  <cp:category/>
</cp:coreProperties>
</file>