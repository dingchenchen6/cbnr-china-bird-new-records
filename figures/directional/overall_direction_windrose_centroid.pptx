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40898" y="0"/>
              <a:ext cx="7182043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78381" y="281309"/>
              <a:ext cx="6868644" cy="686864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12704" y="624741"/>
              <a:ext cx="0" cy="3090889"/>
            </a:xfrm>
            <a:custGeom>
              <a:avLst/>
              <a:pathLst>
                <a:path w="0" h="3090889">
                  <a:moveTo>
                    <a:pt x="0" y="309088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12704" y="1530042"/>
              <a:ext cx="2185589" cy="2185589"/>
            </a:xfrm>
            <a:custGeom>
              <a:avLst/>
              <a:pathLst>
                <a:path w="2185589" h="2185589">
                  <a:moveTo>
                    <a:pt x="0" y="2185589"/>
                  </a:moveTo>
                  <a:lnTo>
                    <a:pt x="218558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12704" y="3715631"/>
              <a:ext cx="3090889" cy="0"/>
            </a:xfrm>
            <a:custGeom>
              <a:avLst/>
              <a:pathLst>
                <a:path w="3090889" h="0">
                  <a:moveTo>
                    <a:pt x="0" y="0"/>
                  </a:moveTo>
                  <a:lnTo>
                    <a:pt x="309088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12704" y="3715631"/>
              <a:ext cx="2185589" cy="2185589"/>
            </a:xfrm>
            <a:custGeom>
              <a:avLst/>
              <a:pathLst>
                <a:path w="2185589" h="2185589">
                  <a:moveTo>
                    <a:pt x="0" y="0"/>
                  </a:moveTo>
                  <a:lnTo>
                    <a:pt x="2185589" y="218558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12704" y="3715631"/>
              <a:ext cx="0" cy="3090889"/>
            </a:xfrm>
            <a:custGeom>
              <a:avLst/>
              <a:pathLst>
                <a:path w="0" h="3090889">
                  <a:moveTo>
                    <a:pt x="0" y="0"/>
                  </a:moveTo>
                  <a:lnTo>
                    <a:pt x="0" y="309088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27114" y="3715631"/>
              <a:ext cx="2185589" cy="2185589"/>
            </a:xfrm>
            <a:custGeom>
              <a:avLst/>
              <a:pathLst>
                <a:path w="2185589" h="2185589">
                  <a:moveTo>
                    <a:pt x="2185589" y="0"/>
                  </a:moveTo>
                  <a:lnTo>
                    <a:pt x="0" y="218558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21814" y="3715631"/>
              <a:ext cx="3090889" cy="0"/>
            </a:xfrm>
            <a:custGeom>
              <a:avLst/>
              <a:pathLst>
                <a:path w="3090889" h="0">
                  <a:moveTo>
                    <a:pt x="309088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27114" y="1530042"/>
              <a:ext cx="2185589" cy="2185589"/>
            </a:xfrm>
            <a:custGeom>
              <a:avLst/>
              <a:pathLst>
                <a:path w="2185589" h="2185589">
                  <a:moveTo>
                    <a:pt x="2185589" y="218558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39148" y="2341902"/>
              <a:ext cx="2747111" cy="2746766"/>
            </a:xfrm>
            <a:custGeom>
              <a:avLst/>
              <a:pathLst>
                <a:path w="2747111" h="2746766">
                  <a:moveTo>
                    <a:pt x="1373555" y="0"/>
                  </a:moveTo>
                  <a:lnTo>
                    <a:pt x="1460683" y="2765"/>
                  </a:lnTo>
                  <a:lnTo>
                    <a:pt x="1547459" y="11051"/>
                  </a:lnTo>
                  <a:lnTo>
                    <a:pt x="1633535" y="24825"/>
                  </a:lnTo>
                  <a:lnTo>
                    <a:pt x="1718565" y="44029"/>
                  </a:lnTo>
                  <a:lnTo>
                    <a:pt x="1802205" y="68588"/>
                  </a:lnTo>
                  <a:lnTo>
                    <a:pt x="1884119" y="98403"/>
                  </a:lnTo>
                  <a:lnTo>
                    <a:pt x="1963977" y="133352"/>
                  </a:lnTo>
                  <a:lnTo>
                    <a:pt x="2041458" y="173296"/>
                  </a:lnTo>
                  <a:lnTo>
                    <a:pt x="2116249" y="218074"/>
                  </a:lnTo>
                  <a:lnTo>
                    <a:pt x="2188050" y="267505"/>
                  </a:lnTo>
                  <a:lnTo>
                    <a:pt x="2256571" y="321391"/>
                  </a:lnTo>
                  <a:lnTo>
                    <a:pt x="2321537" y="379514"/>
                  </a:lnTo>
                  <a:lnTo>
                    <a:pt x="2382685" y="441640"/>
                  </a:lnTo>
                  <a:lnTo>
                    <a:pt x="2439770" y="507520"/>
                  </a:lnTo>
                  <a:lnTo>
                    <a:pt x="2492562" y="576887"/>
                  </a:lnTo>
                  <a:lnTo>
                    <a:pt x="2540848" y="649464"/>
                  </a:lnTo>
                  <a:lnTo>
                    <a:pt x="2584433" y="724956"/>
                  </a:lnTo>
                  <a:lnTo>
                    <a:pt x="2623143" y="803061"/>
                  </a:lnTo>
                  <a:lnTo>
                    <a:pt x="2656821" y="883463"/>
                  </a:lnTo>
                  <a:lnTo>
                    <a:pt x="2685332" y="965840"/>
                  </a:lnTo>
                  <a:lnTo>
                    <a:pt x="2708561" y="1049860"/>
                  </a:lnTo>
                  <a:lnTo>
                    <a:pt x="2726414" y="1135183"/>
                  </a:lnTo>
                  <a:lnTo>
                    <a:pt x="2738820" y="1221467"/>
                  </a:lnTo>
                  <a:lnTo>
                    <a:pt x="2745728" y="1308364"/>
                  </a:lnTo>
                  <a:lnTo>
                    <a:pt x="2747111" y="1395524"/>
                  </a:lnTo>
                  <a:lnTo>
                    <a:pt x="2742964" y="1482596"/>
                  </a:lnTo>
                  <a:lnTo>
                    <a:pt x="2733302" y="1569230"/>
                  </a:lnTo>
                  <a:lnTo>
                    <a:pt x="2718165" y="1655077"/>
                  </a:lnTo>
                  <a:lnTo>
                    <a:pt x="2697613" y="1739791"/>
                  </a:lnTo>
                  <a:lnTo>
                    <a:pt x="2671730" y="1823031"/>
                  </a:lnTo>
                  <a:lnTo>
                    <a:pt x="2640620" y="1904462"/>
                  </a:lnTo>
                  <a:lnTo>
                    <a:pt x="2604408" y="1983756"/>
                  </a:lnTo>
                  <a:lnTo>
                    <a:pt x="2563240" y="2060593"/>
                  </a:lnTo>
                  <a:lnTo>
                    <a:pt x="2517281" y="2134664"/>
                  </a:lnTo>
                  <a:lnTo>
                    <a:pt x="2466716" y="2205672"/>
                  </a:lnTo>
                  <a:lnTo>
                    <a:pt x="2411750" y="2273329"/>
                  </a:lnTo>
                  <a:lnTo>
                    <a:pt x="2352604" y="2337365"/>
                  </a:lnTo>
                  <a:lnTo>
                    <a:pt x="2289515" y="2397520"/>
                  </a:lnTo>
                  <a:lnTo>
                    <a:pt x="2222738" y="2453552"/>
                  </a:lnTo>
                  <a:lnTo>
                    <a:pt x="2152542" y="2505237"/>
                  </a:lnTo>
                  <a:lnTo>
                    <a:pt x="2079209" y="2552365"/>
                  </a:lnTo>
                  <a:lnTo>
                    <a:pt x="2003034" y="2594747"/>
                  </a:lnTo>
                  <a:lnTo>
                    <a:pt x="1924325" y="2632213"/>
                  </a:lnTo>
                  <a:lnTo>
                    <a:pt x="1843398" y="2664611"/>
                  </a:lnTo>
                  <a:lnTo>
                    <a:pt x="1760580" y="2691812"/>
                  </a:lnTo>
                  <a:lnTo>
                    <a:pt x="1676202" y="2713704"/>
                  </a:lnTo>
                  <a:lnTo>
                    <a:pt x="1590607" y="2730202"/>
                  </a:lnTo>
                  <a:lnTo>
                    <a:pt x="1504137" y="2741237"/>
                  </a:lnTo>
                  <a:lnTo>
                    <a:pt x="1417141" y="2746766"/>
                  </a:lnTo>
                  <a:lnTo>
                    <a:pt x="1329970" y="2746766"/>
                  </a:lnTo>
                  <a:lnTo>
                    <a:pt x="1242974" y="2741237"/>
                  </a:lnTo>
                  <a:lnTo>
                    <a:pt x="1156504" y="2730202"/>
                  </a:lnTo>
                  <a:lnTo>
                    <a:pt x="1070909" y="2713704"/>
                  </a:lnTo>
                  <a:lnTo>
                    <a:pt x="986531" y="2691812"/>
                  </a:lnTo>
                  <a:lnTo>
                    <a:pt x="903713" y="2664611"/>
                  </a:lnTo>
                  <a:lnTo>
                    <a:pt x="822786" y="2632213"/>
                  </a:lnTo>
                  <a:lnTo>
                    <a:pt x="744076" y="2594747"/>
                  </a:lnTo>
                  <a:lnTo>
                    <a:pt x="667902" y="2552365"/>
                  </a:lnTo>
                  <a:lnTo>
                    <a:pt x="594569" y="2505237"/>
                  </a:lnTo>
                  <a:lnTo>
                    <a:pt x="524373" y="2453552"/>
                  </a:lnTo>
                  <a:lnTo>
                    <a:pt x="457596" y="2397520"/>
                  </a:lnTo>
                  <a:lnTo>
                    <a:pt x="394507" y="2337365"/>
                  </a:lnTo>
                  <a:lnTo>
                    <a:pt x="335360" y="2273329"/>
                  </a:lnTo>
                  <a:lnTo>
                    <a:pt x="280394" y="2205672"/>
                  </a:lnTo>
                  <a:lnTo>
                    <a:pt x="229830" y="2134664"/>
                  </a:lnTo>
                  <a:lnTo>
                    <a:pt x="183871" y="2060593"/>
                  </a:lnTo>
                  <a:lnTo>
                    <a:pt x="142703" y="1983756"/>
                  </a:lnTo>
                  <a:lnTo>
                    <a:pt x="106491" y="1904462"/>
                  </a:lnTo>
                  <a:lnTo>
                    <a:pt x="75381" y="1823031"/>
                  </a:lnTo>
                  <a:lnTo>
                    <a:pt x="49498" y="1739791"/>
                  </a:lnTo>
                  <a:lnTo>
                    <a:pt x="28946" y="1655077"/>
                  </a:lnTo>
                  <a:lnTo>
                    <a:pt x="13809" y="1569230"/>
                  </a:lnTo>
                  <a:lnTo>
                    <a:pt x="4147" y="1482596"/>
                  </a:lnTo>
                  <a:lnTo>
                    <a:pt x="0" y="1395524"/>
                  </a:lnTo>
                  <a:lnTo>
                    <a:pt x="1383" y="1308364"/>
                  </a:lnTo>
                  <a:lnTo>
                    <a:pt x="8291" y="1221467"/>
                  </a:lnTo>
                  <a:lnTo>
                    <a:pt x="20697" y="1135183"/>
                  </a:lnTo>
                  <a:lnTo>
                    <a:pt x="38550" y="1049860"/>
                  </a:lnTo>
                  <a:lnTo>
                    <a:pt x="61779" y="965840"/>
                  </a:lnTo>
                  <a:lnTo>
                    <a:pt x="90290" y="883463"/>
                  </a:lnTo>
                  <a:lnTo>
                    <a:pt x="123968" y="803061"/>
                  </a:lnTo>
                  <a:lnTo>
                    <a:pt x="162678" y="724956"/>
                  </a:lnTo>
                  <a:lnTo>
                    <a:pt x="206263" y="649464"/>
                  </a:lnTo>
                  <a:lnTo>
                    <a:pt x="254549" y="576887"/>
                  </a:lnTo>
                  <a:lnTo>
                    <a:pt x="307341" y="507520"/>
                  </a:lnTo>
                  <a:lnTo>
                    <a:pt x="364426" y="441640"/>
                  </a:lnTo>
                  <a:lnTo>
                    <a:pt x="425574" y="379514"/>
                  </a:lnTo>
                  <a:lnTo>
                    <a:pt x="490540" y="321391"/>
                  </a:lnTo>
                  <a:lnTo>
                    <a:pt x="559061" y="267505"/>
                  </a:lnTo>
                  <a:lnTo>
                    <a:pt x="630862" y="218074"/>
                  </a:lnTo>
                  <a:lnTo>
                    <a:pt x="705653" y="173296"/>
                  </a:lnTo>
                  <a:lnTo>
                    <a:pt x="783134" y="133352"/>
                  </a:lnTo>
                  <a:lnTo>
                    <a:pt x="862992" y="98403"/>
                  </a:lnTo>
                  <a:lnTo>
                    <a:pt x="944906" y="68588"/>
                  </a:lnTo>
                  <a:lnTo>
                    <a:pt x="1028546" y="44029"/>
                  </a:lnTo>
                  <a:lnTo>
                    <a:pt x="1113576" y="24825"/>
                  </a:lnTo>
                  <a:lnTo>
                    <a:pt x="1199652" y="11051"/>
                  </a:lnTo>
                  <a:lnTo>
                    <a:pt x="1286428" y="2765"/>
                  </a:lnTo>
                  <a:lnTo>
                    <a:pt x="137355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65592" y="968174"/>
              <a:ext cx="5494223" cy="5493532"/>
            </a:xfrm>
            <a:custGeom>
              <a:avLst/>
              <a:pathLst>
                <a:path w="5494223" h="5493532">
                  <a:moveTo>
                    <a:pt x="2747111" y="0"/>
                  </a:moveTo>
                  <a:lnTo>
                    <a:pt x="2921366" y="5531"/>
                  </a:lnTo>
                  <a:lnTo>
                    <a:pt x="3094919" y="22103"/>
                  </a:lnTo>
                  <a:lnTo>
                    <a:pt x="3267071" y="49650"/>
                  </a:lnTo>
                  <a:lnTo>
                    <a:pt x="3437130" y="88059"/>
                  </a:lnTo>
                  <a:lnTo>
                    <a:pt x="3604410" y="137177"/>
                  </a:lnTo>
                  <a:lnTo>
                    <a:pt x="3768238" y="196806"/>
                  </a:lnTo>
                  <a:lnTo>
                    <a:pt x="3927955" y="266705"/>
                  </a:lnTo>
                  <a:lnTo>
                    <a:pt x="4082916" y="346593"/>
                  </a:lnTo>
                  <a:lnTo>
                    <a:pt x="4232499" y="436149"/>
                  </a:lnTo>
                  <a:lnTo>
                    <a:pt x="4376101" y="535011"/>
                  </a:lnTo>
                  <a:lnTo>
                    <a:pt x="4513143" y="642783"/>
                  </a:lnTo>
                  <a:lnTo>
                    <a:pt x="4643074" y="759029"/>
                  </a:lnTo>
                  <a:lnTo>
                    <a:pt x="4765371" y="883281"/>
                  </a:lnTo>
                  <a:lnTo>
                    <a:pt x="4879541" y="1015040"/>
                  </a:lnTo>
                  <a:lnTo>
                    <a:pt x="4985124" y="1153775"/>
                  </a:lnTo>
                  <a:lnTo>
                    <a:pt x="5081696" y="1298928"/>
                  </a:lnTo>
                  <a:lnTo>
                    <a:pt x="5168867" y="1449912"/>
                  </a:lnTo>
                  <a:lnTo>
                    <a:pt x="5246287" y="1606122"/>
                  </a:lnTo>
                  <a:lnTo>
                    <a:pt x="5313643" y="1766927"/>
                  </a:lnTo>
                  <a:lnTo>
                    <a:pt x="5370665" y="1931681"/>
                  </a:lnTo>
                  <a:lnTo>
                    <a:pt x="5417123" y="2099720"/>
                  </a:lnTo>
                  <a:lnTo>
                    <a:pt x="5452829" y="2270366"/>
                  </a:lnTo>
                  <a:lnTo>
                    <a:pt x="5477641" y="2442934"/>
                  </a:lnTo>
                  <a:lnTo>
                    <a:pt x="5491457" y="2616728"/>
                  </a:lnTo>
                  <a:lnTo>
                    <a:pt x="5494223" y="2791048"/>
                  </a:lnTo>
                  <a:lnTo>
                    <a:pt x="5485928" y="2965193"/>
                  </a:lnTo>
                  <a:lnTo>
                    <a:pt x="5466604" y="3138461"/>
                  </a:lnTo>
                  <a:lnTo>
                    <a:pt x="5436330" y="3310155"/>
                  </a:lnTo>
                  <a:lnTo>
                    <a:pt x="5395227" y="3479583"/>
                  </a:lnTo>
                  <a:lnTo>
                    <a:pt x="5343461" y="3646063"/>
                  </a:lnTo>
                  <a:lnTo>
                    <a:pt x="5281241" y="3808924"/>
                  </a:lnTo>
                  <a:lnTo>
                    <a:pt x="5208816" y="3967512"/>
                  </a:lnTo>
                  <a:lnTo>
                    <a:pt x="5126480" y="4121186"/>
                  </a:lnTo>
                  <a:lnTo>
                    <a:pt x="5034562" y="4269329"/>
                  </a:lnTo>
                  <a:lnTo>
                    <a:pt x="4933433" y="4411344"/>
                  </a:lnTo>
                  <a:lnTo>
                    <a:pt x="4823501" y="4546659"/>
                  </a:lnTo>
                  <a:lnTo>
                    <a:pt x="4705209" y="4674730"/>
                  </a:lnTo>
                  <a:lnTo>
                    <a:pt x="4579031" y="4795040"/>
                  </a:lnTo>
                  <a:lnTo>
                    <a:pt x="4445477" y="4907105"/>
                  </a:lnTo>
                  <a:lnTo>
                    <a:pt x="4305084" y="5010474"/>
                  </a:lnTo>
                  <a:lnTo>
                    <a:pt x="4158418" y="5104730"/>
                  </a:lnTo>
                  <a:lnTo>
                    <a:pt x="4006069" y="5189495"/>
                  </a:lnTo>
                  <a:lnTo>
                    <a:pt x="3848651" y="5264427"/>
                  </a:lnTo>
                  <a:lnTo>
                    <a:pt x="3686797" y="5329223"/>
                  </a:lnTo>
                  <a:lnTo>
                    <a:pt x="3521160" y="5383624"/>
                  </a:lnTo>
                  <a:lnTo>
                    <a:pt x="3352405" y="5427409"/>
                  </a:lnTo>
                  <a:lnTo>
                    <a:pt x="3181214" y="5460404"/>
                  </a:lnTo>
                  <a:lnTo>
                    <a:pt x="3008274" y="5482474"/>
                  </a:lnTo>
                  <a:lnTo>
                    <a:pt x="2834283" y="5493532"/>
                  </a:lnTo>
                  <a:lnTo>
                    <a:pt x="2659940" y="5493532"/>
                  </a:lnTo>
                  <a:lnTo>
                    <a:pt x="2485949" y="5482474"/>
                  </a:lnTo>
                  <a:lnTo>
                    <a:pt x="2313009" y="5460404"/>
                  </a:lnTo>
                  <a:lnTo>
                    <a:pt x="2141818" y="5427409"/>
                  </a:lnTo>
                  <a:lnTo>
                    <a:pt x="1973063" y="5383624"/>
                  </a:lnTo>
                  <a:lnTo>
                    <a:pt x="1807426" y="5329223"/>
                  </a:lnTo>
                  <a:lnTo>
                    <a:pt x="1645572" y="5264427"/>
                  </a:lnTo>
                  <a:lnTo>
                    <a:pt x="1488153" y="5189495"/>
                  </a:lnTo>
                  <a:lnTo>
                    <a:pt x="1335804" y="5104730"/>
                  </a:lnTo>
                  <a:lnTo>
                    <a:pt x="1189138" y="5010474"/>
                  </a:lnTo>
                  <a:lnTo>
                    <a:pt x="1048746" y="4907105"/>
                  </a:lnTo>
                  <a:lnTo>
                    <a:pt x="915192" y="4795040"/>
                  </a:lnTo>
                  <a:lnTo>
                    <a:pt x="789014" y="4674730"/>
                  </a:lnTo>
                  <a:lnTo>
                    <a:pt x="670721" y="4546659"/>
                  </a:lnTo>
                  <a:lnTo>
                    <a:pt x="560789" y="4411344"/>
                  </a:lnTo>
                  <a:lnTo>
                    <a:pt x="459661" y="4269329"/>
                  </a:lnTo>
                  <a:lnTo>
                    <a:pt x="367743" y="4121186"/>
                  </a:lnTo>
                  <a:lnTo>
                    <a:pt x="285406" y="3967512"/>
                  </a:lnTo>
                  <a:lnTo>
                    <a:pt x="212982" y="3808924"/>
                  </a:lnTo>
                  <a:lnTo>
                    <a:pt x="150762" y="3646063"/>
                  </a:lnTo>
                  <a:lnTo>
                    <a:pt x="98996" y="3479583"/>
                  </a:lnTo>
                  <a:lnTo>
                    <a:pt x="57893" y="3310155"/>
                  </a:lnTo>
                  <a:lnTo>
                    <a:pt x="27619" y="3138461"/>
                  </a:lnTo>
                  <a:lnTo>
                    <a:pt x="8295" y="2965193"/>
                  </a:lnTo>
                  <a:lnTo>
                    <a:pt x="0" y="2791048"/>
                  </a:lnTo>
                  <a:lnTo>
                    <a:pt x="2766" y="2616728"/>
                  </a:lnTo>
                  <a:lnTo>
                    <a:pt x="16582" y="2442934"/>
                  </a:lnTo>
                  <a:lnTo>
                    <a:pt x="41394" y="2270366"/>
                  </a:lnTo>
                  <a:lnTo>
                    <a:pt x="77100" y="2099720"/>
                  </a:lnTo>
                  <a:lnTo>
                    <a:pt x="123558" y="1931681"/>
                  </a:lnTo>
                  <a:lnTo>
                    <a:pt x="180580" y="1766927"/>
                  </a:lnTo>
                  <a:lnTo>
                    <a:pt x="247936" y="1606122"/>
                  </a:lnTo>
                  <a:lnTo>
                    <a:pt x="325356" y="1449912"/>
                  </a:lnTo>
                  <a:lnTo>
                    <a:pt x="412527" y="1298928"/>
                  </a:lnTo>
                  <a:lnTo>
                    <a:pt x="509098" y="1153775"/>
                  </a:lnTo>
                  <a:lnTo>
                    <a:pt x="614682" y="1015040"/>
                  </a:lnTo>
                  <a:lnTo>
                    <a:pt x="728852" y="883281"/>
                  </a:lnTo>
                  <a:lnTo>
                    <a:pt x="851148" y="759029"/>
                  </a:lnTo>
                  <a:lnTo>
                    <a:pt x="981080" y="642783"/>
                  </a:lnTo>
                  <a:lnTo>
                    <a:pt x="1118122" y="535011"/>
                  </a:lnTo>
                  <a:lnTo>
                    <a:pt x="1261724" y="436149"/>
                  </a:lnTo>
                  <a:lnTo>
                    <a:pt x="1411306" y="346593"/>
                  </a:lnTo>
                  <a:lnTo>
                    <a:pt x="1566268" y="266705"/>
                  </a:lnTo>
                  <a:lnTo>
                    <a:pt x="1725985" y="196806"/>
                  </a:lnTo>
                  <a:lnTo>
                    <a:pt x="1889813" y="137177"/>
                  </a:lnTo>
                  <a:lnTo>
                    <a:pt x="2057093" y="88059"/>
                  </a:lnTo>
                  <a:lnTo>
                    <a:pt x="2227152" y="49650"/>
                  </a:lnTo>
                  <a:lnTo>
                    <a:pt x="2399304" y="22103"/>
                  </a:lnTo>
                  <a:lnTo>
                    <a:pt x="2572857" y="5531"/>
                  </a:lnTo>
                  <a:lnTo>
                    <a:pt x="274711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2203" y="624741"/>
              <a:ext cx="6181001" cy="6180223"/>
            </a:xfrm>
            <a:custGeom>
              <a:avLst/>
              <a:pathLst>
                <a:path w="6181001" h="6180223">
                  <a:moveTo>
                    <a:pt x="3090500" y="0"/>
                  </a:moveTo>
                  <a:lnTo>
                    <a:pt x="3286537" y="6222"/>
                  </a:lnTo>
                  <a:lnTo>
                    <a:pt x="3481784" y="24866"/>
                  </a:lnTo>
                  <a:lnTo>
                    <a:pt x="3675455" y="55856"/>
                  </a:lnTo>
                  <a:lnTo>
                    <a:pt x="3866771" y="99067"/>
                  </a:lnTo>
                  <a:lnTo>
                    <a:pt x="4054961" y="154324"/>
                  </a:lnTo>
                  <a:lnTo>
                    <a:pt x="4239268" y="221406"/>
                  </a:lnTo>
                  <a:lnTo>
                    <a:pt x="4418949" y="300043"/>
                  </a:lnTo>
                  <a:lnTo>
                    <a:pt x="4593281" y="389917"/>
                  </a:lnTo>
                  <a:lnTo>
                    <a:pt x="4761562" y="490667"/>
                  </a:lnTo>
                  <a:lnTo>
                    <a:pt x="4923114" y="601888"/>
                  </a:lnTo>
                  <a:lnTo>
                    <a:pt x="5077286" y="723130"/>
                  </a:lnTo>
                  <a:lnTo>
                    <a:pt x="5223459" y="853907"/>
                  </a:lnTo>
                  <a:lnTo>
                    <a:pt x="5361043" y="993692"/>
                  </a:lnTo>
                  <a:lnTo>
                    <a:pt x="5489484" y="1141921"/>
                  </a:lnTo>
                  <a:lnTo>
                    <a:pt x="5608265" y="1297997"/>
                  </a:lnTo>
                  <a:lnTo>
                    <a:pt x="5716908" y="1461294"/>
                  </a:lnTo>
                  <a:lnTo>
                    <a:pt x="5814976" y="1631152"/>
                  </a:lnTo>
                  <a:lnTo>
                    <a:pt x="5902073" y="1806887"/>
                  </a:lnTo>
                  <a:lnTo>
                    <a:pt x="5977849" y="1987793"/>
                  </a:lnTo>
                  <a:lnTo>
                    <a:pt x="6041998" y="2173141"/>
                  </a:lnTo>
                  <a:lnTo>
                    <a:pt x="6094263" y="2362185"/>
                  </a:lnTo>
                  <a:lnTo>
                    <a:pt x="6134433" y="2554162"/>
                  </a:lnTo>
                  <a:lnTo>
                    <a:pt x="6162346" y="2748301"/>
                  </a:lnTo>
                  <a:lnTo>
                    <a:pt x="6177889" y="2943819"/>
                  </a:lnTo>
                  <a:lnTo>
                    <a:pt x="6181001" y="3139929"/>
                  </a:lnTo>
                  <a:lnTo>
                    <a:pt x="6171669" y="3335842"/>
                  </a:lnTo>
                  <a:lnTo>
                    <a:pt x="6149930" y="3530769"/>
                  </a:lnTo>
                  <a:lnTo>
                    <a:pt x="6115871" y="3723924"/>
                  </a:lnTo>
                  <a:lnTo>
                    <a:pt x="6069630" y="3914531"/>
                  </a:lnTo>
                  <a:lnTo>
                    <a:pt x="6011394" y="4101821"/>
                  </a:lnTo>
                  <a:lnTo>
                    <a:pt x="5941396" y="4285040"/>
                  </a:lnTo>
                  <a:lnTo>
                    <a:pt x="5859919" y="4463451"/>
                  </a:lnTo>
                  <a:lnTo>
                    <a:pt x="5767290" y="4636334"/>
                  </a:lnTo>
                  <a:lnTo>
                    <a:pt x="5663882" y="4802995"/>
                  </a:lnTo>
                  <a:lnTo>
                    <a:pt x="5550113" y="4962762"/>
                  </a:lnTo>
                  <a:lnTo>
                    <a:pt x="5426439" y="5114992"/>
                  </a:lnTo>
                  <a:lnTo>
                    <a:pt x="5293360" y="5259071"/>
                  </a:lnTo>
                  <a:lnTo>
                    <a:pt x="5151410" y="5394420"/>
                  </a:lnTo>
                  <a:lnTo>
                    <a:pt x="5001162" y="5520493"/>
                  </a:lnTo>
                  <a:lnTo>
                    <a:pt x="4843220" y="5636783"/>
                  </a:lnTo>
                  <a:lnTo>
                    <a:pt x="4678221" y="5742822"/>
                  </a:lnTo>
                  <a:lnTo>
                    <a:pt x="4506828" y="5838182"/>
                  </a:lnTo>
                  <a:lnTo>
                    <a:pt x="4329733" y="5922480"/>
                  </a:lnTo>
                  <a:lnTo>
                    <a:pt x="4147647" y="5995376"/>
                  </a:lnTo>
                  <a:lnTo>
                    <a:pt x="3961305" y="6056577"/>
                  </a:lnTo>
                  <a:lnTo>
                    <a:pt x="3771456" y="6105836"/>
                  </a:lnTo>
                  <a:lnTo>
                    <a:pt x="3578865" y="6142954"/>
                  </a:lnTo>
                  <a:lnTo>
                    <a:pt x="3384308" y="6167784"/>
                  </a:lnTo>
                  <a:lnTo>
                    <a:pt x="3188568" y="6180223"/>
                  </a:lnTo>
                  <a:lnTo>
                    <a:pt x="2992433" y="6180223"/>
                  </a:lnTo>
                  <a:lnTo>
                    <a:pt x="2796693" y="6167784"/>
                  </a:lnTo>
                  <a:lnTo>
                    <a:pt x="2602135" y="6142954"/>
                  </a:lnTo>
                  <a:lnTo>
                    <a:pt x="2409545" y="6105836"/>
                  </a:lnTo>
                  <a:lnTo>
                    <a:pt x="2219696" y="6056577"/>
                  </a:lnTo>
                  <a:lnTo>
                    <a:pt x="2033354" y="5995376"/>
                  </a:lnTo>
                  <a:lnTo>
                    <a:pt x="1851268" y="5922480"/>
                  </a:lnTo>
                  <a:lnTo>
                    <a:pt x="1674173" y="5838182"/>
                  </a:lnTo>
                  <a:lnTo>
                    <a:pt x="1502780" y="5742822"/>
                  </a:lnTo>
                  <a:lnTo>
                    <a:pt x="1337781" y="5636783"/>
                  </a:lnTo>
                  <a:lnTo>
                    <a:pt x="1179839" y="5520493"/>
                  </a:lnTo>
                  <a:lnTo>
                    <a:pt x="1029591" y="5394420"/>
                  </a:lnTo>
                  <a:lnTo>
                    <a:pt x="887641" y="5259071"/>
                  </a:lnTo>
                  <a:lnTo>
                    <a:pt x="754562" y="5114992"/>
                  </a:lnTo>
                  <a:lnTo>
                    <a:pt x="630888" y="4962762"/>
                  </a:lnTo>
                  <a:lnTo>
                    <a:pt x="517119" y="4802995"/>
                  </a:lnTo>
                  <a:lnTo>
                    <a:pt x="413711" y="4636334"/>
                  </a:lnTo>
                  <a:lnTo>
                    <a:pt x="321082" y="4463451"/>
                  </a:lnTo>
                  <a:lnTo>
                    <a:pt x="239605" y="4285040"/>
                  </a:lnTo>
                  <a:lnTo>
                    <a:pt x="169607" y="4101821"/>
                  </a:lnTo>
                  <a:lnTo>
                    <a:pt x="111370" y="3914531"/>
                  </a:lnTo>
                  <a:lnTo>
                    <a:pt x="65130" y="3723924"/>
                  </a:lnTo>
                  <a:lnTo>
                    <a:pt x="31071" y="3530769"/>
                  </a:lnTo>
                  <a:lnTo>
                    <a:pt x="9332" y="3335842"/>
                  </a:lnTo>
                  <a:lnTo>
                    <a:pt x="0" y="3139929"/>
                  </a:lnTo>
                  <a:lnTo>
                    <a:pt x="3111" y="2943819"/>
                  </a:lnTo>
                  <a:lnTo>
                    <a:pt x="18655" y="2748301"/>
                  </a:lnTo>
                  <a:lnTo>
                    <a:pt x="46568" y="2554162"/>
                  </a:lnTo>
                  <a:lnTo>
                    <a:pt x="86738" y="2362185"/>
                  </a:lnTo>
                  <a:lnTo>
                    <a:pt x="139003" y="2173141"/>
                  </a:lnTo>
                  <a:lnTo>
                    <a:pt x="203152" y="1987793"/>
                  </a:lnTo>
                  <a:lnTo>
                    <a:pt x="278928" y="1806887"/>
                  </a:lnTo>
                  <a:lnTo>
                    <a:pt x="366025" y="1631152"/>
                  </a:lnTo>
                  <a:lnTo>
                    <a:pt x="464093" y="1461294"/>
                  </a:lnTo>
                  <a:lnTo>
                    <a:pt x="572736" y="1297997"/>
                  </a:lnTo>
                  <a:lnTo>
                    <a:pt x="691517" y="1141921"/>
                  </a:lnTo>
                  <a:lnTo>
                    <a:pt x="819958" y="993692"/>
                  </a:lnTo>
                  <a:lnTo>
                    <a:pt x="957542" y="853907"/>
                  </a:lnTo>
                  <a:lnTo>
                    <a:pt x="1103715" y="723130"/>
                  </a:lnTo>
                  <a:lnTo>
                    <a:pt x="1257887" y="601888"/>
                  </a:lnTo>
                  <a:lnTo>
                    <a:pt x="1419439" y="490667"/>
                  </a:lnTo>
                  <a:lnTo>
                    <a:pt x="1587720" y="389917"/>
                  </a:lnTo>
                  <a:lnTo>
                    <a:pt x="1762052" y="300043"/>
                  </a:lnTo>
                  <a:lnTo>
                    <a:pt x="1941733" y="221406"/>
                  </a:lnTo>
                  <a:lnTo>
                    <a:pt x="2126039" y="154324"/>
                  </a:lnTo>
                  <a:lnTo>
                    <a:pt x="2314230" y="99067"/>
                  </a:lnTo>
                  <a:lnTo>
                    <a:pt x="2505546" y="55856"/>
                  </a:lnTo>
                  <a:lnTo>
                    <a:pt x="2699217" y="24866"/>
                  </a:lnTo>
                  <a:lnTo>
                    <a:pt x="2894464" y="6222"/>
                  </a:lnTo>
                  <a:lnTo>
                    <a:pt x="30905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977732" y="2135879"/>
              <a:ext cx="3578914" cy="3381797"/>
            </a:xfrm>
            <a:custGeom>
              <a:avLst/>
              <a:pathLst>
                <a:path w="3578914" h="3381797">
                  <a:moveTo>
                    <a:pt x="3578914" y="1579752"/>
                  </a:moveTo>
                  <a:lnTo>
                    <a:pt x="3538840" y="1470431"/>
                  </a:lnTo>
                  <a:lnTo>
                    <a:pt x="3494144" y="1364602"/>
                  </a:lnTo>
                  <a:lnTo>
                    <a:pt x="3445053" y="1262459"/>
                  </a:lnTo>
                  <a:lnTo>
                    <a:pt x="3391804" y="1164179"/>
                  </a:lnTo>
                  <a:lnTo>
                    <a:pt x="3334639" y="1069928"/>
                  </a:lnTo>
                  <a:lnTo>
                    <a:pt x="3273808" y="979858"/>
                  </a:lnTo>
                  <a:lnTo>
                    <a:pt x="3209566" y="894105"/>
                  </a:lnTo>
                  <a:lnTo>
                    <a:pt x="3142174" y="812793"/>
                  </a:lnTo>
                  <a:lnTo>
                    <a:pt x="3071895" y="736031"/>
                  </a:lnTo>
                  <a:lnTo>
                    <a:pt x="2998997" y="663912"/>
                  </a:lnTo>
                  <a:lnTo>
                    <a:pt x="2923749" y="596517"/>
                  </a:lnTo>
                  <a:lnTo>
                    <a:pt x="2846425" y="533909"/>
                  </a:lnTo>
                  <a:lnTo>
                    <a:pt x="2767296" y="476140"/>
                  </a:lnTo>
                  <a:lnTo>
                    <a:pt x="2686636" y="423244"/>
                  </a:lnTo>
                  <a:lnTo>
                    <a:pt x="2604718" y="375243"/>
                  </a:lnTo>
                  <a:lnTo>
                    <a:pt x="2521813" y="332144"/>
                  </a:lnTo>
                  <a:lnTo>
                    <a:pt x="2438191" y="293938"/>
                  </a:lnTo>
                  <a:lnTo>
                    <a:pt x="2354120" y="260604"/>
                  </a:lnTo>
                  <a:lnTo>
                    <a:pt x="2269862" y="232105"/>
                  </a:lnTo>
                  <a:lnTo>
                    <a:pt x="2185678" y="208393"/>
                  </a:lnTo>
                  <a:lnTo>
                    <a:pt x="2101822" y="189405"/>
                  </a:lnTo>
                  <a:lnTo>
                    <a:pt x="2018543" y="175066"/>
                  </a:lnTo>
                  <a:lnTo>
                    <a:pt x="1936086" y="165285"/>
                  </a:lnTo>
                  <a:lnTo>
                    <a:pt x="1854686" y="159964"/>
                  </a:lnTo>
                  <a:lnTo>
                    <a:pt x="1774573" y="158990"/>
                  </a:lnTo>
                  <a:lnTo>
                    <a:pt x="1695969" y="162238"/>
                  </a:lnTo>
                  <a:lnTo>
                    <a:pt x="1619086" y="169574"/>
                  </a:lnTo>
                  <a:lnTo>
                    <a:pt x="1544129" y="180853"/>
                  </a:lnTo>
                  <a:lnTo>
                    <a:pt x="1471292" y="195919"/>
                  </a:lnTo>
                  <a:lnTo>
                    <a:pt x="1400761" y="214608"/>
                  </a:lnTo>
                  <a:lnTo>
                    <a:pt x="1332709" y="236746"/>
                  </a:lnTo>
                  <a:lnTo>
                    <a:pt x="1267300" y="262153"/>
                  </a:lnTo>
                  <a:lnTo>
                    <a:pt x="1204686" y="290639"/>
                  </a:lnTo>
                  <a:lnTo>
                    <a:pt x="1145010" y="322007"/>
                  </a:lnTo>
                  <a:lnTo>
                    <a:pt x="1088399" y="356057"/>
                  </a:lnTo>
                  <a:lnTo>
                    <a:pt x="1034971" y="392579"/>
                  </a:lnTo>
                  <a:lnTo>
                    <a:pt x="1089057" y="340996"/>
                  </a:lnTo>
                  <a:lnTo>
                    <a:pt x="1147638" y="291972"/>
                  </a:lnTo>
                  <a:lnTo>
                    <a:pt x="1210590" y="245800"/>
                  </a:lnTo>
                  <a:lnTo>
                    <a:pt x="1277771" y="202768"/>
                  </a:lnTo>
                  <a:lnTo>
                    <a:pt x="1349023" y="163157"/>
                  </a:lnTo>
                  <a:lnTo>
                    <a:pt x="1424171" y="127239"/>
                  </a:lnTo>
                  <a:lnTo>
                    <a:pt x="1503025" y="95277"/>
                  </a:lnTo>
                  <a:lnTo>
                    <a:pt x="1585377" y="67524"/>
                  </a:lnTo>
                  <a:lnTo>
                    <a:pt x="1671007" y="44225"/>
                  </a:lnTo>
                  <a:lnTo>
                    <a:pt x="1759680" y="25610"/>
                  </a:lnTo>
                  <a:lnTo>
                    <a:pt x="1851144" y="11899"/>
                  </a:lnTo>
                  <a:lnTo>
                    <a:pt x="1945137" y="3298"/>
                  </a:lnTo>
                  <a:lnTo>
                    <a:pt x="2041385" y="0"/>
                  </a:lnTo>
                  <a:lnTo>
                    <a:pt x="2139598" y="2181"/>
                  </a:lnTo>
                  <a:lnTo>
                    <a:pt x="2239480" y="10006"/>
                  </a:lnTo>
                  <a:lnTo>
                    <a:pt x="2340721" y="23621"/>
                  </a:lnTo>
                  <a:lnTo>
                    <a:pt x="2443002" y="43157"/>
                  </a:lnTo>
                  <a:lnTo>
                    <a:pt x="2545996" y="68727"/>
                  </a:lnTo>
                  <a:lnTo>
                    <a:pt x="2615998" y="166860"/>
                  </a:lnTo>
                  <a:lnTo>
                    <a:pt x="2679788" y="268054"/>
                  </a:lnTo>
                  <a:lnTo>
                    <a:pt x="2737246" y="371924"/>
                  </a:lnTo>
                  <a:lnTo>
                    <a:pt x="2788273" y="478079"/>
                  </a:lnTo>
                  <a:lnTo>
                    <a:pt x="2832796" y="586129"/>
                  </a:lnTo>
                  <a:lnTo>
                    <a:pt x="2870765" y="695681"/>
                  </a:lnTo>
                  <a:lnTo>
                    <a:pt x="2902151" y="806341"/>
                  </a:lnTo>
                  <a:lnTo>
                    <a:pt x="2926953" y="917719"/>
                  </a:lnTo>
                  <a:lnTo>
                    <a:pt x="2945188" y="1029428"/>
                  </a:lnTo>
                  <a:lnTo>
                    <a:pt x="2956899" y="1141085"/>
                  </a:lnTo>
                  <a:lnTo>
                    <a:pt x="2962150" y="1252311"/>
                  </a:lnTo>
                  <a:lnTo>
                    <a:pt x="2961026" y="1362738"/>
                  </a:lnTo>
                  <a:lnTo>
                    <a:pt x="2953634" y="1472002"/>
                  </a:lnTo>
                  <a:lnTo>
                    <a:pt x="2940102" y="1579752"/>
                  </a:lnTo>
                  <a:lnTo>
                    <a:pt x="2920575" y="1685645"/>
                  </a:lnTo>
                  <a:lnTo>
                    <a:pt x="2895219" y="1789352"/>
                  </a:lnTo>
                  <a:lnTo>
                    <a:pt x="2864218" y="1890554"/>
                  </a:lnTo>
                  <a:lnTo>
                    <a:pt x="2827773" y="1988947"/>
                  </a:lnTo>
                  <a:lnTo>
                    <a:pt x="2786100" y="2084244"/>
                  </a:lnTo>
                  <a:lnTo>
                    <a:pt x="2739431" y="2176168"/>
                  </a:lnTo>
                  <a:lnTo>
                    <a:pt x="2688013" y="2264464"/>
                  </a:lnTo>
                  <a:lnTo>
                    <a:pt x="2632104" y="2348891"/>
                  </a:lnTo>
                  <a:lnTo>
                    <a:pt x="2571976" y="2429224"/>
                  </a:lnTo>
                  <a:lnTo>
                    <a:pt x="2507909" y="2505260"/>
                  </a:lnTo>
                  <a:lnTo>
                    <a:pt x="2440196" y="2576812"/>
                  </a:lnTo>
                  <a:lnTo>
                    <a:pt x="2369136" y="2643713"/>
                  </a:lnTo>
                  <a:lnTo>
                    <a:pt x="2295035" y="2705814"/>
                  </a:lnTo>
                  <a:lnTo>
                    <a:pt x="2218208" y="2762988"/>
                  </a:lnTo>
                  <a:lnTo>
                    <a:pt x="2138970" y="2815127"/>
                  </a:lnTo>
                  <a:lnTo>
                    <a:pt x="2057643" y="2862141"/>
                  </a:lnTo>
                  <a:lnTo>
                    <a:pt x="1974549" y="2903963"/>
                  </a:lnTo>
                  <a:lnTo>
                    <a:pt x="1890014" y="2940544"/>
                  </a:lnTo>
                  <a:lnTo>
                    <a:pt x="1804360" y="2971856"/>
                  </a:lnTo>
                  <a:lnTo>
                    <a:pt x="1717910" y="2997890"/>
                  </a:lnTo>
                  <a:lnTo>
                    <a:pt x="1630985" y="3018656"/>
                  </a:lnTo>
                  <a:lnTo>
                    <a:pt x="1543899" y="3034184"/>
                  </a:lnTo>
                  <a:lnTo>
                    <a:pt x="1456965" y="3044523"/>
                  </a:lnTo>
                  <a:lnTo>
                    <a:pt x="1370486" y="3049739"/>
                  </a:lnTo>
                  <a:lnTo>
                    <a:pt x="1284762" y="3049917"/>
                  </a:lnTo>
                  <a:lnTo>
                    <a:pt x="1200083" y="3045159"/>
                  </a:lnTo>
                  <a:lnTo>
                    <a:pt x="1116729" y="3035581"/>
                  </a:lnTo>
                  <a:lnTo>
                    <a:pt x="1034971" y="3021319"/>
                  </a:lnTo>
                  <a:lnTo>
                    <a:pt x="955070" y="3002522"/>
                  </a:lnTo>
                  <a:lnTo>
                    <a:pt x="877274" y="2979352"/>
                  </a:lnTo>
                  <a:lnTo>
                    <a:pt x="801819" y="2951986"/>
                  </a:lnTo>
                  <a:lnTo>
                    <a:pt x="728929" y="2920613"/>
                  </a:lnTo>
                  <a:lnTo>
                    <a:pt x="658811" y="2885435"/>
                  </a:lnTo>
                  <a:lnTo>
                    <a:pt x="591660" y="2846663"/>
                  </a:lnTo>
                  <a:lnTo>
                    <a:pt x="527657" y="2804518"/>
                  </a:lnTo>
                  <a:lnTo>
                    <a:pt x="466965" y="2759229"/>
                  </a:lnTo>
                  <a:lnTo>
                    <a:pt x="409733" y="2711035"/>
                  </a:lnTo>
                  <a:lnTo>
                    <a:pt x="356094" y="2660180"/>
                  </a:lnTo>
                  <a:lnTo>
                    <a:pt x="306162" y="2606913"/>
                  </a:lnTo>
                  <a:lnTo>
                    <a:pt x="260037" y="2551489"/>
                  </a:lnTo>
                  <a:lnTo>
                    <a:pt x="217803" y="2494164"/>
                  </a:lnTo>
                  <a:lnTo>
                    <a:pt x="179524" y="2435200"/>
                  </a:lnTo>
                  <a:lnTo>
                    <a:pt x="145249" y="2374857"/>
                  </a:lnTo>
                  <a:lnTo>
                    <a:pt x="115010" y="2313397"/>
                  </a:lnTo>
                  <a:lnTo>
                    <a:pt x="88824" y="2251079"/>
                  </a:lnTo>
                  <a:lnTo>
                    <a:pt x="66689" y="2188164"/>
                  </a:lnTo>
                  <a:lnTo>
                    <a:pt x="48589" y="2124907"/>
                  </a:lnTo>
                  <a:lnTo>
                    <a:pt x="34490" y="2061559"/>
                  </a:lnTo>
                  <a:lnTo>
                    <a:pt x="24344" y="1998368"/>
                  </a:lnTo>
                  <a:lnTo>
                    <a:pt x="18089" y="1935575"/>
                  </a:lnTo>
                  <a:lnTo>
                    <a:pt x="15646" y="1873415"/>
                  </a:lnTo>
                  <a:lnTo>
                    <a:pt x="16925" y="1812115"/>
                  </a:lnTo>
                  <a:lnTo>
                    <a:pt x="21819" y="1751894"/>
                  </a:lnTo>
                  <a:lnTo>
                    <a:pt x="30213" y="1692961"/>
                  </a:lnTo>
                  <a:lnTo>
                    <a:pt x="41976" y="1635518"/>
                  </a:lnTo>
                  <a:lnTo>
                    <a:pt x="56967" y="1579752"/>
                  </a:lnTo>
                  <a:lnTo>
                    <a:pt x="75035" y="1525843"/>
                  </a:lnTo>
                  <a:lnTo>
                    <a:pt x="96020" y="1473958"/>
                  </a:lnTo>
                  <a:lnTo>
                    <a:pt x="119751" y="1424250"/>
                  </a:lnTo>
                  <a:lnTo>
                    <a:pt x="146050" y="1376862"/>
                  </a:lnTo>
                  <a:lnTo>
                    <a:pt x="174734" y="1331922"/>
                  </a:lnTo>
                  <a:lnTo>
                    <a:pt x="205610" y="1289546"/>
                  </a:lnTo>
                  <a:lnTo>
                    <a:pt x="238482" y="1249835"/>
                  </a:lnTo>
                  <a:lnTo>
                    <a:pt x="273150" y="1212878"/>
                  </a:lnTo>
                  <a:lnTo>
                    <a:pt x="309409" y="1178748"/>
                  </a:lnTo>
                  <a:lnTo>
                    <a:pt x="347053" y="1147505"/>
                  </a:lnTo>
                  <a:lnTo>
                    <a:pt x="385874" y="1119193"/>
                  </a:lnTo>
                  <a:lnTo>
                    <a:pt x="425663" y="1093845"/>
                  </a:lnTo>
                  <a:lnTo>
                    <a:pt x="466211" y="1071477"/>
                  </a:lnTo>
                  <a:lnTo>
                    <a:pt x="507312" y="1052093"/>
                  </a:lnTo>
                  <a:lnTo>
                    <a:pt x="459482" y="1096859"/>
                  </a:lnTo>
                  <a:lnTo>
                    <a:pt x="415469" y="1145972"/>
                  </a:lnTo>
                  <a:lnTo>
                    <a:pt x="375668" y="1199103"/>
                  </a:lnTo>
                  <a:lnTo>
                    <a:pt x="340447" y="1255890"/>
                  </a:lnTo>
                  <a:lnTo>
                    <a:pt x="310141" y="1315935"/>
                  </a:lnTo>
                  <a:lnTo>
                    <a:pt x="285052" y="1378812"/>
                  </a:lnTo>
                  <a:lnTo>
                    <a:pt x="265444" y="1444064"/>
                  </a:lnTo>
                  <a:lnTo>
                    <a:pt x="251540" y="1511211"/>
                  </a:lnTo>
                  <a:lnTo>
                    <a:pt x="243523" y="1579752"/>
                  </a:lnTo>
                  <a:lnTo>
                    <a:pt x="241528" y="1649169"/>
                  </a:lnTo>
                  <a:lnTo>
                    <a:pt x="245649" y="1718931"/>
                  </a:lnTo>
                  <a:lnTo>
                    <a:pt x="255929" y="1788496"/>
                  </a:lnTo>
                  <a:lnTo>
                    <a:pt x="272365" y="1857318"/>
                  </a:lnTo>
                  <a:lnTo>
                    <a:pt x="294904" y="1924851"/>
                  </a:lnTo>
                  <a:lnTo>
                    <a:pt x="323446" y="1990552"/>
                  </a:lnTo>
                  <a:lnTo>
                    <a:pt x="357840" y="2053884"/>
                  </a:lnTo>
                  <a:lnTo>
                    <a:pt x="397891" y="2114326"/>
                  </a:lnTo>
                  <a:lnTo>
                    <a:pt x="443353" y="2171370"/>
                  </a:lnTo>
                  <a:lnTo>
                    <a:pt x="493937" y="2224531"/>
                  </a:lnTo>
                  <a:lnTo>
                    <a:pt x="549310" y="2273348"/>
                  </a:lnTo>
                  <a:lnTo>
                    <a:pt x="609097" y="2317389"/>
                  </a:lnTo>
                  <a:lnTo>
                    <a:pt x="672883" y="2356254"/>
                  </a:lnTo>
                  <a:lnTo>
                    <a:pt x="740219" y="2389579"/>
                  </a:lnTo>
                  <a:lnTo>
                    <a:pt x="810621" y="2417041"/>
                  </a:lnTo>
                  <a:lnTo>
                    <a:pt x="883576" y="2438357"/>
                  </a:lnTo>
                  <a:lnTo>
                    <a:pt x="958547" y="2453290"/>
                  </a:lnTo>
                  <a:lnTo>
                    <a:pt x="1034971" y="2461652"/>
                  </a:lnTo>
                  <a:lnTo>
                    <a:pt x="1095054" y="2496431"/>
                  </a:lnTo>
                  <a:lnTo>
                    <a:pt x="1159675" y="2526970"/>
                  </a:lnTo>
                  <a:lnTo>
                    <a:pt x="1228528" y="2552826"/>
                  </a:lnTo>
                  <a:lnTo>
                    <a:pt x="1301266" y="2573577"/>
                  </a:lnTo>
                  <a:lnTo>
                    <a:pt x="1377507" y="2588828"/>
                  </a:lnTo>
                  <a:lnTo>
                    <a:pt x="1456832" y="2598214"/>
                  </a:lnTo>
                  <a:lnTo>
                    <a:pt x="1538792" y="2601399"/>
                  </a:lnTo>
                  <a:lnTo>
                    <a:pt x="1622905" y="2598083"/>
                  </a:lnTo>
                  <a:lnTo>
                    <a:pt x="1708663" y="2588003"/>
                  </a:lnTo>
                  <a:lnTo>
                    <a:pt x="1795533" y="2570935"/>
                  </a:lnTo>
                  <a:lnTo>
                    <a:pt x="1882959" y="2546696"/>
                  </a:lnTo>
                  <a:lnTo>
                    <a:pt x="1970368" y="2515148"/>
                  </a:lnTo>
                  <a:lnTo>
                    <a:pt x="1905302" y="2566948"/>
                  </a:lnTo>
                  <a:lnTo>
                    <a:pt x="1837440" y="2614288"/>
                  </a:lnTo>
                  <a:lnTo>
                    <a:pt x="1767084" y="2657023"/>
                  </a:lnTo>
                  <a:lnTo>
                    <a:pt x="1694544" y="2695028"/>
                  </a:lnTo>
                  <a:lnTo>
                    <a:pt x="1620134" y="2728198"/>
                  </a:lnTo>
                  <a:lnTo>
                    <a:pt x="1544173" y="2756448"/>
                  </a:lnTo>
                  <a:lnTo>
                    <a:pt x="1466985" y="2779717"/>
                  </a:lnTo>
                  <a:lnTo>
                    <a:pt x="1388894" y="2797961"/>
                  </a:lnTo>
                  <a:lnTo>
                    <a:pt x="1310224" y="2811159"/>
                  </a:lnTo>
                  <a:lnTo>
                    <a:pt x="1231298" y="2819312"/>
                  </a:lnTo>
                  <a:lnTo>
                    <a:pt x="1152440" y="2822440"/>
                  </a:lnTo>
                  <a:lnTo>
                    <a:pt x="1073966" y="2820583"/>
                  </a:lnTo>
                  <a:lnTo>
                    <a:pt x="996190" y="2813803"/>
                  </a:lnTo>
                  <a:lnTo>
                    <a:pt x="919418" y="2802179"/>
                  </a:lnTo>
                  <a:lnTo>
                    <a:pt x="843950" y="2785811"/>
                  </a:lnTo>
                  <a:lnTo>
                    <a:pt x="770078" y="2764816"/>
                  </a:lnTo>
                  <a:lnTo>
                    <a:pt x="698083" y="2739330"/>
                  </a:lnTo>
                  <a:lnTo>
                    <a:pt x="628235" y="2709506"/>
                  </a:lnTo>
                  <a:lnTo>
                    <a:pt x="560794" y="2675512"/>
                  </a:lnTo>
                  <a:lnTo>
                    <a:pt x="496006" y="2637531"/>
                  </a:lnTo>
                  <a:lnTo>
                    <a:pt x="434104" y="2595763"/>
                  </a:lnTo>
                  <a:lnTo>
                    <a:pt x="375307" y="2550418"/>
                  </a:lnTo>
                  <a:lnTo>
                    <a:pt x="319818" y="2501722"/>
                  </a:lnTo>
                  <a:lnTo>
                    <a:pt x="267825" y="2449909"/>
                  </a:lnTo>
                  <a:lnTo>
                    <a:pt x="219498" y="2395226"/>
                  </a:lnTo>
                  <a:lnTo>
                    <a:pt x="179713" y="2320838"/>
                  </a:lnTo>
                  <a:lnTo>
                    <a:pt x="146303" y="2245001"/>
                  </a:lnTo>
                  <a:lnTo>
                    <a:pt x="119268" y="2168239"/>
                  </a:lnTo>
                  <a:lnTo>
                    <a:pt x="98563" y="2091070"/>
                  </a:lnTo>
                  <a:lnTo>
                    <a:pt x="84107" y="2013997"/>
                  </a:lnTo>
                  <a:lnTo>
                    <a:pt x="75775" y="1937514"/>
                  </a:lnTo>
                  <a:lnTo>
                    <a:pt x="73407" y="1862093"/>
                  </a:lnTo>
                  <a:lnTo>
                    <a:pt x="76806" y="1788188"/>
                  </a:lnTo>
                  <a:lnTo>
                    <a:pt x="85743" y="1716230"/>
                  </a:lnTo>
                  <a:lnTo>
                    <a:pt x="99956" y="1646626"/>
                  </a:lnTo>
                  <a:lnTo>
                    <a:pt x="119152" y="1579752"/>
                  </a:lnTo>
                  <a:lnTo>
                    <a:pt x="95203" y="1625209"/>
                  </a:lnTo>
                  <a:lnTo>
                    <a:pt x="73565" y="1672976"/>
                  </a:lnTo>
                  <a:lnTo>
                    <a:pt x="54407" y="1722935"/>
                  </a:lnTo>
                  <a:lnTo>
                    <a:pt x="37888" y="1774955"/>
                  </a:lnTo>
                  <a:lnTo>
                    <a:pt x="24163" y="1828894"/>
                  </a:lnTo>
                  <a:lnTo>
                    <a:pt x="13378" y="1884601"/>
                  </a:lnTo>
                  <a:lnTo>
                    <a:pt x="5671" y="1941915"/>
                  </a:lnTo>
                  <a:lnTo>
                    <a:pt x="1172" y="2000667"/>
                  </a:lnTo>
                  <a:lnTo>
                    <a:pt x="0" y="2060677"/>
                  </a:lnTo>
                  <a:lnTo>
                    <a:pt x="2264" y="2121759"/>
                  </a:lnTo>
                  <a:lnTo>
                    <a:pt x="8066" y="2183718"/>
                  </a:lnTo>
                  <a:lnTo>
                    <a:pt x="17493" y="2246352"/>
                  </a:lnTo>
                  <a:lnTo>
                    <a:pt x="30622" y="2309454"/>
                  </a:lnTo>
                  <a:lnTo>
                    <a:pt x="47520" y="2372811"/>
                  </a:lnTo>
                  <a:lnTo>
                    <a:pt x="68240" y="2436202"/>
                  </a:lnTo>
                  <a:lnTo>
                    <a:pt x="92822" y="2499404"/>
                  </a:lnTo>
                  <a:lnTo>
                    <a:pt x="121296" y="2562190"/>
                  </a:lnTo>
                  <a:lnTo>
                    <a:pt x="153676" y="2624330"/>
                  </a:lnTo>
                  <a:lnTo>
                    <a:pt x="189964" y="2685591"/>
                  </a:lnTo>
                  <a:lnTo>
                    <a:pt x="230148" y="2745739"/>
                  </a:lnTo>
                  <a:lnTo>
                    <a:pt x="274205" y="2804539"/>
                  </a:lnTo>
                  <a:lnTo>
                    <a:pt x="322094" y="2861755"/>
                  </a:lnTo>
                  <a:lnTo>
                    <a:pt x="373763" y="2917153"/>
                  </a:lnTo>
                  <a:lnTo>
                    <a:pt x="429146" y="2970501"/>
                  </a:lnTo>
                  <a:lnTo>
                    <a:pt x="488163" y="3021566"/>
                  </a:lnTo>
                  <a:lnTo>
                    <a:pt x="550721" y="3070123"/>
                  </a:lnTo>
                  <a:lnTo>
                    <a:pt x="616711" y="3115946"/>
                  </a:lnTo>
                  <a:lnTo>
                    <a:pt x="686013" y="3158818"/>
                  </a:lnTo>
                  <a:lnTo>
                    <a:pt x="758493" y="3198524"/>
                  </a:lnTo>
                  <a:lnTo>
                    <a:pt x="834005" y="3234857"/>
                  </a:lnTo>
                  <a:lnTo>
                    <a:pt x="912389" y="3267615"/>
                  </a:lnTo>
                  <a:lnTo>
                    <a:pt x="993474" y="3296607"/>
                  </a:lnTo>
                  <a:lnTo>
                    <a:pt x="1077074" y="3321648"/>
                  </a:lnTo>
                  <a:lnTo>
                    <a:pt x="1162996" y="3342562"/>
                  </a:lnTo>
                  <a:lnTo>
                    <a:pt x="1251034" y="3359184"/>
                  </a:lnTo>
                  <a:lnTo>
                    <a:pt x="1340969" y="3371358"/>
                  </a:lnTo>
                  <a:lnTo>
                    <a:pt x="1432575" y="3378940"/>
                  </a:lnTo>
                  <a:lnTo>
                    <a:pt x="1525616" y="3381797"/>
                  </a:lnTo>
                  <a:lnTo>
                    <a:pt x="1619846" y="3379810"/>
                  </a:lnTo>
                  <a:lnTo>
                    <a:pt x="1715012" y="3372871"/>
                  </a:lnTo>
                  <a:lnTo>
                    <a:pt x="1810853" y="3360886"/>
                  </a:lnTo>
                  <a:lnTo>
                    <a:pt x="1907100" y="3343774"/>
                  </a:lnTo>
                  <a:lnTo>
                    <a:pt x="2003481" y="3321470"/>
                  </a:lnTo>
                  <a:lnTo>
                    <a:pt x="2099714" y="3293922"/>
                  </a:lnTo>
                  <a:lnTo>
                    <a:pt x="2195517" y="3261093"/>
                  </a:lnTo>
                  <a:lnTo>
                    <a:pt x="2290601" y="3222962"/>
                  </a:lnTo>
                  <a:lnTo>
                    <a:pt x="2384676" y="3179524"/>
                  </a:lnTo>
                  <a:lnTo>
                    <a:pt x="2477448" y="3130789"/>
                  </a:lnTo>
                  <a:lnTo>
                    <a:pt x="2568624" y="3076783"/>
                  </a:lnTo>
                  <a:lnTo>
                    <a:pt x="2657909" y="3017549"/>
                  </a:lnTo>
                  <a:lnTo>
                    <a:pt x="2745008" y="2953145"/>
                  </a:lnTo>
                  <a:lnTo>
                    <a:pt x="2829628" y="2883647"/>
                  </a:lnTo>
                  <a:lnTo>
                    <a:pt x="2911480" y="2809145"/>
                  </a:lnTo>
                  <a:lnTo>
                    <a:pt x="2990275" y="2729747"/>
                  </a:lnTo>
                  <a:lnTo>
                    <a:pt x="3065731" y="2645577"/>
                  </a:lnTo>
                  <a:lnTo>
                    <a:pt x="3137569" y="2556775"/>
                  </a:lnTo>
                  <a:lnTo>
                    <a:pt x="3205515" y="2463496"/>
                  </a:lnTo>
                  <a:lnTo>
                    <a:pt x="3269305" y="2365911"/>
                  </a:lnTo>
                  <a:lnTo>
                    <a:pt x="3328680" y="2264207"/>
                  </a:lnTo>
                  <a:lnTo>
                    <a:pt x="3383390" y="2158585"/>
                  </a:lnTo>
                  <a:lnTo>
                    <a:pt x="3433195" y="2049262"/>
                  </a:lnTo>
                  <a:lnTo>
                    <a:pt x="3477863" y="1936466"/>
                  </a:lnTo>
                  <a:lnTo>
                    <a:pt x="3517175" y="1820443"/>
                  </a:lnTo>
                  <a:lnTo>
                    <a:pt x="3550924" y="1701448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51139" y="2135879"/>
              <a:ext cx="3505506" cy="2601399"/>
            </a:xfrm>
            <a:custGeom>
              <a:avLst/>
              <a:pathLst>
                <a:path w="3505506" h="2601399">
                  <a:moveTo>
                    <a:pt x="961564" y="392579"/>
                  </a:moveTo>
                  <a:lnTo>
                    <a:pt x="1015649" y="340996"/>
                  </a:lnTo>
                  <a:lnTo>
                    <a:pt x="1074230" y="291972"/>
                  </a:lnTo>
                  <a:lnTo>
                    <a:pt x="1137182" y="245800"/>
                  </a:lnTo>
                  <a:lnTo>
                    <a:pt x="1204364" y="202768"/>
                  </a:lnTo>
                  <a:lnTo>
                    <a:pt x="1275616" y="163157"/>
                  </a:lnTo>
                  <a:lnTo>
                    <a:pt x="1350764" y="127239"/>
                  </a:lnTo>
                  <a:lnTo>
                    <a:pt x="1429617" y="95277"/>
                  </a:lnTo>
                  <a:lnTo>
                    <a:pt x="1511970" y="67524"/>
                  </a:lnTo>
                  <a:lnTo>
                    <a:pt x="1597600" y="44225"/>
                  </a:lnTo>
                  <a:lnTo>
                    <a:pt x="1686272" y="25610"/>
                  </a:lnTo>
                  <a:lnTo>
                    <a:pt x="1777737" y="11899"/>
                  </a:lnTo>
                  <a:lnTo>
                    <a:pt x="1871730" y="3298"/>
                  </a:lnTo>
                  <a:lnTo>
                    <a:pt x="1967978" y="0"/>
                  </a:lnTo>
                  <a:lnTo>
                    <a:pt x="2066191" y="2181"/>
                  </a:lnTo>
                  <a:lnTo>
                    <a:pt x="2166073" y="10006"/>
                  </a:lnTo>
                  <a:lnTo>
                    <a:pt x="2267313" y="23621"/>
                  </a:lnTo>
                  <a:lnTo>
                    <a:pt x="2369594" y="43157"/>
                  </a:lnTo>
                  <a:lnTo>
                    <a:pt x="2472589" y="68727"/>
                  </a:lnTo>
                  <a:lnTo>
                    <a:pt x="2545691" y="115400"/>
                  </a:lnTo>
                  <a:lnTo>
                    <a:pt x="2617435" y="165504"/>
                  </a:lnTo>
                  <a:lnTo>
                    <a:pt x="2687664" y="219005"/>
                  </a:lnTo>
                  <a:lnTo>
                    <a:pt x="2756221" y="275858"/>
                  </a:lnTo>
                  <a:lnTo>
                    <a:pt x="2822950" y="336014"/>
                  </a:lnTo>
                  <a:lnTo>
                    <a:pt x="2887696" y="399417"/>
                  </a:lnTo>
                  <a:lnTo>
                    <a:pt x="2950307" y="466002"/>
                  </a:lnTo>
                  <a:lnTo>
                    <a:pt x="3010633" y="535699"/>
                  </a:lnTo>
                  <a:lnTo>
                    <a:pt x="3068525" y="608430"/>
                  </a:lnTo>
                  <a:lnTo>
                    <a:pt x="3123837" y="684109"/>
                  </a:lnTo>
                  <a:lnTo>
                    <a:pt x="3176426" y="762646"/>
                  </a:lnTo>
                  <a:lnTo>
                    <a:pt x="3226153" y="843942"/>
                  </a:lnTo>
                  <a:lnTo>
                    <a:pt x="3272883" y="927893"/>
                  </a:lnTo>
                  <a:lnTo>
                    <a:pt x="3316482" y="1014386"/>
                  </a:lnTo>
                  <a:lnTo>
                    <a:pt x="3356823" y="1103305"/>
                  </a:lnTo>
                  <a:lnTo>
                    <a:pt x="3393782" y="1194527"/>
                  </a:lnTo>
                  <a:lnTo>
                    <a:pt x="3427242" y="1287920"/>
                  </a:lnTo>
                  <a:lnTo>
                    <a:pt x="3457087" y="1383350"/>
                  </a:lnTo>
                  <a:lnTo>
                    <a:pt x="3483209" y="1480676"/>
                  </a:lnTo>
                  <a:lnTo>
                    <a:pt x="3505506" y="1579752"/>
                  </a:lnTo>
                  <a:lnTo>
                    <a:pt x="3442538" y="1677230"/>
                  </a:lnTo>
                  <a:lnTo>
                    <a:pt x="3375932" y="1769767"/>
                  </a:lnTo>
                  <a:lnTo>
                    <a:pt x="3305979" y="1857232"/>
                  </a:lnTo>
                  <a:lnTo>
                    <a:pt x="3232975" y="1939508"/>
                  </a:lnTo>
                  <a:lnTo>
                    <a:pt x="3157218" y="2016495"/>
                  </a:lnTo>
                  <a:lnTo>
                    <a:pt x="3079011" y="2088106"/>
                  </a:lnTo>
                  <a:lnTo>
                    <a:pt x="2998658" y="2154272"/>
                  </a:lnTo>
                  <a:lnTo>
                    <a:pt x="2916466" y="2214938"/>
                  </a:lnTo>
                  <a:lnTo>
                    <a:pt x="2832741" y="2270066"/>
                  </a:lnTo>
                  <a:lnTo>
                    <a:pt x="2747789" y="2319631"/>
                  </a:lnTo>
                  <a:lnTo>
                    <a:pt x="2661918" y="2363626"/>
                  </a:lnTo>
                  <a:lnTo>
                    <a:pt x="2575433" y="2402059"/>
                  </a:lnTo>
                  <a:lnTo>
                    <a:pt x="2488635" y="2434953"/>
                  </a:lnTo>
                  <a:lnTo>
                    <a:pt x="2401825" y="2462345"/>
                  </a:lnTo>
                  <a:lnTo>
                    <a:pt x="2315299" y="2484289"/>
                  </a:lnTo>
                  <a:lnTo>
                    <a:pt x="2229349" y="2500852"/>
                  </a:lnTo>
                  <a:lnTo>
                    <a:pt x="2144262" y="2512116"/>
                  </a:lnTo>
                  <a:lnTo>
                    <a:pt x="2060320" y="2518178"/>
                  </a:lnTo>
                  <a:lnTo>
                    <a:pt x="1977796" y="2519148"/>
                  </a:lnTo>
                  <a:lnTo>
                    <a:pt x="1896960" y="2515148"/>
                  </a:lnTo>
                  <a:lnTo>
                    <a:pt x="1809552" y="2546696"/>
                  </a:lnTo>
                  <a:lnTo>
                    <a:pt x="1722125" y="2570935"/>
                  </a:lnTo>
                  <a:lnTo>
                    <a:pt x="1635256" y="2588003"/>
                  </a:lnTo>
                  <a:lnTo>
                    <a:pt x="1549497" y="2598083"/>
                  </a:lnTo>
                  <a:lnTo>
                    <a:pt x="1465384" y="2601399"/>
                  </a:lnTo>
                  <a:lnTo>
                    <a:pt x="1383425" y="2598214"/>
                  </a:lnTo>
                  <a:lnTo>
                    <a:pt x="1304099" y="2588828"/>
                  </a:lnTo>
                  <a:lnTo>
                    <a:pt x="1227859" y="2573577"/>
                  </a:lnTo>
                  <a:lnTo>
                    <a:pt x="1155121" y="2552826"/>
                  </a:lnTo>
                  <a:lnTo>
                    <a:pt x="1086268" y="2526970"/>
                  </a:lnTo>
                  <a:lnTo>
                    <a:pt x="1021646" y="2496431"/>
                  </a:lnTo>
                  <a:lnTo>
                    <a:pt x="961564" y="2461652"/>
                  </a:lnTo>
                  <a:lnTo>
                    <a:pt x="896890" y="2484011"/>
                  </a:lnTo>
                  <a:lnTo>
                    <a:pt x="829035" y="2501511"/>
                  </a:lnTo>
                  <a:lnTo>
                    <a:pt x="758372" y="2513812"/>
                  </a:lnTo>
                  <a:lnTo>
                    <a:pt x="685304" y="2520606"/>
                  </a:lnTo>
                  <a:lnTo>
                    <a:pt x="610268" y="2521614"/>
                  </a:lnTo>
                  <a:lnTo>
                    <a:pt x="533724" y="2516592"/>
                  </a:lnTo>
                  <a:lnTo>
                    <a:pt x="456158" y="2505335"/>
                  </a:lnTo>
                  <a:lnTo>
                    <a:pt x="378078" y="2487674"/>
                  </a:lnTo>
                  <a:lnTo>
                    <a:pt x="300011" y="2463483"/>
                  </a:lnTo>
                  <a:lnTo>
                    <a:pt x="222498" y="2432680"/>
                  </a:lnTo>
                  <a:lnTo>
                    <a:pt x="146090" y="2395226"/>
                  </a:lnTo>
                  <a:lnTo>
                    <a:pt x="106306" y="2320838"/>
                  </a:lnTo>
                  <a:lnTo>
                    <a:pt x="72896" y="2245001"/>
                  </a:lnTo>
                  <a:lnTo>
                    <a:pt x="45861" y="2168239"/>
                  </a:lnTo>
                  <a:lnTo>
                    <a:pt x="25156" y="2091070"/>
                  </a:lnTo>
                  <a:lnTo>
                    <a:pt x="10699" y="2013997"/>
                  </a:lnTo>
                  <a:lnTo>
                    <a:pt x="2367" y="1937514"/>
                  </a:lnTo>
                  <a:lnTo>
                    <a:pt x="0" y="1862093"/>
                  </a:lnTo>
                  <a:lnTo>
                    <a:pt x="3399" y="1788188"/>
                  </a:lnTo>
                  <a:lnTo>
                    <a:pt x="12336" y="1716230"/>
                  </a:lnTo>
                  <a:lnTo>
                    <a:pt x="26548" y="1646626"/>
                  </a:lnTo>
                  <a:lnTo>
                    <a:pt x="45745" y="1579752"/>
                  </a:lnTo>
                  <a:lnTo>
                    <a:pt x="68002" y="1501576"/>
                  </a:lnTo>
                  <a:lnTo>
                    <a:pt x="96774" y="1427266"/>
                  </a:lnTo>
                  <a:lnTo>
                    <a:pt x="131556" y="1357352"/>
                  </a:lnTo>
                  <a:lnTo>
                    <a:pt x="171806" y="1292304"/>
                  </a:lnTo>
                  <a:lnTo>
                    <a:pt x="216942" y="1232529"/>
                  </a:lnTo>
                  <a:lnTo>
                    <a:pt x="266358" y="1178375"/>
                  </a:lnTo>
                  <a:lnTo>
                    <a:pt x="319422" y="1130119"/>
                  </a:lnTo>
                  <a:lnTo>
                    <a:pt x="375489" y="1087976"/>
                  </a:lnTo>
                  <a:lnTo>
                    <a:pt x="433905" y="1052093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520980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977037" y="249279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5488062" y="2168940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49378" y="315230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977037" y="45618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912433" y="4615361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161564" y="4495439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061218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012704" y="968174"/>
              <a:ext cx="0" cy="2747457"/>
            </a:xfrm>
            <a:custGeom>
              <a:avLst/>
              <a:pathLst>
                <a:path w="0" h="2747457">
                  <a:moveTo>
                    <a:pt x="0" y="2747457"/>
                  </a:moveTo>
                  <a:lnTo>
                    <a:pt x="0" y="2652717"/>
                  </a:lnTo>
                  <a:lnTo>
                    <a:pt x="0" y="2557977"/>
                  </a:lnTo>
                  <a:lnTo>
                    <a:pt x="0" y="2463237"/>
                  </a:lnTo>
                  <a:lnTo>
                    <a:pt x="0" y="2368498"/>
                  </a:lnTo>
                  <a:lnTo>
                    <a:pt x="0" y="2273758"/>
                  </a:lnTo>
                  <a:lnTo>
                    <a:pt x="0" y="2179018"/>
                  </a:lnTo>
                  <a:lnTo>
                    <a:pt x="0" y="2084278"/>
                  </a:lnTo>
                  <a:lnTo>
                    <a:pt x="0" y="1989538"/>
                  </a:lnTo>
                  <a:lnTo>
                    <a:pt x="0" y="1894798"/>
                  </a:lnTo>
                  <a:lnTo>
                    <a:pt x="0" y="1800058"/>
                  </a:lnTo>
                  <a:lnTo>
                    <a:pt x="0" y="1705318"/>
                  </a:lnTo>
                  <a:lnTo>
                    <a:pt x="0" y="1610578"/>
                  </a:lnTo>
                  <a:lnTo>
                    <a:pt x="0" y="1515838"/>
                  </a:lnTo>
                  <a:lnTo>
                    <a:pt x="0" y="1421098"/>
                  </a:lnTo>
                  <a:lnTo>
                    <a:pt x="0" y="1326358"/>
                  </a:lnTo>
                  <a:lnTo>
                    <a:pt x="0" y="1231618"/>
                  </a:lnTo>
                  <a:lnTo>
                    <a:pt x="0" y="1136879"/>
                  </a:lnTo>
                  <a:lnTo>
                    <a:pt x="0" y="1042139"/>
                  </a:lnTo>
                  <a:lnTo>
                    <a:pt x="0" y="947399"/>
                  </a:lnTo>
                  <a:lnTo>
                    <a:pt x="0" y="852659"/>
                  </a:lnTo>
                  <a:lnTo>
                    <a:pt x="0" y="757919"/>
                  </a:lnTo>
                  <a:lnTo>
                    <a:pt x="0" y="663179"/>
                  </a:lnTo>
                  <a:lnTo>
                    <a:pt x="0" y="568439"/>
                  </a:lnTo>
                  <a:lnTo>
                    <a:pt x="0" y="473699"/>
                  </a:lnTo>
                  <a:lnTo>
                    <a:pt x="0" y="378959"/>
                  </a:lnTo>
                  <a:lnTo>
                    <a:pt x="0" y="284219"/>
                  </a:lnTo>
                  <a:lnTo>
                    <a:pt x="0" y="189479"/>
                  </a:lnTo>
                  <a:lnTo>
                    <a:pt x="0" y="94739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012704" y="1772885"/>
              <a:ext cx="1942746" cy="1942746"/>
            </a:xfrm>
            <a:custGeom>
              <a:avLst/>
              <a:pathLst>
                <a:path w="1942746" h="1942746">
                  <a:moveTo>
                    <a:pt x="0" y="1942746"/>
                  </a:moveTo>
                  <a:lnTo>
                    <a:pt x="66991" y="1875754"/>
                  </a:lnTo>
                  <a:lnTo>
                    <a:pt x="133982" y="1808763"/>
                  </a:lnTo>
                  <a:lnTo>
                    <a:pt x="200973" y="1741772"/>
                  </a:lnTo>
                  <a:lnTo>
                    <a:pt x="267964" y="1674781"/>
                  </a:lnTo>
                  <a:lnTo>
                    <a:pt x="334956" y="1607789"/>
                  </a:lnTo>
                  <a:lnTo>
                    <a:pt x="401947" y="1540798"/>
                  </a:lnTo>
                  <a:lnTo>
                    <a:pt x="468938" y="1473807"/>
                  </a:lnTo>
                  <a:lnTo>
                    <a:pt x="535929" y="1406816"/>
                  </a:lnTo>
                  <a:lnTo>
                    <a:pt x="602921" y="1339824"/>
                  </a:lnTo>
                  <a:lnTo>
                    <a:pt x="669912" y="1272833"/>
                  </a:lnTo>
                  <a:lnTo>
                    <a:pt x="736903" y="1205842"/>
                  </a:lnTo>
                  <a:lnTo>
                    <a:pt x="803894" y="1138851"/>
                  </a:lnTo>
                  <a:lnTo>
                    <a:pt x="870886" y="1071859"/>
                  </a:lnTo>
                  <a:lnTo>
                    <a:pt x="937877" y="1004868"/>
                  </a:lnTo>
                  <a:lnTo>
                    <a:pt x="1004868" y="937877"/>
                  </a:lnTo>
                  <a:lnTo>
                    <a:pt x="1071859" y="870886"/>
                  </a:lnTo>
                  <a:lnTo>
                    <a:pt x="1138851" y="803894"/>
                  </a:lnTo>
                  <a:lnTo>
                    <a:pt x="1205842" y="736903"/>
                  </a:lnTo>
                  <a:lnTo>
                    <a:pt x="1272833" y="669912"/>
                  </a:lnTo>
                  <a:lnTo>
                    <a:pt x="1339824" y="602921"/>
                  </a:lnTo>
                  <a:lnTo>
                    <a:pt x="1406816" y="535929"/>
                  </a:lnTo>
                  <a:lnTo>
                    <a:pt x="1473807" y="468938"/>
                  </a:lnTo>
                  <a:lnTo>
                    <a:pt x="1540798" y="401947"/>
                  </a:lnTo>
                  <a:lnTo>
                    <a:pt x="1607789" y="334956"/>
                  </a:lnTo>
                  <a:lnTo>
                    <a:pt x="1674781" y="267964"/>
                  </a:lnTo>
                  <a:lnTo>
                    <a:pt x="1741772" y="200973"/>
                  </a:lnTo>
                  <a:lnTo>
                    <a:pt x="1808763" y="133982"/>
                  </a:lnTo>
                  <a:lnTo>
                    <a:pt x="1875754" y="66991"/>
                  </a:lnTo>
                  <a:lnTo>
                    <a:pt x="194274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12704" y="3715631"/>
              <a:ext cx="2747457" cy="0"/>
            </a:xfrm>
            <a:custGeom>
              <a:avLst/>
              <a:pathLst>
                <a:path w="2747457" h="0">
                  <a:moveTo>
                    <a:pt x="0" y="0"/>
                  </a:moveTo>
                  <a:lnTo>
                    <a:pt x="94739" y="0"/>
                  </a:lnTo>
                  <a:lnTo>
                    <a:pt x="189479" y="0"/>
                  </a:lnTo>
                  <a:lnTo>
                    <a:pt x="284219" y="0"/>
                  </a:lnTo>
                  <a:lnTo>
                    <a:pt x="378959" y="0"/>
                  </a:lnTo>
                  <a:lnTo>
                    <a:pt x="473699" y="0"/>
                  </a:lnTo>
                  <a:lnTo>
                    <a:pt x="568439" y="0"/>
                  </a:lnTo>
                  <a:lnTo>
                    <a:pt x="663179" y="0"/>
                  </a:lnTo>
                  <a:lnTo>
                    <a:pt x="757919" y="0"/>
                  </a:lnTo>
                  <a:lnTo>
                    <a:pt x="852659" y="0"/>
                  </a:lnTo>
                  <a:lnTo>
                    <a:pt x="947399" y="0"/>
                  </a:lnTo>
                  <a:lnTo>
                    <a:pt x="1042139" y="0"/>
                  </a:lnTo>
                  <a:lnTo>
                    <a:pt x="1136879" y="0"/>
                  </a:lnTo>
                  <a:lnTo>
                    <a:pt x="1231618" y="0"/>
                  </a:lnTo>
                  <a:lnTo>
                    <a:pt x="1326358" y="0"/>
                  </a:lnTo>
                  <a:lnTo>
                    <a:pt x="1421098" y="0"/>
                  </a:lnTo>
                  <a:lnTo>
                    <a:pt x="1515838" y="0"/>
                  </a:lnTo>
                  <a:lnTo>
                    <a:pt x="1610578" y="0"/>
                  </a:lnTo>
                  <a:lnTo>
                    <a:pt x="1705318" y="0"/>
                  </a:lnTo>
                  <a:lnTo>
                    <a:pt x="1800058" y="0"/>
                  </a:lnTo>
                  <a:lnTo>
                    <a:pt x="1894798" y="0"/>
                  </a:lnTo>
                  <a:lnTo>
                    <a:pt x="1989538" y="0"/>
                  </a:lnTo>
                  <a:lnTo>
                    <a:pt x="2084278" y="0"/>
                  </a:lnTo>
                  <a:lnTo>
                    <a:pt x="2179018" y="0"/>
                  </a:lnTo>
                  <a:lnTo>
                    <a:pt x="2273758" y="0"/>
                  </a:lnTo>
                  <a:lnTo>
                    <a:pt x="2368498" y="0"/>
                  </a:lnTo>
                  <a:lnTo>
                    <a:pt x="2463237" y="0"/>
                  </a:lnTo>
                  <a:lnTo>
                    <a:pt x="2557977" y="0"/>
                  </a:lnTo>
                  <a:lnTo>
                    <a:pt x="2652717" y="0"/>
                  </a:lnTo>
                  <a:lnTo>
                    <a:pt x="274745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12704" y="3715631"/>
              <a:ext cx="1942746" cy="1942746"/>
            </a:xfrm>
            <a:custGeom>
              <a:avLst/>
              <a:pathLst>
                <a:path w="1942746" h="1942746">
                  <a:moveTo>
                    <a:pt x="0" y="0"/>
                  </a:moveTo>
                  <a:lnTo>
                    <a:pt x="66991" y="66991"/>
                  </a:lnTo>
                  <a:lnTo>
                    <a:pt x="133982" y="133982"/>
                  </a:lnTo>
                  <a:lnTo>
                    <a:pt x="200973" y="200973"/>
                  </a:lnTo>
                  <a:lnTo>
                    <a:pt x="267964" y="267964"/>
                  </a:lnTo>
                  <a:lnTo>
                    <a:pt x="334956" y="334956"/>
                  </a:lnTo>
                  <a:lnTo>
                    <a:pt x="401947" y="401947"/>
                  </a:lnTo>
                  <a:lnTo>
                    <a:pt x="468938" y="468938"/>
                  </a:lnTo>
                  <a:lnTo>
                    <a:pt x="535929" y="535929"/>
                  </a:lnTo>
                  <a:lnTo>
                    <a:pt x="602921" y="602921"/>
                  </a:lnTo>
                  <a:lnTo>
                    <a:pt x="669912" y="669912"/>
                  </a:lnTo>
                  <a:lnTo>
                    <a:pt x="736903" y="736903"/>
                  </a:lnTo>
                  <a:lnTo>
                    <a:pt x="803894" y="803894"/>
                  </a:lnTo>
                  <a:lnTo>
                    <a:pt x="870886" y="870886"/>
                  </a:lnTo>
                  <a:lnTo>
                    <a:pt x="937877" y="937877"/>
                  </a:lnTo>
                  <a:lnTo>
                    <a:pt x="1004868" y="1004868"/>
                  </a:lnTo>
                  <a:lnTo>
                    <a:pt x="1071859" y="1071859"/>
                  </a:lnTo>
                  <a:lnTo>
                    <a:pt x="1138851" y="1138851"/>
                  </a:lnTo>
                  <a:lnTo>
                    <a:pt x="1205842" y="1205842"/>
                  </a:lnTo>
                  <a:lnTo>
                    <a:pt x="1272833" y="1272833"/>
                  </a:lnTo>
                  <a:lnTo>
                    <a:pt x="1339824" y="1339824"/>
                  </a:lnTo>
                  <a:lnTo>
                    <a:pt x="1406816" y="1406816"/>
                  </a:lnTo>
                  <a:lnTo>
                    <a:pt x="1473807" y="1473807"/>
                  </a:lnTo>
                  <a:lnTo>
                    <a:pt x="1540798" y="1540798"/>
                  </a:lnTo>
                  <a:lnTo>
                    <a:pt x="1607789" y="1607789"/>
                  </a:lnTo>
                  <a:lnTo>
                    <a:pt x="1674781" y="1674781"/>
                  </a:lnTo>
                  <a:lnTo>
                    <a:pt x="1741772" y="1741772"/>
                  </a:lnTo>
                  <a:lnTo>
                    <a:pt x="1808763" y="1808763"/>
                  </a:lnTo>
                  <a:lnTo>
                    <a:pt x="1875754" y="1875754"/>
                  </a:lnTo>
                  <a:lnTo>
                    <a:pt x="1942746" y="194274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12704" y="3715631"/>
              <a:ext cx="0" cy="2747457"/>
            </a:xfrm>
            <a:custGeom>
              <a:avLst/>
              <a:pathLst>
                <a:path w="0" h="2747457">
                  <a:moveTo>
                    <a:pt x="0" y="0"/>
                  </a:moveTo>
                  <a:lnTo>
                    <a:pt x="0" y="94739"/>
                  </a:lnTo>
                  <a:lnTo>
                    <a:pt x="0" y="189479"/>
                  </a:lnTo>
                  <a:lnTo>
                    <a:pt x="0" y="284219"/>
                  </a:lnTo>
                  <a:lnTo>
                    <a:pt x="0" y="378959"/>
                  </a:lnTo>
                  <a:lnTo>
                    <a:pt x="0" y="473699"/>
                  </a:lnTo>
                  <a:lnTo>
                    <a:pt x="0" y="568439"/>
                  </a:lnTo>
                  <a:lnTo>
                    <a:pt x="0" y="663179"/>
                  </a:lnTo>
                  <a:lnTo>
                    <a:pt x="0" y="757919"/>
                  </a:lnTo>
                  <a:lnTo>
                    <a:pt x="0" y="852659"/>
                  </a:lnTo>
                  <a:lnTo>
                    <a:pt x="0" y="947399"/>
                  </a:lnTo>
                  <a:lnTo>
                    <a:pt x="0" y="1042139"/>
                  </a:lnTo>
                  <a:lnTo>
                    <a:pt x="0" y="1136879"/>
                  </a:lnTo>
                  <a:lnTo>
                    <a:pt x="0" y="1231618"/>
                  </a:lnTo>
                  <a:lnTo>
                    <a:pt x="0" y="1326358"/>
                  </a:lnTo>
                  <a:lnTo>
                    <a:pt x="0" y="1421098"/>
                  </a:lnTo>
                  <a:lnTo>
                    <a:pt x="0" y="1515838"/>
                  </a:lnTo>
                  <a:lnTo>
                    <a:pt x="0" y="1610578"/>
                  </a:lnTo>
                  <a:lnTo>
                    <a:pt x="0" y="1705318"/>
                  </a:lnTo>
                  <a:lnTo>
                    <a:pt x="0" y="1800058"/>
                  </a:lnTo>
                  <a:lnTo>
                    <a:pt x="0" y="1894798"/>
                  </a:lnTo>
                  <a:lnTo>
                    <a:pt x="0" y="1989538"/>
                  </a:lnTo>
                  <a:lnTo>
                    <a:pt x="0" y="2084278"/>
                  </a:lnTo>
                  <a:lnTo>
                    <a:pt x="0" y="2179018"/>
                  </a:lnTo>
                  <a:lnTo>
                    <a:pt x="0" y="2273758"/>
                  </a:lnTo>
                  <a:lnTo>
                    <a:pt x="0" y="2368498"/>
                  </a:lnTo>
                  <a:lnTo>
                    <a:pt x="0" y="2463237"/>
                  </a:lnTo>
                  <a:lnTo>
                    <a:pt x="0" y="2557977"/>
                  </a:lnTo>
                  <a:lnTo>
                    <a:pt x="0" y="2652717"/>
                  </a:lnTo>
                  <a:lnTo>
                    <a:pt x="0" y="274745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69958" y="3715631"/>
              <a:ext cx="1942746" cy="1942746"/>
            </a:xfrm>
            <a:custGeom>
              <a:avLst/>
              <a:pathLst>
                <a:path w="1942746" h="1942746">
                  <a:moveTo>
                    <a:pt x="1942746" y="0"/>
                  </a:moveTo>
                  <a:lnTo>
                    <a:pt x="1875754" y="66991"/>
                  </a:lnTo>
                  <a:lnTo>
                    <a:pt x="1808763" y="133982"/>
                  </a:lnTo>
                  <a:lnTo>
                    <a:pt x="1741772" y="200973"/>
                  </a:lnTo>
                  <a:lnTo>
                    <a:pt x="1674781" y="267964"/>
                  </a:lnTo>
                  <a:lnTo>
                    <a:pt x="1607789" y="334956"/>
                  </a:lnTo>
                  <a:lnTo>
                    <a:pt x="1540798" y="401947"/>
                  </a:lnTo>
                  <a:lnTo>
                    <a:pt x="1473807" y="468938"/>
                  </a:lnTo>
                  <a:lnTo>
                    <a:pt x="1406816" y="535929"/>
                  </a:lnTo>
                  <a:lnTo>
                    <a:pt x="1339824" y="602921"/>
                  </a:lnTo>
                  <a:lnTo>
                    <a:pt x="1272833" y="669912"/>
                  </a:lnTo>
                  <a:lnTo>
                    <a:pt x="1205842" y="736903"/>
                  </a:lnTo>
                  <a:lnTo>
                    <a:pt x="1138851" y="803894"/>
                  </a:lnTo>
                  <a:lnTo>
                    <a:pt x="1071859" y="870886"/>
                  </a:lnTo>
                  <a:lnTo>
                    <a:pt x="1004868" y="937877"/>
                  </a:lnTo>
                  <a:lnTo>
                    <a:pt x="937877" y="1004868"/>
                  </a:lnTo>
                  <a:lnTo>
                    <a:pt x="870886" y="1071859"/>
                  </a:lnTo>
                  <a:lnTo>
                    <a:pt x="803894" y="1138851"/>
                  </a:lnTo>
                  <a:lnTo>
                    <a:pt x="736903" y="1205842"/>
                  </a:lnTo>
                  <a:lnTo>
                    <a:pt x="669912" y="1272833"/>
                  </a:lnTo>
                  <a:lnTo>
                    <a:pt x="602921" y="1339824"/>
                  </a:lnTo>
                  <a:lnTo>
                    <a:pt x="535929" y="1406816"/>
                  </a:lnTo>
                  <a:lnTo>
                    <a:pt x="468938" y="1473807"/>
                  </a:lnTo>
                  <a:lnTo>
                    <a:pt x="401947" y="1540798"/>
                  </a:lnTo>
                  <a:lnTo>
                    <a:pt x="334956" y="1607789"/>
                  </a:lnTo>
                  <a:lnTo>
                    <a:pt x="267964" y="1674781"/>
                  </a:lnTo>
                  <a:lnTo>
                    <a:pt x="200973" y="1741772"/>
                  </a:lnTo>
                  <a:lnTo>
                    <a:pt x="133982" y="1808763"/>
                  </a:lnTo>
                  <a:lnTo>
                    <a:pt x="66991" y="1875754"/>
                  </a:lnTo>
                  <a:lnTo>
                    <a:pt x="0" y="194274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65246" y="3715631"/>
              <a:ext cx="2747457" cy="0"/>
            </a:xfrm>
            <a:custGeom>
              <a:avLst/>
              <a:pathLst>
                <a:path w="2747457" h="0">
                  <a:moveTo>
                    <a:pt x="2747457" y="0"/>
                  </a:moveTo>
                  <a:lnTo>
                    <a:pt x="2652717" y="0"/>
                  </a:lnTo>
                  <a:lnTo>
                    <a:pt x="2557977" y="0"/>
                  </a:lnTo>
                  <a:lnTo>
                    <a:pt x="2463237" y="0"/>
                  </a:lnTo>
                  <a:lnTo>
                    <a:pt x="2368498" y="0"/>
                  </a:lnTo>
                  <a:lnTo>
                    <a:pt x="2273758" y="0"/>
                  </a:lnTo>
                  <a:lnTo>
                    <a:pt x="2179018" y="0"/>
                  </a:lnTo>
                  <a:lnTo>
                    <a:pt x="2084278" y="0"/>
                  </a:lnTo>
                  <a:lnTo>
                    <a:pt x="1989538" y="0"/>
                  </a:lnTo>
                  <a:lnTo>
                    <a:pt x="1894798" y="0"/>
                  </a:lnTo>
                  <a:lnTo>
                    <a:pt x="1800058" y="0"/>
                  </a:lnTo>
                  <a:lnTo>
                    <a:pt x="1705318" y="0"/>
                  </a:lnTo>
                  <a:lnTo>
                    <a:pt x="1610578" y="0"/>
                  </a:lnTo>
                  <a:lnTo>
                    <a:pt x="1515838" y="0"/>
                  </a:lnTo>
                  <a:lnTo>
                    <a:pt x="1421098" y="0"/>
                  </a:lnTo>
                  <a:lnTo>
                    <a:pt x="1326358" y="0"/>
                  </a:lnTo>
                  <a:lnTo>
                    <a:pt x="1231618" y="0"/>
                  </a:lnTo>
                  <a:lnTo>
                    <a:pt x="1136879" y="0"/>
                  </a:lnTo>
                  <a:lnTo>
                    <a:pt x="1042139" y="0"/>
                  </a:lnTo>
                  <a:lnTo>
                    <a:pt x="947399" y="0"/>
                  </a:lnTo>
                  <a:lnTo>
                    <a:pt x="852659" y="0"/>
                  </a:lnTo>
                  <a:lnTo>
                    <a:pt x="757919" y="0"/>
                  </a:lnTo>
                  <a:lnTo>
                    <a:pt x="663179" y="0"/>
                  </a:lnTo>
                  <a:lnTo>
                    <a:pt x="568439" y="0"/>
                  </a:lnTo>
                  <a:lnTo>
                    <a:pt x="473699" y="0"/>
                  </a:lnTo>
                  <a:lnTo>
                    <a:pt x="378959" y="0"/>
                  </a:lnTo>
                  <a:lnTo>
                    <a:pt x="284219" y="0"/>
                  </a:lnTo>
                  <a:lnTo>
                    <a:pt x="189479" y="0"/>
                  </a:lnTo>
                  <a:lnTo>
                    <a:pt x="94739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69958" y="1772885"/>
              <a:ext cx="1942746" cy="1942746"/>
            </a:xfrm>
            <a:custGeom>
              <a:avLst/>
              <a:pathLst>
                <a:path w="1942746" h="1942746">
                  <a:moveTo>
                    <a:pt x="1942746" y="1942746"/>
                  </a:moveTo>
                  <a:lnTo>
                    <a:pt x="1875754" y="1875754"/>
                  </a:lnTo>
                  <a:lnTo>
                    <a:pt x="1808763" y="1808763"/>
                  </a:lnTo>
                  <a:lnTo>
                    <a:pt x="1741772" y="1741772"/>
                  </a:lnTo>
                  <a:lnTo>
                    <a:pt x="1674781" y="1674781"/>
                  </a:lnTo>
                  <a:lnTo>
                    <a:pt x="1607789" y="1607789"/>
                  </a:lnTo>
                  <a:lnTo>
                    <a:pt x="1540798" y="1540798"/>
                  </a:lnTo>
                  <a:lnTo>
                    <a:pt x="1473807" y="1473807"/>
                  </a:lnTo>
                  <a:lnTo>
                    <a:pt x="1406816" y="1406816"/>
                  </a:lnTo>
                  <a:lnTo>
                    <a:pt x="1339824" y="1339824"/>
                  </a:lnTo>
                  <a:lnTo>
                    <a:pt x="1272833" y="1272833"/>
                  </a:lnTo>
                  <a:lnTo>
                    <a:pt x="1205842" y="1205842"/>
                  </a:lnTo>
                  <a:lnTo>
                    <a:pt x="1138851" y="1138851"/>
                  </a:lnTo>
                  <a:lnTo>
                    <a:pt x="1071859" y="1071859"/>
                  </a:lnTo>
                  <a:lnTo>
                    <a:pt x="1004868" y="1004868"/>
                  </a:lnTo>
                  <a:lnTo>
                    <a:pt x="937877" y="937877"/>
                  </a:lnTo>
                  <a:lnTo>
                    <a:pt x="870886" y="870886"/>
                  </a:lnTo>
                  <a:lnTo>
                    <a:pt x="803894" y="803894"/>
                  </a:lnTo>
                  <a:lnTo>
                    <a:pt x="736903" y="736903"/>
                  </a:lnTo>
                  <a:lnTo>
                    <a:pt x="669912" y="669912"/>
                  </a:lnTo>
                  <a:lnTo>
                    <a:pt x="602921" y="602921"/>
                  </a:lnTo>
                  <a:lnTo>
                    <a:pt x="535929" y="535929"/>
                  </a:lnTo>
                  <a:lnTo>
                    <a:pt x="468938" y="468938"/>
                  </a:lnTo>
                  <a:lnTo>
                    <a:pt x="401947" y="401947"/>
                  </a:lnTo>
                  <a:lnTo>
                    <a:pt x="334956" y="334956"/>
                  </a:lnTo>
                  <a:lnTo>
                    <a:pt x="267964" y="267964"/>
                  </a:lnTo>
                  <a:lnTo>
                    <a:pt x="200973" y="200973"/>
                  </a:lnTo>
                  <a:lnTo>
                    <a:pt x="133982" y="133982"/>
                  </a:lnTo>
                  <a:lnTo>
                    <a:pt x="66991" y="66991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3843402" y="579250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901799" y="1484551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69405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891283" y="5855729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887" y="6761030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06069" y="5855729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71166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6584" y="1484551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16813" y="2310081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6813" y="936352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81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539663" y="75915"/>
              <a:ext cx="494608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New-record directional distribution — relative to centroid of BirdLife range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2026-05-11T10:28:18Z</dcterms:modified>
  <cp:category/>
</cp:coreProperties>
</file>